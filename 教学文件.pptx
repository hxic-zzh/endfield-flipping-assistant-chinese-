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1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6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" Type="http://schemas.openxmlformats.org/officeDocument/2006/relationships/image" Target="../media/image1.png"/><Relationship Id="rId6" Type="http://schemas.openxmlformats.org/officeDocument/2006/relationships/hyperlink" Target="https://www.cnblogs.com/jibiji/articles/19385558" TargetMode="Externa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33.xml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4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50.xml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tags" Target="../tags/tag4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56.xml"/><Relationship Id="rId7" Type="http://schemas.openxmlformats.org/officeDocument/2006/relationships/image" Target="../media/image18.jpeg"/><Relationship Id="rId6" Type="http://schemas.openxmlformats.org/officeDocument/2006/relationships/image" Target="../media/image17.png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62.xml"/><Relationship Id="rId6" Type="http://schemas.openxmlformats.org/officeDocument/2006/relationships/image" Target="../media/image19.png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68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6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7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86.xml"/><Relationship Id="rId10" Type="http://schemas.openxmlformats.org/officeDocument/2006/relationships/image" Target="../media/image29.png"/><Relationship Id="rId1" Type="http://schemas.openxmlformats.org/officeDocument/2006/relationships/tags" Target="../tags/tag8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92.xml"/><Relationship Id="rId1" Type="http://schemas.openxmlformats.org/officeDocument/2006/relationships/tags" Target="../tags/tag8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tags" Target="../tags/tag98.xml"/><Relationship Id="rId6" Type="http://schemas.openxmlformats.org/officeDocument/2006/relationships/image" Target="../media/image34.png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04.xml"/><Relationship Id="rId1" Type="http://schemas.openxmlformats.org/officeDocument/2006/relationships/tags" Target="../tags/tag99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07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3" name="图形 14"/>
          <p:cNvSpPr/>
          <p:nvPr>
            <p:custDataLst>
              <p:tags r:id="rId2"/>
            </p:custDataLst>
          </p:nvPr>
        </p:nvSpPr>
        <p:spPr>
          <a:xfrm>
            <a:off x="0" y="2718435"/>
            <a:ext cx="11880215" cy="3905885"/>
          </a:xfrm>
          <a:custGeom>
            <a:avLst/>
            <a:gdLst>
              <a:gd name="connsiteX0" fmla="*/ 3821049 w 3978973"/>
              <a:gd name="connsiteY0" fmla="*/ 117253 h 1308163"/>
              <a:gd name="connsiteX1" fmla="*/ 3866103 w 3978973"/>
              <a:gd name="connsiteY1" fmla="*/ 141446 h 1308163"/>
              <a:gd name="connsiteX2" fmla="*/ 2037969 w 3978973"/>
              <a:gd name="connsiteY2" fmla="*/ 967931 h 1308163"/>
              <a:gd name="connsiteX3" fmla="*/ 0 w 3978973"/>
              <a:gd name="connsiteY3" fmla="*/ 1128046 h 1308163"/>
              <a:gd name="connsiteX4" fmla="*/ 0 w 3978973"/>
              <a:gd name="connsiteY4" fmla="*/ 1308164 h 1308163"/>
              <a:gd name="connsiteX5" fmla="*/ 2392299 w 3978973"/>
              <a:gd name="connsiteY5" fmla="*/ 1033558 h 1308163"/>
              <a:gd name="connsiteX6" fmla="*/ 3913156 w 3978973"/>
              <a:gd name="connsiteY6" fmla="*/ 166592 h 1308163"/>
              <a:gd name="connsiteX7" fmla="*/ 3969925 w 3978973"/>
              <a:gd name="connsiteY7" fmla="*/ 196501 h 1308163"/>
              <a:gd name="connsiteX8" fmla="*/ 3978974 w 3978973"/>
              <a:gd name="connsiteY8" fmla="*/ 0 h 1308163"/>
              <a:gd name="connsiteX9" fmla="*/ 3821049 w 3978973"/>
              <a:gd name="connsiteY9" fmla="*/ 117253 h 1308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78973" h="1308163">
                <a:moveTo>
                  <a:pt x="3821049" y="117253"/>
                </a:moveTo>
                <a:lnTo>
                  <a:pt x="3866103" y="141446"/>
                </a:lnTo>
                <a:cubicBezTo>
                  <a:pt x="3648837" y="379857"/>
                  <a:pt x="3097245" y="847535"/>
                  <a:pt x="2037969" y="967931"/>
                </a:cubicBezTo>
                <a:cubicBezTo>
                  <a:pt x="663893" y="1124236"/>
                  <a:pt x="0" y="1128046"/>
                  <a:pt x="0" y="1128046"/>
                </a:cubicBezTo>
                <a:lnTo>
                  <a:pt x="0" y="1308164"/>
                </a:lnTo>
                <a:cubicBezTo>
                  <a:pt x="0" y="1308164"/>
                  <a:pt x="1302353" y="1272350"/>
                  <a:pt x="2392299" y="1033558"/>
                </a:cubicBezTo>
                <a:cubicBezTo>
                  <a:pt x="3510248" y="788670"/>
                  <a:pt x="3913156" y="166592"/>
                  <a:pt x="3913156" y="166592"/>
                </a:cubicBezTo>
                <a:lnTo>
                  <a:pt x="3969925" y="196501"/>
                </a:lnTo>
                <a:lnTo>
                  <a:pt x="3978974" y="0"/>
                </a:lnTo>
                <a:lnTo>
                  <a:pt x="3821049" y="117253"/>
                </a:lnTo>
                <a:close/>
              </a:path>
            </a:pathLst>
          </a:custGeom>
          <a:gradFill>
            <a:gsLst>
              <a:gs pos="10000">
                <a:schemeClr val="accent1">
                  <a:alpha val="10000"/>
                </a:schemeClr>
              </a:gs>
              <a:gs pos="90000">
                <a:schemeClr val="accent1"/>
              </a:gs>
            </a:gsLst>
            <a:lin ang="18900000" scaled="1"/>
          </a:gradFill>
          <a:ln w="69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cs typeface="+mn-ea"/>
              <a:sym typeface="+mn-ea"/>
            </a:endParaRPr>
          </a:p>
        </p:txBody>
      </p:sp>
      <p:sp useBgFill="1">
        <p:nvSpPr>
          <p:cNvPr id="6" name="圆形2"/>
          <p:cNvSpPr/>
          <p:nvPr>
            <p:custDataLst>
              <p:tags r:id="rId3"/>
            </p:custDataLst>
          </p:nvPr>
        </p:nvSpPr>
        <p:spPr>
          <a:xfrm>
            <a:off x="1689735" y="5942965"/>
            <a:ext cx="154940" cy="154940"/>
          </a:xfrm>
          <a:prstGeom prst="ellips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787400" sx="98000" sy="98000" algn="ctr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1" name="线条1"/>
          <p:cNvCxnSpPr/>
          <p:nvPr>
            <p:custDataLst>
              <p:tags r:id="rId4"/>
            </p:custDataLst>
          </p:nvPr>
        </p:nvCxnSpPr>
        <p:spPr>
          <a:xfrm>
            <a:off x="1767205" y="3584575"/>
            <a:ext cx="0" cy="241173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形状1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099185" y="2418080"/>
            <a:ext cx="1336675" cy="1337945"/>
          </a:xfrm>
          <a:custGeom>
            <a:avLst/>
            <a:gdLst>
              <a:gd name="T0" fmla="*/ 423 w 674"/>
              <a:gd name="T1" fmla="*/ 48 h 674"/>
              <a:gd name="T2" fmla="*/ 626 w 674"/>
              <a:gd name="T3" fmla="*/ 250 h 674"/>
              <a:gd name="T4" fmla="*/ 626 w 674"/>
              <a:gd name="T5" fmla="*/ 424 h 674"/>
              <a:gd name="T6" fmla="*/ 423 w 674"/>
              <a:gd name="T7" fmla="*/ 626 h 674"/>
              <a:gd name="T8" fmla="*/ 250 w 674"/>
              <a:gd name="T9" fmla="*/ 626 h 674"/>
              <a:gd name="T10" fmla="*/ 48 w 674"/>
              <a:gd name="T11" fmla="*/ 424 h 674"/>
              <a:gd name="T12" fmla="*/ 48 w 674"/>
              <a:gd name="T13" fmla="*/ 250 h 674"/>
              <a:gd name="T14" fmla="*/ 250 w 674"/>
              <a:gd name="T15" fmla="*/ 48 h 674"/>
              <a:gd name="T16" fmla="*/ 423 w 674"/>
              <a:gd name="T17" fmla="*/ 48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4" h="674">
                <a:moveTo>
                  <a:pt x="423" y="48"/>
                </a:moveTo>
                <a:cubicBezTo>
                  <a:pt x="626" y="250"/>
                  <a:pt x="626" y="250"/>
                  <a:pt x="626" y="250"/>
                </a:cubicBezTo>
                <a:cubicBezTo>
                  <a:pt x="674" y="298"/>
                  <a:pt x="674" y="376"/>
                  <a:pt x="626" y="424"/>
                </a:cubicBezTo>
                <a:cubicBezTo>
                  <a:pt x="423" y="626"/>
                  <a:pt x="423" y="626"/>
                  <a:pt x="423" y="626"/>
                </a:cubicBezTo>
                <a:cubicBezTo>
                  <a:pt x="375" y="674"/>
                  <a:pt x="298" y="674"/>
                  <a:pt x="250" y="626"/>
                </a:cubicBezTo>
                <a:cubicBezTo>
                  <a:pt x="48" y="424"/>
                  <a:pt x="48" y="424"/>
                  <a:pt x="48" y="424"/>
                </a:cubicBezTo>
                <a:cubicBezTo>
                  <a:pt x="0" y="376"/>
                  <a:pt x="0" y="298"/>
                  <a:pt x="48" y="250"/>
                </a:cubicBezTo>
                <a:cubicBezTo>
                  <a:pt x="250" y="48"/>
                  <a:pt x="250" y="48"/>
                  <a:pt x="250" y="48"/>
                </a:cubicBezTo>
                <a:cubicBezTo>
                  <a:pt x="298" y="0"/>
                  <a:pt x="375" y="0"/>
                  <a:pt x="423" y="4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0000">
                <a:schemeClr val="accent1"/>
              </a:gs>
            </a:gsLst>
            <a:lin ang="5400000" scaled="0"/>
          </a:gradFill>
          <a:ln w="57150" cap="rnd">
            <a:noFill/>
            <a:prstDash val="solid"/>
            <a:round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r>
              <a:rPr lang="en-US" altLang="zh-CN" b="1" dirty="0">
                <a:solidFill>
                  <a:srgbClr val="FFFFFF"/>
                </a:solidFill>
                <a:latin typeface="+mn-ea"/>
                <a:cs typeface="+mn-ea"/>
                <a:sym typeface="+mn-lt"/>
              </a:rPr>
              <a:t>1</a:t>
            </a:r>
            <a:endParaRPr lang="en-US" altLang="zh-CN" b="1" dirty="0">
              <a:solidFill>
                <a:srgbClr val="FFFFFF"/>
              </a:solidFill>
              <a:latin typeface="+mn-ea"/>
              <a:cs typeface="+mn-ea"/>
              <a:sym typeface="+mn-lt"/>
            </a:endParaRPr>
          </a:p>
        </p:txBody>
      </p:sp>
      <p:sp useBgFill="1">
        <p:nvSpPr>
          <p:cNvPr id="17" name="圆形1"/>
          <p:cNvSpPr/>
          <p:nvPr>
            <p:custDataLst>
              <p:tags r:id="rId6"/>
            </p:custDataLst>
          </p:nvPr>
        </p:nvSpPr>
        <p:spPr>
          <a:xfrm>
            <a:off x="4807585" y="5653405"/>
            <a:ext cx="154940" cy="154940"/>
          </a:xfrm>
          <a:prstGeom prst="ellips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787400" sx="98000" sy="98000" algn="ctr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8" name="线条2"/>
          <p:cNvCxnSpPr/>
          <p:nvPr>
            <p:custDataLst>
              <p:tags r:id="rId7"/>
            </p:custDataLst>
          </p:nvPr>
        </p:nvCxnSpPr>
        <p:spPr>
          <a:xfrm>
            <a:off x="4885055" y="3325495"/>
            <a:ext cx="0" cy="241173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形状2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4216718" y="2015490"/>
            <a:ext cx="1336675" cy="1337945"/>
          </a:xfrm>
          <a:custGeom>
            <a:avLst/>
            <a:gdLst>
              <a:gd name="T0" fmla="*/ 423 w 674"/>
              <a:gd name="T1" fmla="*/ 48 h 674"/>
              <a:gd name="T2" fmla="*/ 626 w 674"/>
              <a:gd name="T3" fmla="*/ 250 h 674"/>
              <a:gd name="T4" fmla="*/ 626 w 674"/>
              <a:gd name="T5" fmla="*/ 424 h 674"/>
              <a:gd name="T6" fmla="*/ 423 w 674"/>
              <a:gd name="T7" fmla="*/ 626 h 674"/>
              <a:gd name="T8" fmla="*/ 250 w 674"/>
              <a:gd name="T9" fmla="*/ 626 h 674"/>
              <a:gd name="T10" fmla="*/ 48 w 674"/>
              <a:gd name="T11" fmla="*/ 424 h 674"/>
              <a:gd name="T12" fmla="*/ 48 w 674"/>
              <a:gd name="T13" fmla="*/ 250 h 674"/>
              <a:gd name="T14" fmla="*/ 250 w 674"/>
              <a:gd name="T15" fmla="*/ 48 h 674"/>
              <a:gd name="T16" fmla="*/ 423 w 674"/>
              <a:gd name="T17" fmla="*/ 48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4" h="674">
                <a:moveTo>
                  <a:pt x="423" y="48"/>
                </a:moveTo>
                <a:cubicBezTo>
                  <a:pt x="626" y="250"/>
                  <a:pt x="626" y="250"/>
                  <a:pt x="626" y="250"/>
                </a:cubicBezTo>
                <a:cubicBezTo>
                  <a:pt x="674" y="298"/>
                  <a:pt x="674" y="376"/>
                  <a:pt x="626" y="424"/>
                </a:cubicBezTo>
                <a:cubicBezTo>
                  <a:pt x="423" y="626"/>
                  <a:pt x="423" y="626"/>
                  <a:pt x="423" y="626"/>
                </a:cubicBezTo>
                <a:cubicBezTo>
                  <a:pt x="375" y="674"/>
                  <a:pt x="298" y="674"/>
                  <a:pt x="250" y="626"/>
                </a:cubicBezTo>
                <a:cubicBezTo>
                  <a:pt x="48" y="424"/>
                  <a:pt x="48" y="424"/>
                  <a:pt x="48" y="424"/>
                </a:cubicBezTo>
                <a:cubicBezTo>
                  <a:pt x="0" y="376"/>
                  <a:pt x="0" y="298"/>
                  <a:pt x="48" y="250"/>
                </a:cubicBezTo>
                <a:cubicBezTo>
                  <a:pt x="250" y="48"/>
                  <a:pt x="250" y="48"/>
                  <a:pt x="250" y="48"/>
                </a:cubicBezTo>
                <a:cubicBezTo>
                  <a:pt x="298" y="0"/>
                  <a:pt x="375" y="0"/>
                  <a:pt x="423" y="4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0000">
                <a:schemeClr val="accent1"/>
              </a:gs>
            </a:gsLst>
            <a:lin ang="5400000" scaled="0"/>
          </a:gradFill>
          <a:ln w="57150" cap="rnd">
            <a:noFill/>
            <a:prstDash val="solid"/>
            <a:round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r>
              <a:rPr lang="en-US" altLang="zh-CN" b="1" dirty="0">
                <a:solidFill>
                  <a:srgbClr val="FFFFFF"/>
                </a:solidFill>
                <a:latin typeface="+mn-ea"/>
                <a:cs typeface="+mn-ea"/>
                <a:sym typeface="+mn-lt"/>
              </a:rPr>
              <a:t>20XX</a:t>
            </a:r>
            <a:endParaRPr lang="en-US" altLang="zh-CN" b="1" dirty="0">
              <a:solidFill>
                <a:srgbClr val="FFFFFF"/>
              </a:solidFill>
              <a:latin typeface="+mn-ea"/>
              <a:cs typeface="+mn-ea"/>
              <a:sym typeface="+mn-lt"/>
            </a:endParaRPr>
          </a:p>
        </p:txBody>
      </p:sp>
      <p:cxnSp>
        <p:nvCxnSpPr>
          <p:cNvPr id="20" name="线条3"/>
          <p:cNvCxnSpPr/>
          <p:nvPr>
            <p:custDataLst>
              <p:tags r:id="rId9"/>
            </p:custDataLst>
          </p:nvPr>
        </p:nvCxnSpPr>
        <p:spPr>
          <a:xfrm>
            <a:off x="7951470" y="2800350"/>
            <a:ext cx="0" cy="241173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2" name="圆形3"/>
          <p:cNvSpPr/>
          <p:nvPr>
            <p:custDataLst>
              <p:tags r:id="rId10"/>
            </p:custDataLst>
          </p:nvPr>
        </p:nvSpPr>
        <p:spPr>
          <a:xfrm>
            <a:off x="7874000" y="5151120"/>
            <a:ext cx="154940" cy="154940"/>
          </a:xfrm>
          <a:prstGeom prst="ellips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787400" sx="98000" sy="98000" algn="ctr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形状3"/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7282815" y="1581150"/>
            <a:ext cx="1336675" cy="1337945"/>
          </a:xfrm>
          <a:custGeom>
            <a:avLst/>
            <a:gdLst>
              <a:gd name="T0" fmla="*/ 423 w 674"/>
              <a:gd name="T1" fmla="*/ 48 h 674"/>
              <a:gd name="T2" fmla="*/ 626 w 674"/>
              <a:gd name="T3" fmla="*/ 250 h 674"/>
              <a:gd name="T4" fmla="*/ 626 w 674"/>
              <a:gd name="T5" fmla="*/ 424 h 674"/>
              <a:gd name="T6" fmla="*/ 423 w 674"/>
              <a:gd name="T7" fmla="*/ 626 h 674"/>
              <a:gd name="T8" fmla="*/ 250 w 674"/>
              <a:gd name="T9" fmla="*/ 626 h 674"/>
              <a:gd name="T10" fmla="*/ 48 w 674"/>
              <a:gd name="T11" fmla="*/ 424 h 674"/>
              <a:gd name="T12" fmla="*/ 48 w 674"/>
              <a:gd name="T13" fmla="*/ 250 h 674"/>
              <a:gd name="T14" fmla="*/ 250 w 674"/>
              <a:gd name="T15" fmla="*/ 48 h 674"/>
              <a:gd name="T16" fmla="*/ 423 w 674"/>
              <a:gd name="T17" fmla="*/ 48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4" h="674">
                <a:moveTo>
                  <a:pt x="423" y="48"/>
                </a:moveTo>
                <a:cubicBezTo>
                  <a:pt x="626" y="250"/>
                  <a:pt x="626" y="250"/>
                  <a:pt x="626" y="250"/>
                </a:cubicBezTo>
                <a:cubicBezTo>
                  <a:pt x="674" y="298"/>
                  <a:pt x="674" y="376"/>
                  <a:pt x="626" y="424"/>
                </a:cubicBezTo>
                <a:cubicBezTo>
                  <a:pt x="423" y="626"/>
                  <a:pt x="423" y="626"/>
                  <a:pt x="423" y="626"/>
                </a:cubicBezTo>
                <a:cubicBezTo>
                  <a:pt x="375" y="674"/>
                  <a:pt x="298" y="674"/>
                  <a:pt x="250" y="626"/>
                </a:cubicBezTo>
                <a:cubicBezTo>
                  <a:pt x="48" y="424"/>
                  <a:pt x="48" y="424"/>
                  <a:pt x="48" y="424"/>
                </a:cubicBezTo>
                <a:cubicBezTo>
                  <a:pt x="0" y="376"/>
                  <a:pt x="0" y="298"/>
                  <a:pt x="48" y="250"/>
                </a:cubicBezTo>
                <a:cubicBezTo>
                  <a:pt x="250" y="48"/>
                  <a:pt x="250" y="48"/>
                  <a:pt x="250" y="48"/>
                </a:cubicBezTo>
                <a:cubicBezTo>
                  <a:pt x="298" y="0"/>
                  <a:pt x="375" y="0"/>
                  <a:pt x="423" y="4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0000">
                <a:schemeClr val="accent1"/>
              </a:gs>
            </a:gsLst>
            <a:lin ang="5400000" scaled="0"/>
          </a:gradFill>
          <a:ln w="57150" cap="rnd">
            <a:noFill/>
            <a:prstDash val="solid"/>
            <a:round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r>
              <a:rPr lang="en-US" altLang="zh-CN" b="1" dirty="0">
                <a:solidFill>
                  <a:srgbClr val="FFFFFF"/>
                </a:solidFill>
                <a:latin typeface="+mn-ea"/>
                <a:cs typeface="+mn-ea"/>
                <a:sym typeface="+mn-lt"/>
              </a:rPr>
              <a:t>20XX</a:t>
            </a:r>
            <a:endParaRPr lang="en-US" altLang="zh-CN" b="1" dirty="0">
              <a:solidFill>
                <a:srgbClr val="FFFFFF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2079625" y="3783965"/>
            <a:ext cx="2233930" cy="3803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安装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依赖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2079625" y="4220210"/>
            <a:ext cx="2411730" cy="8305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4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安装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realesrgan-ncnn-vulkan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algn="l" fontAlgn="auto">
              <a:lnSpc>
                <a:spcPct val="14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安装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tesseract-ocr-w64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>
          <a:xfrm>
            <a:off x="5170805" y="3325495"/>
            <a:ext cx="2233930" cy="3803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启动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校准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文本框 31"/>
          <p:cNvSpPr txBox="1"/>
          <p:nvPr>
            <p:custDataLst>
              <p:tags r:id="rId15"/>
            </p:custDataLst>
          </p:nvPr>
        </p:nvSpPr>
        <p:spPr>
          <a:xfrm>
            <a:off x="5170805" y="3761740"/>
            <a:ext cx="2233930" cy="6591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4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打开游戏后按照流程初步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尝试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6"/>
            </p:custDataLst>
          </p:nvPr>
        </p:nvSpPr>
        <p:spPr>
          <a:xfrm>
            <a:off x="8269605" y="2945130"/>
            <a:ext cx="2233930" cy="3803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放心</a:t>
            </a:r>
            <a:r>
              <a:rPr lang="zh-CN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使用</a:t>
            </a:r>
            <a:endParaRPr lang="zh-CN" alt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文本框 33"/>
          <p:cNvSpPr txBox="1"/>
          <p:nvPr>
            <p:custDataLst>
              <p:tags r:id="rId17"/>
            </p:custDataLst>
          </p:nvPr>
        </p:nvSpPr>
        <p:spPr>
          <a:xfrm>
            <a:off x="8269605" y="3381375"/>
            <a:ext cx="2233930" cy="6591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0" algn="l" fontAlgn="auto">
              <a:lnSpc>
                <a:spcPct val="14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开始流程化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操作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17035" y="829310"/>
            <a:ext cx="4064000" cy="490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所有路径必须</a:t>
            </a:r>
            <a:r>
              <a:rPr lang="zh-CN" altLang="en-US"/>
              <a:t>英文！！！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308619" y="3713813"/>
            <a:ext cx="4174759" cy="19137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https://wwbah.lanzn.com/iUv1R3hhvbyj</a:t>
            </a:r>
            <a:endParaRPr kumimoji="1"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6700271" y="3713813"/>
            <a:ext cx="4191453" cy="19137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https://sourceforge.net/projects/tesseract-ocr.mirror/files/5.5.0/tesseract-ocr-w64-setup-5.5.0.20241111.exe/download</a:t>
            </a:r>
            <a:endParaRPr kumimoji="1"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Oval 11"/>
          <p:cNvSpPr/>
          <p:nvPr>
            <p:custDataLst>
              <p:tags r:id="rId3"/>
            </p:custDataLst>
          </p:nvPr>
        </p:nvSpPr>
        <p:spPr>
          <a:xfrm>
            <a:off x="3001222" y="1890669"/>
            <a:ext cx="789553" cy="7895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sz="20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4"/>
            </p:custDataLst>
          </p:nvPr>
        </p:nvCxnSpPr>
        <p:spPr>
          <a:xfrm>
            <a:off x="6096000" y="3161487"/>
            <a:ext cx="0" cy="2412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标题 3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下载后解压或者</a:t>
            </a:r>
            <a:r>
              <a:rPr lang="zh-CN" altLang="en-US"/>
              <a:t>安装，有两个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2" name="Oval 11"/>
          <p:cNvSpPr/>
          <p:nvPr>
            <p:custDataLst>
              <p:tags r:id="rId6"/>
            </p:custDataLst>
          </p:nvPr>
        </p:nvSpPr>
        <p:spPr>
          <a:xfrm>
            <a:off x="8401222" y="1890669"/>
            <a:ext cx="789553" cy="7895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sz="20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1308619" y="3050854"/>
            <a:ext cx="4174759" cy="3987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realesrgan-ncnn-vulkan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6708619" y="3030220"/>
            <a:ext cx="4174759" cy="3987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tesseract-ocr-w64</a:t>
            </a:r>
            <a:endParaRPr lang="zh-CN" altLang="en-US" sz="2400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参考文件以及</a:t>
            </a:r>
            <a:r>
              <a:rPr lang="zh-CN" altLang="en-US"/>
              <a:t>图片</a:t>
            </a:r>
            <a:endParaRPr lang="zh-CN" altLang="en-US"/>
          </a:p>
        </p:txBody>
      </p:sp>
      <p:sp>
        <p:nvSpPr>
          <p:cNvPr id="3" name="任意多边形: 形状 42"/>
          <p:cNvSpPr/>
          <p:nvPr>
            <p:custDataLst>
              <p:tags r:id="rId2"/>
            </p:custDataLst>
          </p:nvPr>
        </p:nvSpPr>
        <p:spPr>
          <a:xfrm rot="16200000" flipV="1">
            <a:off x="6096635" y="1934845"/>
            <a:ext cx="1841500" cy="2522220"/>
          </a:xfrm>
          <a:custGeom>
            <a:avLst/>
            <a:gdLst>
              <a:gd name="connsiteX0" fmla="*/ 0 w 2585764"/>
              <a:gd name="connsiteY0" fmla="*/ 1069299 h 2533101"/>
              <a:gd name="connsiteX1" fmla="*/ 0 w 2585764"/>
              <a:gd name="connsiteY1" fmla="*/ 1069299 h 2533101"/>
              <a:gd name="connsiteX2" fmla="*/ 1292905 w 2585764"/>
              <a:gd name="connsiteY2" fmla="*/ 0 h 2533101"/>
              <a:gd name="connsiteX3" fmla="*/ 1292860 w 2585764"/>
              <a:gd name="connsiteY3" fmla="*/ 37 h 2533101"/>
              <a:gd name="connsiteX4" fmla="*/ 2585764 w 2585764"/>
              <a:gd name="connsiteY4" fmla="*/ 1069336 h 2533101"/>
              <a:gd name="connsiteX5" fmla="*/ 2585720 w 2585764"/>
              <a:gd name="connsiteY5" fmla="*/ 1069299 h 2533101"/>
              <a:gd name="connsiteX6" fmla="*/ 2585720 w 2585764"/>
              <a:gd name="connsiteY6" fmla="*/ 1069299 h 2533101"/>
              <a:gd name="connsiteX7" fmla="*/ 1939290 w 2585764"/>
              <a:gd name="connsiteY7" fmla="*/ 1069299 h 2533101"/>
              <a:gd name="connsiteX8" fmla="*/ 1939290 w 2585764"/>
              <a:gd name="connsiteY8" fmla="*/ 1069299 h 2533101"/>
              <a:gd name="connsiteX9" fmla="*/ 1939290 w 2585764"/>
              <a:gd name="connsiteY9" fmla="*/ 2533101 h 2533101"/>
              <a:gd name="connsiteX10" fmla="*/ 1939290 w 2585764"/>
              <a:gd name="connsiteY10" fmla="*/ 2533052 h 2533101"/>
              <a:gd name="connsiteX11" fmla="*/ 646430 w 2585764"/>
              <a:gd name="connsiteY11" fmla="*/ 2533052 h 2533101"/>
              <a:gd name="connsiteX12" fmla="*/ 646430 w 2585764"/>
              <a:gd name="connsiteY12" fmla="*/ 2533052 h 2533101"/>
              <a:gd name="connsiteX13" fmla="*/ 646430 w 2585764"/>
              <a:gd name="connsiteY13" fmla="*/ 1069250 h 2533101"/>
              <a:gd name="connsiteX14" fmla="*/ 646430 w 2585764"/>
              <a:gd name="connsiteY14" fmla="*/ 1069299 h 2533101"/>
              <a:gd name="connsiteX15" fmla="*/ 0 w 2585764"/>
              <a:gd name="connsiteY15" fmla="*/ 1069299 h 2533101"/>
              <a:gd name="connsiteX16" fmla="*/ 0 w 2585764"/>
              <a:gd name="connsiteY16" fmla="*/ 1069299 h 2533101"/>
              <a:gd name="connsiteX0-1" fmla="*/ 0 w 2585764"/>
              <a:gd name="connsiteY0-2" fmla="*/ 1069299 h 2533101"/>
              <a:gd name="connsiteX1-3" fmla="*/ 0 w 2585764"/>
              <a:gd name="connsiteY1-4" fmla="*/ 1069299 h 2533101"/>
              <a:gd name="connsiteX2-5" fmla="*/ 1292905 w 2585764"/>
              <a:gd name="connsiteY2-6" fmla="*/ 0 h 2533101"/>
              <a:gd name="connsiteX3-7" fmla="*/ 1292860 w 2585764"/>
              <a:gd name="connsiteY3-8" fmla="*/ 37 h 2533101"/>
              <a:gd name="connsiteX4-9" fmla="*/ 2585764 w 2585764"/>
              <a:gd name="connsiteY4-10" fmla="*/ 1069336 h 2533101"/>
              <a:gd name="connsiteX5-11" fmla="*/ 2585720 w 2585764"/>
              <a:gd name="connsiteY5-12" fmla="*/ 1069299 h 2533101"/>
              <a:gd name="connsiteX6-13" fmla="*/ 2585720 w 2585764"/>
              <a:gd name="connsiteY6-14" fmla="*/ 1069299 h 2533101"/>
              <a:gd name="connsiteX7-15" fmla="*/ 1939290 w 2585764"/>
              <a:gd name="connsiteY7-16" fmla="*/ 1069299 h 2533101"/>
              <a:gd name="connsiteX8-17" fmla="*/ 1939290 w 2585764"/>
              <a:gd name="connsiteY8-18" fmla="*/ 1069299 h 2533101"/>
              <a:gd name="connsiteX9-19" fmla="*/ 1939290 w 2585764"/>
              <a:gd name="connsiteY9-20" fmla="*/ 2533101 h 2533101"/>
              <a:gd name="connsiteX10-21" fmla="*/ 1939290 w 2585764"/>
              <a:gd name="connsiteY10-22" fmla="*/ 2533052 h 2533101"/>
              <a:gd name="connsiteX11-23" fmla="*/ 646430 w 2585764"/>
              <a:gd name="connsiteY11-24" fmla="*/ 2533052 h 2533101"/>
              <a:gd name="connsiteX12-25" fmla="*/ 646430 w 2585764"/>
              <a:gd name="connsiteY12-26" fmla="*/ 2533052 h 2533101"/>
              <a:gd name="connsiteX13-27" fmla="*/ 646430 w 2585764"/>
              <a:gd name="connsiteY13-28" fmla="*/ 1069250 h 2533101"/>
              <a:gd name="connsiteX14-29" fmla="*/ 646430 w 2585764"/>
              <a:gd name="connsiteY14-30" fmla="*/ 1069299 h 2533101"/>
              <a:gd name="connsiteX15-31" fmla="*/ 0 w 2585764"/>
              <a:gd name="connsiteY15-32" fmla="*/ 1069299 h 2533101"/>
              <a:gd name="connsiteX16-33" fmla="*/ 0 w 2585764"/>
              <a:gd name="connsiteY16-34" fmla="*/ 1069300 h 2533101"/>
              <a:gd name="connsiteX0-35" fmla="*/ 0 w 2585764"/>
              <a:gd name="connsiteY0-36" fmla="*/ 1069300 h 2533101"/>
              <a:gd name="connsiteX1-37" fmla="*/ 0 w 2585764"/>
              <a:gd name="connsiteY1-38" fmla="*/ 1069299 h 2533101"/>
              <a:gd name="connsiteX2-39" fmla="*/ 1292905 w 2585764"/>
              <a:gd name="connsiteY2-40" fmla="*/ 0 h 2533101"/>
              <a:gd name="connsiteX3-41" fmla="*/ 1292860 w 2585764"/>
              <a:gd name="connsiteY3-42" fmla="*/ 37 h 2533101"/>
              <a:gd name="connsiteX4-43" fmla="*/ 2585764 w 2585764"/>
              <a:gd name="connsiteY4-44" fmla="*/ 1069336 h 2533101"/>
              <a:gd name="connsiteX5-45" fmla="*/ 2585720 w 2585764"/>
              <a:gd name="connsiteY5-46" fmla="*/ 1069299 h 2533101"/>
              <a:gd name="connsiteX6-47" fmla="*/ 2585720 w 2585764"/>
              <a:gd name="connsiteY6-48" fmla="*/ 1069299 h 2533101"/>
              <a:gd name="connsiteX7-49" fmla="*/ 1939290 w 2585764"/>
              <a:gd name="connsiteY7-50" fmla="*/ 1069299 h 2533101"/>
              <a:gd name="connsiteX8-51" fmla="*/ 1939290 w 2585764"/>
              <a:gd name="connsiteY8-52" fmla="*/ 1069299 h 2533101"/>
              <a:gd name="connsiteX9-53" fmla="*/ 1939290 w 2585764"/>
              <a:gd name="connsiteY9-54" fmla="*/ 2533101 h 2533101"/>
              <a:gd name="connsiteX10-55" fmla="*/ 1939290 w 2585764"/>
              <a:gd name="connsiteY10-56" fmla="*/ 2533052 h 2533101"/>
              <a:gd name="connsiteX11-57" fmla="*/ 646430 w 2585764"/>
              <a:gd name="connsiteY11-58" fmla="*/ 2533052 h 2533101"/>
              <a:gd name="connsiteX12-59" fmla="*/ 646430 w 2585764"/>
              <a:gd name="connsiteY12-60" fmla="*/ 2533052 h 2533101"/>
              <a:gd name="connsiteX13-61" fmla="*/ 646430 w 2585764"/>
              <a:gd name="connsiteY13-62" fmla="*/ 1069250 h 2533101"/>
              <a:gd name="connsiteX14-63" fmla="*/ 646430 w 2585764"/>
              <a:gd name="connsiteY14-64" fmla="*/ 1069299 h 2533101"/>
              <a:gd name="connsiteX15-65" fmla="*/ 0 w 2585764"/>
              <a:gd name="connsiteY15-66" fmla="*/ 1069299 h 2533101"/>
              <a:gd name="connsiteX16-67" fmla="*/ 0 w 2585764"/>
              <a:gd name="connsiteY16-68" fmla="*/ 1069300 h 2533101"/>
              <a:gd name="connsiteX0-69" fmla="*/ 0 w 2585764"/>
              <a:gd name="connsiteY0-70" fmla="*/ 1069300 h 2533101"/>
              <a:gd name="connsiteX1-71" fmla="*/ 0 w 2585764"/>
              <a:gd name="connsiteY1-72" fmla="*/ 1069299 h 2533101"/>
              <a:gd name="connsiteX2-73" fmla="*/ 1292905 w 2585764"/>
              <a:gd name="connsiteY2-74" fmla="*/ 0 h 2533101"/>
              <a:gd name="connsiteX3-75" fmla="*/ 1292860 w 2585764"/>
              <a:gd name="connsiteY3-76" fmla="*/ 37 h 2533101"/>
              <a:gd name="connsiteX4-77" fmla="*/ 2585764 w 2585764"/>
              <a:gd name="connsiteY4-78" fmla="*/ 1069336 h 2533101"/>
              <a:gd name="connsiteX5-79" fmla="*/ 2585720 w 2585764"/>
              <a:gd name="connsiteY5-80" fmla="*/ 1069299 h 2533101"/>
              <a:gd name="connsiteX6-81" fmla="*/ 2585720 w 2585764"/>
              <a:gd name="connsiteY6-82" fmla="*/ 1069299 h 2533101"/>
              <a:gd name="connsiteX7-83" fmla="*/ 1939290 w 2585764"/>
              <a:gd name="connsiteY7-84" fmla="*/ 1069299 h 2533101"/>
              <a:gd name="connsiteX8-85" fmla="*/ 1939290 w 2585764"/>
              <a:gd name="connsiteY8-86" fmla="*/ 1069299 h 2533101"/>
              <a:gd name="connsiteX9-87" fmla="*/ 1939290 w 2585764"/>
              <a:gd name="connsiteY9-88" fmla="*/ 2533101 h 2533101"/>
              <a:gd name="connsiteX10-89" fmla="*/ 1939290 w 2585764"/>
              <a:gd name="connsiteY10-90" fmla="*/ 2533052 h 2533101"/>
              <a:gd name="connsiteX11-91" fmla="*/ 646430 w 2585764"/>
              <a:gd name="connsiteY11-92" fmla="*/ 2533052 h 2533101"/>
              <a:gd name="connsiteX12-93" fmla="*/ 646430 w 2585764"/>
              <a:gd name="connsiteY12-94" fmla="*/ 2533052 h 2533101"/>
              <a:gd name="connsiteX13-95" fmla="*/ 646430 w 2585764"/>
              <a:gd name="connsiteY13-96" fmla="*/ 1069250 h 2533101"/>
              <a:gd name="connsiteX14-97" fmla="*/ 646430 w 2585764"/>
              <a:gd name="connsiteY14-98" fmla="*/ 1069299 h 2533101"/>
              <a:gd name="connsiteX15-99" fmla="*/ 0 w 2585764"/>
              <a:gd name="connsiteY15-100" fmla="*/ 1069299 h 2533101"/>
              <a:gd name="connsiteX16-101" fmla="*/ 0 w 2585764"/>
              <a:gd name="connsiteY16-102" fmla="*/ 1069300 h 2533101"/>
              <a:gd name="connsiteX0-103" fmla="*/ 0 w 2585764"/>
              <a:gd name="connsiteY0-104" fmla="*/ 1069300 h 2533101"/>
              <a:gd name="connsiteX1-105" fmla="*/ 0 w 2585764"/>
              <a:gd name="connsiteY1-106" fmla="*/ 1069299 h 2533101"/>
              <a:gd name="connsiteX2-107" fmla="*/ 1292905 w 2585764"/>
              <a:gd name="connsiteY2-108" fmla="*/ 0 h 2533101"/>
              <a:gd name="connsiteX3-109" fmla="*/ 1292860 w 2585764"/>
              <a:gd name="connsiteY3-110" fmla="*/ 37 h 2533101"/>
              <a:gd name="connsiteX4-111" fmla="*/ 2585764 w 2585764"/>
              <a:gd name="connsiteY4-112" fmla="*/ 1069336 h 2533101"/>
              <a:gd name="connsiteX5-113" fmla="*/ 2585720 w 2585764"/>
              <a:gd name="connsiteY5-114" fmla="*/ 1069299 h 2533101"/>
              <a:gd name="connsiteX6-115" fmla="*/ 2585720 w 2585764"/>
              <a:gd name="connsiteY6-116" fmla="*/ 1069299 h 2533101"/>
              <a:gd name="connsiteX7-117" fmla="*/ 1939290 w 2585764"/>
              <a:gd name="connsiteY7-118" fmla="*/ 1069299 h 2533101"/>
              <a:gd name="connsiteX8-119" fmla="*/ 1939290 w 2585764"/>
              <a:gd name="connsiteY8-120" fmla="*/ 1069299 h 2533101"/>
              <a:gd name="connsiteX9-121" fmla="*/ 1939290 w 2585764"/>
              <a:gd name="connsiteY9-122" fmla="*/ 2533101 h 2533101"/>
              <a:gd name="connsiteX10-123" fmla="*/ 1939290 w 2585764"/>
              <a:gd name="connsiteY10-124" fmla="*/ 2533052 h 2533101"/>
              <a:gd name="connsiteX11-125" fmla="*/ 646430 w 2585764"/>
              <a:gd name="connsiteY11-126" fmla="*/ 2533052 h 2533101"/>
              <a:gd name="connsiteX12-127" fmla="*/ 646430 w 2585764"/>
              <a:gd name="connsiteY12-128" fmla="*/ 2533052 h 2533101"/>
              <a:gd name="connsiteX13-129" fmla="*/ 646430 w 2585764"/>
              <a:gd name="connsiteY13-130" fmla="*/ 1069250 h 2533101"/>
              <a:gd name="connsiteX14-131" fmla="*/ 646430 w 2585764"/>
              <a:gd name="connsiteY14-132" fmla="*/ 1069299 h 2533101"/>
              <a:gd name="connsiteX15-133" fmla="*/ 0 w 2585764"/>
              <a:gd name="connsiteY15-134" fmla="*/ 1069299 h 2533101"/>
              <a:gd name="connsiteX16-135" fmla="*/ 0 w 2585764"/>
              <a:gd name="connsiteY16-136" fmla="*/ 1069300 h 2533101"/>
              <a:gd name="connsiteX0-137" fmla="*/ 0 w 2585764"/>
              <a:gd name="connsiteY0-138" fmla="*/ 1069300 h 2533101"/>
              <a:gd name="connsiteX1-139" fmla="*/ 0 w 2585764"/>
              <a:gd name="connsiteY1-140" fmla="*/ 1069300 h 2533101"/>
              <a:gd name="connsiteX2-141" fmla="*/ 1292905 w 2585764"/>
              <a:gd name="connsiteY2-142" fmla="*/ 0 h 2533101"/>
              <a:gd name="connsiteX3-143" fmla="*/ 1292860 w 2585764"/>
              <a:gd name="connsiteY3-144" fmla="*/ 37 h 2533101"/>
              <a:gd name="connsiteX4-145" fmla="*/ 2585764 w 2585764"/>
              <a:gd name="connsiteY4-146" fmla="*/ 1069336 h 2533101"/>
              <a:gd name="connsiteX5-147" fmla="*/ 2585720 w 2585764"/>
              <a:gd name="connsiteY5-148" fmla="*/ 1069299 h 2533101"/>
              <a:gd name="connsiteX6-149" fmla="*/ 2585720 w 2585764"/>
              <a:gd name="connsiteY6-150" fmla="*/ 1069299 h 2533101"/>
              <a:gd name="connsiteX7-151" fmla="*/ 1939290 w 2585764"/>
              <a:gd name="connsiteY7-152" fmla="*/ 1069299 h 2533101"/>
              <a:gd name="connsiteX8-153" fmla="*/ 1939290 w 2585764"/>
              <a:gd name="connsiteY8-154" fmla="*/ 1069299 h 2533101"/>
              <a:gd name="connsiteX9-155" fmla="*/ 1939290 w 2585764"/>
              <a:gd name="connsiteY9-156" fmla="*/ 2533101 h 2533101"/>
              <a:gd name="connsiteX10-157" fmla="*/ 1939290 w 2585764"/>
              <a:gd name="connsiteY10-158" fmla="*/ 2533052 h 2533101"/>
              <a:gd name="connsiteX11-159" fmla="*/ 646430 w 2585764"/>
              <a:gd name="connsiteY11-160" fmla="*/ 2533052 h 2533101"/>
              <a:gd name="connsiteX12-161" fmla="*/ 646430 w 2585764"/>
              <a:gd name="connsiteY12-162" fmla="*/ 2533052 h 2533101"/>
              <a:gd name="connsiteX13-163" fmla="*/ 646430 w 2585764"/>
              <a:gd name="connsiteY13-164" fmla="*/ 1069250 h 2533101"/>
              <a:gd name="connsiteX14-165" fmla="*/ 646430 w 2585764"/>
              <a:gd name="connsiteY14-166" fmla="*/ 1069299 h 2533101"/>
              <a:gd name="connsiteX15-167" fmla="*/ 0 w 2585764"/>
              <a:gd name="connsiteY15-168" fmla="*/ 1069299 h 2533101"/>
              <a:gd name="connsiteX16-169" fmla="*/ 0 w 2585764"/>
              <a:gd name="connsiteY16-170" fmla="*/ 1069300 h 2533101"/>
              <a:gd name="connsiteX0-171" fmla="*/ 0 w 2585764"/>
              <a:gd name="connsiteY0-172" fmla="*/ 1069300 h 2533101"/>
              <a:gd name="connsiteX1-173" fmla="*/ 0 w 2585764"/>
              <a:gd name="connsiteY1-174" fmla="*/ 1069300 h 2533101"/>
              <a:gd name="connsiteX2-175" fmla="*/ 1292905 w 2585764"/>
              <a:gd name="connsiteY2-176" fmla="*/ 0 h 2533101"/>
              <a:gd name="connsiteX3-177" fmla="*/ 1292860 w 2585764"/>
              <a:gd name="connsiteY3-178" fmla="*/ 37 h 2533101"/>
              <a:gd name="connsiteX4-179" fmla="*/ 2585764 w 2585764"/>
              <a:gd name="connsiteY4-180" fmla="*/ 1069336 h 2533101"/>
              <a:gd name="connsiteX5-181" fmla="*/ 2585720 w 2585764"/>
              <a:gd name="connsiteY5-182" fmla="*/ 1069299 h 2533101"/>
              <a:gd name="connsiteX6-183" fmla="*/ 2585720 w 2585764"/>
              <a:gd name="connsiteY6-184" fmla="*/ 1069299 h 2533101"/>
              <a:gd name="connsiteX7-185" fmla="*/ 1939290 w 2585764"/>
              <a:gd name="connsiteY7-186" fmla="*/ 1069299 h 2533101"/>
              <a:gd name="connsiteX8-187" fmla="*/ 1939290 w 2585764"/>
              <a:gd name="connsiteY8-188" fmla="*/ 1069299 h 2533101"/>
              <a:gd name="connsiteX9-189" fmla="*/ 1939290 w 2585764"/>
              <a:gd name="connsiteY9-190" fmla="*/ 2533101 h 2533101"/>
              <a:gd name="connsiteX10-191" fmla="*/ 1939290 w 2585764"/>
              <a:gd name="connsiteY10-192" fmla="*/ 2533052 h 2533101"/>
              <a:gd name="connsiteX11-193" fmla="*/ 646430 w 2585764"/>
              <a:gd name="connsiteY11-194" fmla="*/ 2533052 h 2533101"/>
              <a:gd name="connsiteX12-195" fmla="*/ 646430 w 2585764"/>
              <a:gd name="connsiteY12-196" fmla="*/ 2533052 h 2533101"/>
              <a:gd name="connsiteX13-197" fmla="*/ 646430 w 2585764"/>
              <a:gd name="connsiteY13-198" fmla="*/ 1069250 h 2533101"/>
              <a:gd name="connsiteX14-199" fmla="*/ 646430 w 2585764"/>
              <a:gd name="connsiteY14-200" fmla="*/ 1069299 h 2533101"/>
              <a:gd name="connsiteX15-201" fmla="*/ 0 w 2585764"/>
              <a:gd name="connsiteY15-202" fmla="*/ 1069299 h 2533101"/>
              <a:gd name="connsiteX16-203" fmla="*/ 0 w 2585764"/>
              <a:gd name="connsiteY16-204" fmla="*/ 1069300 h 2533101"/>
              <a:gd name="connsiteX0-205" fmla="*/ 0 w 2585764"/>
              <a:gd name="connsiteY0-206" fmla="*/ 1069300 h 2533101"/>
              <a:gd name="connsiteX1-207" fmla="*/ 0 w 2585764"/>
              <a:gd name="connsiteY1-208" fmla="*/ 1069300 h 2533101"/>
              <a:gd name="connsiteX2-209" fmla="*/ 1292905 w 2585764"/>
              <a:gd name="connsiteY2-210" fmla="*/ 0 h 2533101"/>
              <a:gd name="connsiteX3-211" fmla="*/ 1292860 w 2585764"/>
              <a:gd name="connsiteY3-212" fmla="*/ 37 h 2533101"/>
              <a:gd name="connsiteX4-213" fmla="*/ 2585764 w 2585764"/>
              <a:gd name="connsiteY4-214" fmla="*/ 1069336 h 2533101"/>
              <a:gd name="connsiteX5-215" fmla="*/ 2585720 w 2585764"/>
              <a:gd name="connsiteY5-216" fmla="*/ 1069299 h 2533101"/>
              <a:gd name="connsiteX6-217" fmla="*/ 2585720 w 2585764"/>
              <a:gd name="connsiteY6-218" fmla="*/ 1069299 h 2533101"/>
              <a:gd name="connsiteX7-219" fmla="*/ 1939290 w 2585764"/>
              <a:gd name="connsiteY7-220" fmla="*/ 1069299 h 2533101"/>
              <a:gd name="connsiteX8-221" fmla="*/ 1939290 w 2585764"/>
              <a:gd name="connsiteY8-222" fmla="*/ 1069299 h 2533101"/>
              <a:gd name="connsiteX9-223" fmla="*/ 1939290 w 2585764"/>
              <a:gd name="connsiteY9-224" fmla="*/ 2533101 h 2533101"/>
              <a:gd name="connsiteX10-225" fmla="*/ 1939290 w 2585764"/>
              <a:gd name="connsiteY10-226" fmla="*/ 2533052 h 2533101"/>
              <a:gd name="connsiteX11-227" fmla="*/ 646430 w 2585764"/>
              <a:gd name="connsiteY11-228" fmla="*/ 2533052 h 2533101"/>
              <a:gd name="connsiteX12-229" fmla="*/ 646430 w 2585764"/>
              <a:gd name="connsiteY12-230" fmla="*/ 2533052 h 2533101"/>
              <a:gd name="connsiteX13-231" fmla="*/ 646430 w 2585764"/>
              <a:gd name="connsiteY13-232" fmla="*/ 1069250 h 2533101"/>
              <a:gd name="connsiteX14-233" fmla="*/ 646430 w 2585764"/>
              <a:gd name="connsiteY14-234" fmla="*/ 1069299 h 2533101"/>
              <a:gd name="connsiteX15-235" fmla="*/ 0 w 2585764"/>
              <a:gd name="connsiteY15-236" fmla="*/ 1069299 h 2533101"/>
              <a:gd name="connsiteX16-237" fmla="*/ 0 w 2585764"/>
              <a:gd name="connsiteY16-238" fmla="*/ 1069300 h 2533101"/>
              <a:gd name="connsiteX0-239" fmla="*/ 0 w 2585764"/>
              <a:gd name="connsiteY0-240" fmla="*/ 1069299 h 2533100"/>
              <a:gd name="connsiteX1-241" fmla="*/ 0 w 2585764"/>
              <a:gd name="connsiteY1-242" fmla="*/ 1069299 h 2533100"/>
              <a:gd name="connsiteX2-243" fmla="*/ 1292905 w 2585764"/>
              <a:gd name="connsiteY2-244" fmla="*/ 0 h 2533100"/>
              <a:gd name="connsiteX3-245" fmla="*/ 1292860 w 2585764"/>
              <a:gd name="connsiteY3-246" fmla="*/ 36 h 2533100"/>
              <a:gd name="connsiteX4-247" fmla="*/ 2585764 w 2585764"/>
              <a:gd name="connsiteY4-248" fmla="*/ 1069335 h 2533100"/>
              <a:gd name="connsiteX5-249" fmla="*/ 2585720 w 2585764"/>
              <a:gd name="connsiteY5-250" fmla="*/ 1069298 h 2533100"/>
              <a:gd name="connsiteX6-251" fmla="*/ 2585720 w 2585764"/>
              <a:gd name="connsiteY6-252" fmla="*/ 1069298 h 2533100"/>
              <a:gd name="connsiteX7-253" fmla="*/ 1939290 w 2585764"/>
              <a:gd name="connsiteY7-254" fmla="*/ 1069298 h 2533100"/>
              <a:gd name="connsiteX8-255" fmla="*/ 1939290 w 2585764"/>
              <a:gd name="connsiteY8-256" fmla="*/ 1069298 h 2533100"/>
              <a:gd name="connsiteX9-257" fmla="*/ 1939290 w 2585764"/>
              <a:gd name="connsiteY9-258" fmla="*/ 2533100 h 2533100"/>
              <a:gd name="connsiteX10-259" fmla="*/ 1939290 w 2585764"/>
              <a:gd name="connsiteY10-260" fmla="*/ 2533051 h 2533100"/>
              <a:gd name="connsiteX11-261" fmla="*/ 646430 w 2585764"/>
              <a:gd name="connsiteY11-262" fmla="*/ 2533051 h 2533100"/>
              <a:gd name="connsiteX12-263" fmla="*/ 646430 w 2585764"/>
              <a:gd name="connsiteY12-264" fmla="*/ 2533051 h 2533100"/>
              <a:gd name="connsiteX13-265" fmla="*/ 646430 w 2585764"/>
              <a:gd name="connsiteY13-266" fmla="*/ 1069249 h 2533100"/>
              <a:gd name="connsiteX14-267" fmla="*/ 646430 w 2585764"/>
              <a:gd name="connsiteY14-268" fmla="*/ 1069298 h 2533100"/>
              <a:gd name="connsiteX15-269" fmla="*/ 0 w 2585764"/>
              <a:gd name="connsiteY15-270" fmla="*/ 1069298 h 2533100"/>
              <a:gd name="connsiteX16-271" fmla="*/ 0 w 2585764"/>
              <a:gd name="connsiteY16-272" fmla="*/ 1069299 h 2533100"/>
              <a:gd name="connsiteX0-273" fmla="*/ 0 w 2585764"/>
              <a:gd name="connsiteY0-274" fmla="*/ 1069299 h 2533100"/>
              <a:gd name="connsiteX1-275" fmla="*/ 0 w 2585764"/>
              <a:gd name="connsiteY1-276" fmla="*/ 1069299 h 2533100"/>
              <a:gd name="connsiteX2-277" fmla="*/ 1292905 w 2585764"/>
              <a:gd name="connsiteY2-278" fmla="*/ 0 h 2533100"/>
              <a:gd name="connsiteX3-279" fmla="*/ 1292860 w 2585764"/>
              <a:gd name="connsiteY3-280" fmla="*/ 36 h 2533100"/>
              <a:gd name="connsiteX4-281" fmla="*/ 2585764 w 2585764"/>
              <a:gd name="connsiteY4-282" fmla="*/ 1069335 h 2533100"/>
              <a:gd name="connsiteX5-283" fmla="*/ 2585720 w 2585764"/>
              <a:gd name="connsiteY5-284" fmla="*/ 1069298 h 2533100"/>
              <a:gd name="connsiteX6-285" fmla="*/ 2585720 w 2585764"/>
              <a:gd name="connsiteY6-286" fmla="*/ 1069298 h 2533100"/>
              <a:gd name="connsiteX7-287" fmla="*/ 1939290 w 2585764"/>
              <a:gd name="connsiteY7-288" fmla="*/ 1069298 h 2533100"/>
              <a:gd name="connsiteX8-289" fmla="*/ 1939290 w 2585764"/>
              <a:gd name="connsiteY8-290" fmla="*/ 1069298 h 2533100"/>
              <a:gd name="connsiteX9-291" fmla="*/ 1939290 w 2585764"/>
              <a:gd name="connsiteY9-292" fmla="*/ 2533100 h 2533100"/>
              <a:gd name="connsiteX10-293" fmla="*/ 1939290 w 2585764"/>
              <a:gd name="connsiteY10-294" fmla="*/ 2533051 h 2533100"/>
              <a:gd name="connsiteX11-295" fmla="*/ 646430 w 2585764"/>
              <a:gd name="connsiteY11-296" fmla="*/ 2533051 h 2533100"/>
              <a:gd name="connsiteX12-297" fmla="*/ 646430 w 2585764"/>
              <a:gd name="connsiteY12-298" fmla="*/ 2533051 h 2533100"/>
              <a:gd name="connsiteX13-299" fmla="*/ 646430 w 2585764"/>
              <a:gd name="connsiteY13-300" fmla="*/ 1069249 h 2533100"/>
              <a:gd name="connsiteX14-301" fmla="*/ 646430 w 2585764"/>
              <a:gd name="connsiteY14-302" fmla="*/ 1069298 h 2533100"/>
              <a:gd name="connsiteX15-303" fmla="*/ 0 w 2585764"/>
              <a:gd name="connsiteY15-304" fmla="*/ 1069298 h 2533100"/>
              <a:gd name="connsiteX16-305" fmla="*/ 0 w 2585764"/>
              <a:gd name="connsiteY16-306" fmla="*/ 1069299 h 2533100"/>
              <a:gd name="connsiteX0-307" fmla="*/ 0 w 2585764"/>
              <a:gd name="connsiteY0-308" fmla="*/ 1069299 h 2533100"/>
              <a:gd name="connsiteX1-309" fmla="*/ 0 w 2585764"/>
              <a:gd name="connsiteY1-310" fmla="*/ 1069299 h 2533100"/>
              <a:gd name="connsiteX2-311" fmla="*/ 1292905 w 2585764"/>
              <a:gd name="connsiteY2-312" fmla="*/ 0 h 2533100"/>
              <a:gd name="connsiteX3-313" fmla="*/ 1292860 w 2585764"/>
              <a:gd name="connsiteY3-314" fmla="*/ 36 h 2533100"/>
              <a:gd name="connsiteX4-315" fmla="*/ 2585764 w 2585764"/>
              <a:gd name="connsiteY4-316" fmla="*/ 1069335 h 2533100"/>
              <a:gd name="connsiteX5-317" fmla="*/ 2585720 w 2585764"/>
              <a:gd name="connsiteY5-318" fmla="*/ 1069298 h 2533100"/>
              <a:gd name="connsiteX6-319" fmla="*/ 2585720 w 2585764"/>
              <a:gd name="connsiteY6-320" fmla="*/ 1069298 h 2533100"/>
              <a:gd name="connsiteX7-321" fmla="*/ 1939290 w 2585764"/>
              <a:gd name="connsiteY7-322" fmla="*/ 1069298 h 2533100"/>
              <a:gd name="connsiteX8-323" fmla="*/ 1939290 w 2585764"/>
              <a:gd name="connsiteY8-324" fmla="*/ 1069298 h 2533100"/>
              <a:gd name="connsiteX9-325" fmla="*/ 1939290 w 2585764"/>
              <a:gd name="connsiteY9-326" fmla="*/ 2533100 h 2533100"/>
              <a:gd name="connsiteX10-327" fmla="*/ 1939290 w 2585764"/>
              <a:gd name="connsiteY10-328" fmla="*/ 2533051 h 2533100"/>
              <a:gd name="connsiteX11-329" fmla="*/ 646430 w 2585764"/>
              <a:gd name="connsiteY11-330" fmla="*/ 2533051 h 2533100"/>
              <a:gd name="connsiteX12-331" fmla="*/ 646430 w 2585764"/>
              <a:gd name="connsiteY12-332" fmla="*/ 2533051 h 2533100"/>
              <a:gd name="connsiteX13-333" fmla="*/ 646430 w 2585764"/>
              <a:gd name="connsiteY13-334" fmla="*/ 1069249 h 2533100"/>
              <a:gd name="connsiteX14-335" fmla="*/ 646430 w 2585764"/>
              <a:gd name="connsiteY14-336" fmla="*/ 1069298 h 2533100"/>
              <a:gd name="connsiteX15-337" fmla="*/ 0 w 2585764"/>
              <a:gd name="connsiteY15-338" fmla="*/ 1069298 h 2533100"/>
              <a:gd name="connsiteX16-339" fmla="*/ 0 w 2585764"/>
              <a:gd name="connsiteY16-340" fmla="*/ 1069299 h 2533100"/>
              <a:gd name="connsiteX0-341" fmla="*/ 0 w 2585764"/>
              <a:gd name="connsiteY0-342" fmla="*/ 1069299 h 2533100"/>
              <a:gd name="connsiteX1-343" fmla="*/ 0 w 2585764"/>
              <a:gd name="connsiteY1-344" fmla="*/ 1069299 h 2533100"/>
              <a:gd name="connsiteX2-345" fmla="*/ 1292905 w 2585764"/>
              <a:gd name="connsiteY2-346" fmla="*/ 0 h 2533100"/>
              <a:gd name="connsiteX3-347" fmla="*/ 1292860 w 2585764"/>
              <a:gd name="connsiteY3-348" fmla="*/ 36 h 2533100"/>
              <a:gd name="connsiteX4-349" fmla="*/ 2585764 w 2585764"/>
              <a:gd name="connsiteY4-350" fmla="*/ 1069335 h 2533100"/>
              <a:gd name="connsiteX5-351" fmla="*/ 2585720 w 2585764"/>
              <a:gd name="connsiteY5-352" fmla="*/ 1069298 h 2533100"/>
              <a:gd name="connsiteX6-353" fmla="*/ 2585720 w 2585764"/>
              <a:gd name="connsiteY6-354" fmla="*/ 1069298 h 2533100"/>
              <a:gd name="connsiteX7-355" fmla="*/ 1939290 w 2585764"/>
              <a:gd name="connsiteY7-356" fmla="*/ 1069298 h 2533100"/>
              <a:gd name="connsiteX8-357" fmla="*/ 1939290 w 2585764"/>
              <a:gd name="connsiteY8-358" fmla="*/ 1069298 h 2533100"/>
              <a:gd name="connsiteX9-359" fmla="*/ 1939290 w 2585764"/>
              <a:gd name="connsiteY9-360" fmla="*/ 2533100 h 2533100"/>
              <a:gd name="connsiteX10-361" fmla="*/ 1939290 w 2585764"/>
              <a:gd name="connsiteY10-362" fmla="*/ 2533051 h 2533100"/>
              <a:gd name="connsiteX11-363" fmla="*/ 646430 w 2585764"/>
              <a:gd name="connsiteY11-364" fmla="*/ 2533051 h 2533100"/>
              <a:gd name="connsiteX12-365" fmla="*/ 646430 w 2585764"/>
              <a:gd name="connsiteY12-366" fmla="*/ 2533051 h 2533100"/>
              <a:gd name="connsiteX13-367" fmla="*/ 646430 w 2585764"/>
              <a:gd name="connsiteY13-368" fmla="*/ 1069249 h 2533100"/>
              <a:gd name="connsiteX14-369" fmla="*/ 646430 w 2585764"/>
              <a:gd name="connsiteY14-370" fmla="*/ 1069298 h 2533100"/>
              <a:gd name="connsiteX15-371" fmla="*/ 0 w 2585764"/>
              <a:gd name="connsiteY15-372" fmla="*/ 1069298 h 2533100"/>
              <a:gd name="connsiteX16-373" fmla="*/ 0 w 2585764"/>
              <a:gd name="connsiteY16-374" fmla="*/ 1069299 h 2533100"/>
              <a:gd name="connsiteX0-375" fmla="*/ 0 w 2585764"/>
              <a:gd name="connsiteY0-376" fmla="*/ 1069299 h 2533100"/>
              <a:gd name="connsiteX1-377" fmla="*/ 0 w 2585764"/>
              <a:gd name="connsiteY1-378" fmla="*/ 1069299 h 2533100"/>
              <a:gd name="connsiteX2-379" fmla="*/ 1292905 w 2585764"/>
              <a:gd name="connsiteY2-380" fmla="*/ 0 h 2533100"/>
              <a:gd name="connsiteX3-381" fmla="*/ 1292860 w 2585764"/>
              <a:gd name="connsiteY3-382" fmla="*/ 36 h 2533100"/>
              <a:gd name="connsiteX4-383" fmla="*/ 2585764 w 2585764"/>
              <a:gd name="connsiteY4-384" fmla="*/ 1069335 h 2533100"/>
              <a:gd name="connsiteX5-385" fmla="*/ 2585720 w 2585764"/>
              <a:gd name="connsiteY5-386" fmla="*/ 1069298 h 2533100"/>
              <a:gd name="connsiteX6-387" fmla="*/ 2585720 w 2585764"/>
              <a:gd name="connsiteY6-388" fmla="*/ 1069298 h 2533100"/>
              <a:gd name="connsiteX7-389" fmla="*/ 1939290 w 2585764"/>
              <a:gd name="connsiteY7-390" fmla="*/ 1069298 h 2533100"/>
              <a:gd name="connsiteX8-391" fmla="*/ 1939290 w 2585764"/>
              <a:gd name="connsiteY8-392" fmla="*/ 1069298 h 2533100"/>
              <a:gd name="connsiteX9-393" fmla="*/ 1939290 w 2585764"/>
              <a:gd name="connsiteY9-394" fmla="*/ 2533100 h 2533100"/>
              <a:gd name="connsiteX10-395" fmla="*/ 1939290 w 2585764"/>
              <a:gd name="connsiteY10-396" fmla="*/ 2533051 h 2533100"/>
              <a:gd name="connsiteX11-397" fmla="*/ 646430 w 2585764"/>
              <a:gd name="connsiteY11-398" fmla="*/ 2533051 h 2533100"/>
              <a:gd name="connsiteX12-399" fmla="*/ 646430 w 2585764"/>
              <a:gd name="connsiteY12-400" fmla="*/ 2533051 h 2533100"/>
              <a:gd name="connsiteX13-401" fmla="*/ 646430 w 2585764"/>
              <a:gd name="connsiteY13-402" fmla="*/ 1069249 h 2533100"/>
              <a:gd name="connsiteX14-403" fmla="*/ 646430 w 2585764"/>
              <a:gd name="connsiteY14-404" fmla="*/ 1069298 h 2533100"/>
              <a:gd name="connsiteX15-405" fmla="*/ 0 w 2585764"/>
              <a:gd name="connsiteY15-406" fmla="*/ 1069298 h 2533100"/>
              <a:gd name="connsiteX16-407" fmla="*/ 0 w 2585764"/>
              <a:gd name="connsiteY16-408" fmla="*/ 1069299 h 2533100"/>
              <a:gd name="connsiteX0-409" fmla="*/ 0 w 2585764"/>
              <a:gd name="connsiteY0-410" fmla="*/ 1069299 h 2533100"/>
              <a:gd name="connsiteX1-411" fmla="*/ 0 w 2585764"/>
              <a:gd name="connsiteY1-412" fmla="*/ 1069299 h 2533100"/>
              <a:gd name="connsiteX2-413" fmla="*/ 1292905 w 2585764"/>
              <a:gd name="connsiteY2-414" fmla="*/ 0 h 2533100"/>
              <a:gd name="connsiteX3-415" fmla="*/ 1292860 w 2585764"/>
              <a:gd name="connsiteY3-416" fmla="*/ 36 h 2533100"/>
              <a:gd name="connsiteX4-417" fmla="*/ 2585764 w 2585764"/>
              <a:gd name="connsiteY4-418" fmla="*/ 1069335 h 2533100"/>
              <a:gd name="connsiteX5-419" fmla="*/ 2585720 w 2585764"/>
              <a:gd name="connsiteY5-420" fmla="*/ 1069298 h 2533100"/>
              <a:gd name="connsiteX6-421" fmla="*/ 2585720 w 2585764"/>
              <a:gd name="connsiteY6-422" fmla="*/ 1069298 h 2533100"/>
              <a:gd name="connsiteX7-423" fmla="*/ 1939290 w 2585764"/>
              <a:gd name="connsiteY7-424" fmla="*/ 1069298 h 2533100"/>
              <a:gd name="connsiteX8-425" fmla="*/ 1939290 w 2585764"/>
              <a:gd name="connsiteY8-426" fmla="*/ 1069298 h 2533100"/>
              <a:gd name="connsiteX9-427" fmla="*/ 1939290 w 2585764"/>
              <a:gd name="connsiteY9-428" fmla="*/ 2533100 h 2533100"/>
              <a:gd name="connsiteX10-429" fmla="*/ 1939290 w 2585764"/>
              <a:gd name="connsiteY10-430" fmla="*/ 2533051 h 2533100"/>
              <a:gd name="connsiteX11-431" fmla="*/ 646430 w 2585764"/>
              <a:gd name="connsiteY11-432" fmla="*/ 2533051 h 2533100"/>
              <a:gd name="connsiteX12-433" fmla="*/ 646430 w 2585764"/>
              <a:gd name="connsiteY12-434" fmla="*/ 2533051 h 2533100"/>
              <a:gd name="connsiteX13-435" fmla="*/ 646430 w 2585764"/>
              <a:gd name="connsiteY13-436" fmla="*/ 1069249 h 2533100"/>
              <a:gd name="connsiteX14-437" fmla="*/ 646430 w 2585764"/>
              <a:gd name="connsiteY14-438" fmla="*/ 1069298 h 2533100"/>
              <a:gd name="connsiteX15-439" fmla="*/ 0 w 2585764"/>
              <a:gd name="connsiteY15-440" fmla="*/ 1069298 h 2533100"/>
              <a:gd name="connsiteX16-441" fmla="*/ 0 w 2585764"/>
              <a:gd name="connsiteY16-442" fmla="*/ 1069299 h 2533100"/>
              <a:gd name="connsiteX0-443" fmla="*/ 0 w 2585764"/>
              <a:gd name="connsiteY0-444" fmla="*/ 1069299 h 2533100"/>
              <a:gd name="connsiteX1-445" fmla="*/ 0 w 2585764"/>
              <a:gd name="connsiteY1-446" fmla="*/ 1069299 h 2533100"/>
              <a:gd name="connsiteX2-447" fmla="*/ 1292905 w 2585764"/>
              <a:gd name="connsiteY2-448" fmla="*/ 0 h 2533100"/>
              <a:gd name="connsiteX3-449" fmla="*/ 1292860 w 2585764"/>
              <a:gd name="connsiteY3-450" fmla="*/ 36 h 2533100"/>
              <a:gd name="connsiteX4-451" fmla="*/ 2585764 w 2585764"/>
              <a:gd name="connsiteY4-452" fmla="*/ 1069335 h 2533100"/>
              <a:gd name="connsiteX5-453" fmla="*/ 2585720 w 2585764"/>
              <a:gd name="connsiteY5-454" fmla="*/ 1069298 h 2533100"/>
              <a:gd name="connsiteX6-455" fmla="*/ 2585720 w 2585764"/>
              <a:gd name="connsiteY6-456" fmla="*/ 1069298 h 2533100"/>
              <a:gd name="connsiteX7-457" fmla="*/ 1939290 w 2585764"/>
              <a:gd name="connsiteY7-458" fmla="*/ 1069298 h 2533100"/>
              <a:gd name="connsiteX8-459" fmla="*/ 1939290 w 2585764"/>
              <a:gd name="connsiteY8-460" fmla="*/ 1069298 h 2533100"/>
              <a:gd name="connsiteX9-461" fmla="*/ 1939290 w 2585764"/>
              <a:gd name="connsiteY9-462" fmla="*/ 2533100 h 2533100"/>
              <a:gd name="connsiteX10-463" fmla="*/ 1939290 w 2585764"/>
              <a:gd name="connsiteY10-464" fmla="*/ 2533051 h 2533100"/>
              <a:gd name="connsiteX11-465" fmla="*/ 646430 w 2585764"/>
              <a:gd name="connsiteY11-466" fmla="*/ 2533051 h 2533100"/>
              <a:gd name="connsiteX12-467" fmla="*/ 646430 w 2585764"/>
              <a:gd name="connsiteY12-468" fmla="*/ 2533051 h 2533100"/>
              <a:gd name="connsiteX13-469" fmla="*/ 646430 w 2585764"/>
              <a:gd name="connsiteY13-470" fmla="*/ 1069249 h 2533100"/>
              <a:gd name="connsiteX14-471" fmla="*/ 646430 w 2585764"/>
              <a:gd name="connsiteY14-472" fmla="*/ 1069298 h 2533100"/>
              <a:gd name="connsiteX15-473" fmla="*/ 0 w 2585764"/>
              <a:gd name="connsiteY15-474" fmla="*/ 1069298 h 2533100"/>
              <a:gd name="connsiteX16-475" fmla="*/ 0 w 2585764"/>
              <a:gd name="connsiteY16-476" fmla="*/ 1069299 h 2533100"/>
              <a:gd name="connsiteX0-477" fmla="*/ 0 w 2585764"/>
              <a:gd name="connsiteY0-478" fmla="*/ 1069299 h 2533100"/>
              <a:gd name="connsiteX1-479" fmla="*/ 0 w 2585764"/>
              <a:gd name="connsiteY1-480" fmla="*/ 1069299 h 2533100"/>
              <a:gd name="connsiteX2-481" fmla="*/ 1292905 w 2585764"/>
              <a:gd name="connsiteY2-482" fmla="*/ 0 h 2533100"/>
              <a:gd name="connsiteX3-483" fmla="*/ 1292860 w 2585764"/>
              <a:gd name="connsiteY3-484" fmla="*/ 36 h 2533100"/>
              <a:gd name="connsiteX4-485" fmla="*/ 2585764 w 2585764"/>
              <a:gd name="connsiteY4-486" fmla="*/ 1069335 h 2533100"/>
              <a:gd name="connsiteX5-487" fmla="*/ 2585720 w 2585764"/>
              <a:gd name="connsiteY5-488" fmla="*/ 1069298 h 2533100"/>
              <a:gd name="connsiteX6-489" fmla="*/ 2585720 w 2585764"/>
              <a:gd name="connsiteY6-490" fmla="*/ 1069298 h 2533100"/>
              <a:gd name="connsiteX7-491" fmla="*/ 1939290 w 2585764"/>
              <a:gd name="connsiteY7-492" fmla="*/ 1069298 h 2533100"/>
              <a:gd name="connsiteX8-493" fmla="*/ 1939290 w 2585764"/>
              <a:gd name="connsiteY8-494" fmla="*/ 1069298 h 2533100"/>
              <a:gd name="connsiteX9-495" fmla="*/ 1939290 w 2585764"/>
              <a:gd name="connsiteY9-496" fmla="*/ 2533100 h 2533100"/>
              <a:gd name="connsiteX10-497" fmla="*/ 1939290 w 2585764"/>
              <a:gd name="connsiteY10-498" fmla="*/ 2533051 h 2533100"/>
              <a:gd name="connsiteX11-499" fmla="*/ 646430 w 2585764"/>
              <a:gd name="connsiteY11-500" fmla="*/ 2533051 h 2533100"/>
              <a:gd name="connsiteX12-501" fmla="*/ 646430 w 2585764"/>
              <a:gd name="connsiteY12-502" fmla="*/ 2533051 h 2533100"/>
              <a:gd name="connsiteX13-503" fmla="*/ 646430 w 2585764"/>
              <a:gd name="connsiteY13-504" fmla="*/ 1069249 h 2533100"/>
              <a:gd name="connsiteX14-505" fmla="*/ 646430 w 2585764"/>
              <a:gd name="connsiteY14-506" fmla="*/ 1069298 h 2533100"/>
              <a:gd name="connsiteX15-507" fmla="*/ 0 w 2585764"/>
              <a:gd name="connsiteY15-508" fmla="*/ 1069298 h 2533100"/>
              <a:gd name="connsiteX16-509" fmla="*/ 0 w 2585764"/>
              <a:gd name="connsiteY16-510" fmla="*/ 1069299 h 2533100"/>
              <a:gd name="connsiteX0-511" fmla="*/ 0 w 2585764"/>
              <a:gd name="connsiteY0-512" fmla="*/ 1069299 h 2533100"/>
              <a:gd name="connsiteX1-513" fmla="*/ 0 w 2585764"/>
              <a:gd name="connsiteY1-514" fmla="*/ 1069299 h 2533100"/>
              <a:gd name="connsiteX2-515" fmla="*/ 1292905 w 2585764"/>
              <a:gd name="connsiteY2-516" fmla="*/ 0 h 2533100"/>
              <a:gd name="connsiteX3-517" fmla="*/ 1292860 w 2585764"/>
              <a:gd name="connsiteY3-518" fmla="*/ 36 h 2533100"/>
              <a:gd name="connsiteX4-519" fmla="*/ 2585764 w 2585764"/>
              <a:gd name="connsiteY4-520" fmla="*/ 1069335 h 2533100"/>
              <a:gd name="connsiteX5-521" fmla="*/ 2585720 w 2585764"/>
              <a:gd name="connsiteY5-522" fmla="*/ 1069298 h 2533100"/>
              <a:gd name="connsiteX6-523" fmla="*/ 2585720 w 2585764"/>
              <a:gd name="connsiteY6-524" fmla="*/ 1069298 h 2533100"/>
              <a:gd name="connsiteX7-525" fmla="*/ 1939290 w 2585764"/>
              <a:gd name="connsiteY7-526" fmla="*/ 1069298 h 2533100"/>
              <a:gd name="connsiteX8-527" fmla="*/ 1939290 w 2585764"/>
              <a:gd name="connsiteY8-528" fmla="*/ 1069298 h 2533100"/>
              <a:gd name="connsiteX9-529" fmla="*/ 1939290 w 2585764"/>
              <a:gd name="connsiteY9-530" fmla="*/ 2533100 h 2533100"/>
              <a:gd name="connsiteX10-531" fmla="*/ 1939290 w 2585764"/>
              <a:gd name="connsiteY10-532" fmla="*/ 2533051 h 2533100"/>
              <a:gd name="connsiteX11-533" fmla="*/ 646430 w 2585764"/>
              <a:gd name="connsiteY11-534" fmla="*/ 2533051 h 2533100"/>
              <a:gd name="connsiteX12-535" fmla="*/ 646430 w 2585764"/>
              <a:gd name="connsiteY12-536" fmla="*/ 2533051 h 2533100"/>
              <a:gd name="connsiteX13-537" fmla="*/ 646430 w 2585764"/>
              <a:gd name="connsiteY13-538" fmla="*/ 1069249 h 2533100"/>
              <a:gd name="connsiteX14-539" fmla="*/ 646430 w 2585764"/>
              <a:gd name="connsiteY14-540" fmla="*/ 1069298 h 2533100"/>
              <a:gd name="connsiteX15-541" fmla="*/ 0 w 2585764"/>
              <a:gd name="connsiteY15-542" fmla="*/ 1069298 h 2533100"/>
              <a:gd name="connsiteX16-543" fmla="*/ 0 w 2585764"/>
              <a:gd name="connsiteY16-544" fmla="*/ 1069299 h 2533100"/>
              <a:gd name="connsiteX0-545" fmla="*/ 0 w 2585764"/>
              <a:gd name="connsiteY0-546" fmla="*/ 1069299 h 2533100"/>
              <a:gd name="connsiteX1-547" fmla="*/ 0 w 2585764"/>
              <a:gd name="connsiteY1-548" fmla="*/ 1069299 h 2533100"/>
              <a:gd name="connsiteX2-549" fmla="*/ 1292905 w 2585764"/>
              <a:gd name="connsiteY2-550" fmla="*/ 0 h 2533100"/>
              <a:gd name="connsiteX3-551" fmla="*/ 1292860 w 2585764"/>
              <a:gd name="connsiteY3-552" fmla="*/ 36 h 2533100"/>
              <a:gd name="connsiteX4-553" fmla="*/ 2585764 w 2585764"/>
              <a:gd name="connsiteY4-554" fmla="*/ 1069335 h 2533100"/>
              <a:gd name="connsiteX5-555" fmla="*/ 2585720 w 2585764"/>
              <a:gd name="connsiteY5-556" fmla="*/ 1069298 h 2533100"/>
              <a:gd name="connsiteX6-557" fmla="*/ 2585720 w 2585764"/>
              <a:gd name="connsiteY6-558" fmla="*/ 1069298 h 2533100"/>
              <a:gd name="connsiteX7-559" fmla="*/ 1939290 w 2585764"/>
              <a:gd name="connsiteY7-560" fmla="*/ 1069298 h 2533100"/>
              <a:gd name="connsiteX8-561" fmla="*/ 1939290 w 2585764"/>
              <a:gd name="connsiteY8-562" fmla="*/ 1069298 h 2533100"/>
              <a:gd name="connsiteX9-563" fmla="*/ 1939290 w 2585764"/>
              <a:gd name="connsiteY9-564" fmla="*/ 2533100 h 2533100"/>
              <a:gd name="connsiteX10-565" fmla="*/ 1939290 w 2585764"/>
              <a:gd name="connsiteY10-566" fmla="*/ 2533051 h 2533100"/>
              <a:gd name="connsiteX11-567" fmla="*/ 646430 w 2585764"/>
              <a:gd name="connsiteY11-568" fmla="*/ 2533051 h 2533100"/>
              <a:gd name="connsiteX12-569" fmla="*/ 646430 w 2585764"/>
              <a:gd name="connsiteY12-570" fmla="*/ 2533051 h 2533100"/>
              <a:gd name="connsiteX13-571" fmla="*/ 646430 w 2585764"/>
              <a:gd name="connsiteY13-572" fmla="*/ 1069249 h 2533100"/>
              <a:gd name="connsiteX14-573" fmla="*/ 646430 w 2585764"/>
              <a:gd name="connsiteY14-574" fmla="*/ 1069298 h 2533100"/>
              <a:gd name="connsiteX15-575" fmla="*/ 0 w 2585764"/>
              <a:gd name="connsiteY15-576" fmla="*/ 1069298 h 2533100"/>
              <a:gd name="connsiteX16-577" fmla="*/ 0 w 2585764"/>
              <a:gd name="connsiteY16-578" fmla="*/ 1069299 h 2533100"/>
              <a:gd name="connsiteX0-579" fmla="*/ 0 w 2585764"/>
              <a:gd name="connsiteY0-580" fmla="*/ 1069299 h 2533100"/>
              <a:gd name="connsiteX1-581" fmla="*/ 0 w 2585764"/>
              <a:gd name="connsiteY1-582" fmla="*/ 1069299 h 2533100"/>
              <a:gd name="connsiteX2-583" fmla="*/ 1292905 w 2585764"/>
              <a:gd name="connsiteY2-584" fmla="*/ 0 h 2533100"/>
              <a:gd name="connsiteX3-585" fmla="*/ 1292860 w 2585764"/>
              <a:gd name="connsiteY3-586" fmla="*/ 36 h 2533100"/>
              <a:gd name="connsiteX4-587" fmla="*/ 2585764 w 2585764"/>
              <a:gd name="connsiteY4-588" fmla="*/ 1069335 h 2533100"/>
              <a:gd name="connsiteX5-589" fmla="*/ 2585720 w 2585764"/>
              <a:gd name="connsiteY5-590" fmla="*/ 1069298 h 2533100"/>
              <a:gd name="connsiteX6-591" fmla="*/ 2585720 w 2585764"/>
              <a:gd name="connsiteY6-592" fmla="*/ 1069298 h 2533100"/>
              <a:gd name="connsiteX7-593" fmla="*/ 1939290 w 2585764"/>
              <a:gd name="connsiteY7-594" fmla="*/ 1069298 h 2533100"/>
              <a:gd name="connsiteX8-595" fmla="*/ 1939290 w 2585764"/>
              <a:gd name="connsiteY8-596" fmla="*/ 1069298 h 2533100"/>
              <a:gd name="connsiteX9-597" fmla="*/ 1939290 w 2585764"/>
              <a:gd name="connsiteY9-598" fmla="*/ 2533100 h 2533100"/>
              <a:gd name="connsiteX10-599" fmla="*/ 1939290 w 2585764"/>
              <a:gd name="connsiteY10-600" fmla="*/ 2533051 h 2533100"/>
              <a:gd name="connsiteX11-601" fmla="*/ 646430 w 2585764"/>
              <a:gd name="connsiteY11-602" fmla="*/ 2533051 h 2533100"/>
              <a:gd name="connsiteX12-603" fmla="*/ 646430 w 2585764"/>
              <a:gd name="connsiteY12-604" fmla="*/ 2533051 h 2533100"/>
              <a:gd name="connsiteX13-605" fmla="*/ 646430 w 2585764"/>
              <a:gd name="connsiteY13-606" fmla="*/ 1069249 h 2533100"/>
              <a:gd name="connsiteX14-607" fmla="*/ 646430 w 2585764"/>
              <a:gd name="connsiteY14-608" fmla="*/ 1069298 h 2533100"/>
              <a:gd name="connsiteX15-609" fmla="*/ 0 w 2585764"/>
              <a:gd name="connsiteY15-610" fmla="*/ 1069298 h 2533100"/>
              <a:gd name="connsiteX16-611" fmla="*/ 0 w 2585764"/>
              <a:gd name="connsiteY16-612" fmla="*/ 1069299 h 2533100"/>
              <a:gd name="connsiteX0-613" fmla="*/ 0 w 2585764"/>
              <a:gd name="connsiteY0-614" fmla="*/ 1069299 h 2533100"/>
              <a:gd name="connsiteX1-615" fmla="*/ 0 w 2585764"/>
              <a:gd name="connsiteY1-616" fmla="*/ 1069299 h 2533100"/>
              <a:gd name="connsiteX2-617" fmla="*/ 1292905 w 2585764"/>
              <a:gd name="connsiteY2-618" fmla="*/ 0 h 2533100"/>
              <a:gd name="connsiteX3-619" fmla="*/ 1292860 w 2585764"/>
              <a:gd name="connsiteY3-620" fmla="*/ 36 h 2533100"/>
              <a:gd name="connsiteX4-621" fmla="*/ 2585764 w 2585764"/>
              <a:gd name="connsiteY4-622" fmla="*/ 1069335 h 2533100"/>
              <a:gd name="connsiteX5-623" fmla="*/ 2585720 w 2585764"/>
              <a:gd name="connsiteY5-624" fmla="*/ 1069298 h 2533100"/>
              <a:gd name="connsiteX6-625" fmla="*/ 2585720 w 2585764"/>
              <a:gd name="connsiteY6-626" fmla="*/ 1069298 h 2533100"/>
              <a:gd name="connsiteX7-627" fmla="*/ 1939290 w 2585764"/>
              <a:gd name="connsiteY7-628" fmla="*/ 1069298 h 2533100"/>
              <a:gd name="connsiteX8-629" fmla="*/ 1939290 w 2585764"/>
              <a:gd name="connsiteY8-630" fmla="*/ 1069298 h 2533100"/>
              <a:gd name="connsiteX9-631" fmla="*/ 1939290 w 2585764"/>
              <a:gd name="connsiteY9-632" fmla="*/ 2533100 h 2533100"/>
              <a:gd name="connsiteX10-633" fmla="*/ 1939290 w 2585764"/>
              <a:gd name="connsiteY10-634" fmla="*/ 2533051 h 2533100"/>
              <a:gd name="connsiteX11-635" fmla="*/ 646430 w 2585764"/>
              <a:gd name="connsiteY11-636" fmla="*/ 2533051 h 2533100"/>
              <a:gd name="connsiteX12-637" fmla="*/ 646430 w 2585764"/>
              <a:gd name="connsiteY12-638" fmla="*/ 2533051 h 2533100"/>
              <a:gd name="connsiteX13-639" fmla="*/ 646430 w 2585764"/>
              <a:gd name="connsiteY13-640" fmla="*/ 1069249 h 2533100"/>
              <a:gd name="connsiteX14-641" fmla="*/ 646430 w 2585764"/>
              <a:gd name="connsiteY14-642" fmla="*/ 1069298 h 2533100"/>
              <a:gd name="connsiteX15-643" fmla="*/ 0 w 2585764"/>
              <a:gd name="connsiteY15-644" fmla="*/ 1069298 h 2533100"/>
              <a:gd name="connsiteX16-645" fmla="*/ 0 w 2585764"/>
              <a:gd name="connsiteY16-646" fmla="*/ 1069299 h 2533100"/>
              <a:gd name="connsiteX0-647" fmla="*/ 0 w 2585764"/>
              <a:gd name="connsiteY0-648" fmla="*/ 1069299 h 2533100"/>
              <a:gd name="connsiteX1-649" fmla="*/ 0 w 2585764"/>
              <a:gd name="connsiteY1-650" fmla="*/ 1069299 h 2533100"/>
              <a:gd name="connsiteX2-651" fmla="*/ 1292905 w 2585764"/>
              <a:gd name="connsiteY2-652" fmla="*/ 0 h 2533100"/>
              <a:gd name="connsiteX3-653" fmla="*/ 1292860 w 2585764"/>
              <a:gd name="connsiteY3-654" fmla="*/ 36 h 2533100"/>
              <a:gd name="connsiteX4-655" fmla="*/ 2585764 w 2585764"/>
              <a:gd name="connsiteY4-656" fmla="*/ 1069335 h 2533100"/>
              <a:gd name="connsiteX5-657" fmla="*/ 2585720 w 2585764"/>
              <a:gd name="connsiteY5-658" fmla="*/ 1069298 h 2533100"/>
              <a:gd name="connsiteX6-659" fmla="*/ 2585720 w 2585764"/>
              <a:gd name="connsiteY6-660" fmla="*/ 1069298 h 2533100"/>
              <a:gd name="connsiteX7-661" fmla="*/ 1939290 w 2585764"/>
              <a:gd name="connsiteY7-662" fmla="*/ 1069298 h 2533100"/>
              <a:gd name="connsiteX8-663" fmla="*/ 1939290 w 2585764"/>
              <a:gd name="connsiteY8-664" fmla="*/ 1069298 h 2533100"/>
              <a:gd name="connsiteX9-665" fmla="*/ 1939290 w 2585764"/>
              <a:gd name="connsiteY9-666" fmla="*/ 2533100 h 2533100"/>
              <a:gd name="connsiteX10-667" fmla="*/ 1939290 w 2585764"/>
              <a:gd name="connsiteY10-668" fmla="*/ 2533051 h 2533100"/>
              <a:gd name="connsiteX11-669" fmla="*/ 646430 w 2585764"/>
              <a:gd name="connsiteY11-670" fmla="*/ 2533051 h 2533100"/>
              <a:gd name="connsiteX12-671" fmla="*/ 646430 w 2585764"/>
              <a:gd name="connsiteY12-672" fmla="*/ 2533051 h 2533100"/>
              <a:gd name="connsiteX13-673" fmla="*/ 646430 w 2585764"/>
              <a:gd name="connsiteY13-674" fmla="*/ 1069249 h 2533100"/>
              <a:gd name="connsiteX14-675" fmla="*/ 646430 w 2585764"/>
              <a:gd name="connsiteY14-676" fmla="*/ 1069298 h 2533100"/>
              <a:gd name="connsiteX15-677" fmla="*/ 0 w 2585764"/>
              <a:gd name="connsiteY15-678" fmla="*/ 1069298 h 2533100"/>
              <a:gd name="connsiteX16-679" fmla="*/ 0 w 2585764"/>
              <a:gd name="connsiteY16-680" fmla="*/ 1069299 h 2533100"/>
              <a:gd name="connsiteX0-681" fmla="*/ 0 w 2585764"/>
              <a:gd name="connsiteY0-682" fmla="*/ 1069299 h 2533100"/>
              <a:gd name="connsiteX1-683" fmla="*/ 0 w 2585764"/>
              <a:gd name="connsiteY1-684" fmla="*/ 1069299 h 2533100"/>
              <a:gd name="connsiteX2-685" fmla="*/ 1292905 w 2585764"/>
              <a:gd name="connsiteY2-686" fmla="*/ 0 h 2533100"/>
              <a:gd name="connsiteX3-687" fmla="*/ 1292860 w 2585764"/>
              <a:gd name="connsiteY3-688" fmla="*/ 36 h 2533100"/>
              <a:gd name="connsiteX4-689" fmla="*/ 2585764 w 2585764"/>
              <a:gd name="connsiteY4-690" fmla="*/ 1069335 h 2533100"/>
              <a:gd name="connsiteX5-691" fmla="*/ 2585720 w 2585764"/>
              <a:gd name="connsiteY5-692" fmla="*/ 1069298 h 2533100"/>
              <a:gd name="connsiteX6-693" fmla="*/ 2585720 w 2585764"/>
              <a:gd name="connsiteY6-694" fmla="*/ 1069298 h 2533100"/>
              <a:gd name="connsiteX7-695" fmla="*/ 1939290 w 2585764"/>
              <a:gd name="connsiteY7-696" fmla="*/ 1069298 h 2533100"/>
              <a:gd name="connsiteX8-697" fmla="*/ 1939290 w 2585764"/>
              <a:gd name="connsiteY8-698" fmla="*/ 1069298 h 2533100"/>
              <a:gd name="connsiteX9-699" fmla="*/ 1939290 w 2585764"/>
              <a:gd name="connsiteY9-700" fmla="*/ 2533100 h 2533100"/>
              <a:gd name="connsiteX10-701" fmla="*/ 1939290 w 2585764"/>
              <a:gd name="connsiteY10-702" fmla="*/ 2533051 h 2533100"/>
              <a:gd name="connsiteX11-703" fmla="*/ 646430 w 2585764"/>
              <a:gd name="connsiteY11-704" fmla="*/ 2533051 h 2533100"/>
              <a:gd name="connsiteX12-705" fmla="*/ 646430 w 2585764"/>
              <a:gd name="connsiteY12-706" fmla="*/ 2533051 h 2533100"/>
              <a:gd name="connsiteX13-707" fmla="*/ 646430 w 2585764"/>
              <a:gd name="connsiteY13-708" fmla="*/ 1069249 h 2533100"/>
              <a:gd name="connsiteX14-709" fmla="*/ 646430 w 2585764"/>
              <a:gd name="connsiteY14-710" fmla="*/ 1069298 h 2533100"/>
              <a:gd name="connsiteX15-711" fmla="*/ 0 w 2585764"/>
              <a:gd name="connsiteY15-712" fmla="*/ 1069298 h 2533100"/>
              <a:gd name="connsiteX16-713" fmla="*/ 0 w 2585764"/>
              <a:gd name="connsiteY16-714" fmla="*/ 1069299 h 2533100"/>
              <a:gd name="connsiteX0-715" fmla="*/ 0 w 2585764"/>
              <a:gd name="connsiteY0-716" fmla="*/ 1069299 h 2533100"/>
              <a:gd name="connsiteX1-717" fmla="*/ 0 w 2585764"/>
              <a:gd name="connsiteY1-718" fmla="*/ 1069299 h 2533100"/>
              <a:gd name="connsiteX2-719" fmla="*/ 1292905 w 2585764"/>
              <a:gd name="connsiteY2-720" fmla="*/ 0 h 2533100"/>
              <a:gd name="connsiteX3-721" fmla="*/ 1292860 w 2585764"/>
              <a:gd name="connsiteY3-722" fmla="*/ 36 h 2533100"/>
              <a:gd name="connsiteX4-723" fmla="*/ 2585764 w 2585764"/>
              <a:gd name="connsiteY4-724" fmla="*/ 1069335 h 2533100"/>
              <a:gd name="connsiteX5-725" fmla="*/ 2585720 w 2585764"/>
              <a:gd name="connsiteY5-726" fmla="*/ 1069298 h 2533100"/>
              <a:gd name="connsiteX6-727" fmla="*/ 2585720 w 2585764"/>
              <a:gd name="connsiteY6-728" fmla="*/ 1069298 h 2533100"/>
              <a:gd name="connsiteX7-729" fmla="*/ 1939290 w 2585764"/>
              <a:gd name="connsiteY7-730" fmla="*/ 1069298 h 2533100"/>
              <a:gd name="connsiteX8-731" fmla="*/ 1939290 w 2585764"/>
              <a:gd name="connsiteY8-732" fmla="*/ 1069298 h 2533100"/>
              <a:gd name="connsiteX9-733" fmla="*/ 1939290 w 2585764"/>
              <a:gd name="connsiteY9-734" fmla="*/ 2533100 h 2533100"/>
              <a:gd name="connsiteX10-735" fmla="*/ 1939290 w 2585764"/>
              <a:gd name="connsiteY10-736" fmla="*/ 2533051 h 2533100"/>
              <a:gd name="connsiteX11-737" fmla="*/ 646430 w 2585764"/>
              <a:gd name="connsiteY11-738" fmla="*/ 2533051 h 2533100"/>
              <a:gd name="connsiteX12-739" fmla="*/ 646430 w 2585764"/>
              <a:gd name="connsiteY12-740" fmla="*/ 2533051 h 2533100"/>
              <a:gd name="connsiteX13-741" fmla="*/ 646430 w 2585764"/>
              <a:gd name="connsiteY13-742" fmla="*/ 1069249 h 2533100"/>
              <a:gd name="connsiteX14-743" fmla="*/ 646430 w 2585764"/>
              <a:gd name="connsiteY14-744" fmla="*/ 1069298 h 2533100"/>
              <a:gd name="connsiteX15-745" fmla="*/ 0 w 2585764"/>
              <a:gd name="connsiteY15-746" fmla="*/ 1069298 h 2533100"/>
              <a:gd name="connsiteX16-747" fmla="*/ 0 w 2585764"/>
              <a:gd name="connsiteY16-748" fmla="*/ 1069299 h 2533100"/>
              <a:gd name="connsiteX0-749" fmla="*/ 0 w 2585764"/>
              <a:gd name="connsiteY0-750" fmla="*/ 1069299 h 2533100"/>
              <a:gd name="connsiteX1-751" fmla="*/ 0 w 2585764"/>
              <a:gd name="connsiteY1-752" fmla="*/ 1069299 h 2533100"/>
              <a:gd name="connsiteX2-753" fmla="*/ 1292905 w 2585764"/>
              <a:gd name="connsiteY2-754" fmla="*/ 0 h 2533100"/>
              <a:gd name="connsiteX3-755" fmla="*/ 1292860 w 2585764"/>
              <a:gd name="connsiteY3-756" fmla="*/ 36 h 2533100"/>
              <a:gd name="connsiteX4-757" fmla="*/ 2585764 w 2585764"/>
              <a:gd name="connsiteY4-758" fmla="*/ 1069335 h 2533100"/>
              <a:gd name="connsiteX5-759" fmla="*/ 2585720 w 2585764"/>
              <a:gd name="connsiteY5-760" fmla="*/ 1069298 h 2533100"/>
              <a:gd name="connsiteX6-761" fmla="*/ 2585720 w 2585764"/>
              <a:gd name="connsiteY6-762" fmla="*/ 1069298 h 2533100"/>
              <a:gd name="connsiteX7-763" fmla="*/ 1939290 w 2585764"/>
              <a:gd name="connsiteY7-764" fmla="*/ 1069298 h 2533100"/>
              <a:gd name="connsiteX8-765" fmla="*/ 1939290 w 2585764"/>
              <a:gd name="connsiteY8-766" fmla="*/ 1069298 h 2533100"/>
              <a:gd name="connsiteX9-767" fmla="*/ 1939290 w 2585764"/>
              <a:gd name="connsiteY9-768" fmla="*/ 2533100 h 2533100"/>
              <a:gd name="connsiteX10-769" fmla="*/ 1939290 w 2585764"/>
              <a:gd name="connsiteY10-770" fmla="*/ 2533051 h 2533100"/>
              <a:gd name="connsiteX11-771" fmla="*/ 646430 w 2585764"/>
              <a:gd name="connsiteY11-772" fmla="*/ 2533051 h 2533100"/>
              <a:gd name="connsiteX12-773" fmla="*/ 646430 w 2585764"/>
              <a:gd name="connsiteY12-774" fmla="*/ 2533051 h 2533100"/>
              <a:gd name="connsiteX13-775" fmla="*/ 646430 w 2585764"/>
              <a:gd name="connsiteY13-776" fmla="*/ 1069249 h 2533100"/>
              <a:gd name="connsiteX14-777" fmla="*/ 646430 w 2585764"/>
              <a:gd name="connsiteY14-778" fmla="*/ 1069298 h 2533100"/>
              <a:gd name="connsiteX15-779" fmla="*/ 0 w 2585764"/>
              <a:gd name="connsiteY15-780" fmla="*/ 1069298 h 2533100"/>
              <a:gd name="connsiteX16-781" fmla="*/ 0 w 2585764"/>
              <a:gd name="connsiteY16-782" fmla="*/ 1069299 h 2533100"/>
              <a:gd name="connsiteX0-783" fmla="*/ 0 w 2585764"/>
              <a:gd name="connsiteY0-784" fmla="*/ 1069299 h 2533100"/>
              <a:gd name="connsiteX1-785" fmla="*/ 0 w 2585764"/>
              <a:gd name="connsiteY1-786" fmla="*/ 1069299 h 2533100"/>
              <a:gd name="connsiteX2-787" fmla="*/ 1292905 w 2585764"/>
              <a:gd name="connsiteY2-788" fmla="*/ 0 h 2533100"/>
              <a:gd name="connsiteX3-789" fmla="*/ 1292860 w 2585764"/>
              <a:gd name="connsiteY3-790" fmla="*/ 36 h 2533100"/>
              <a:gd name="connsiteX4-791" fmla="*/ 2585764 w 2585764"/>
              <a:gd name="connsiteY4-792" fmla="*/ 1069335 h 2533100"/>
              <a:gd name="connsiteX5-793" fmla="*/ 2585720 w 2585764"/>
              <a:gd name="connsiteY5-794" fmla="*/ 1069298 h 2533100"/>
              <a:gd name="connsiteX6-795" fmla="*/ 2585720 w 2585764"/>
              <a:gd name="connsiteY6-796" fmla="*/ 1069298 h 2533100"/>
              <a:gd name="connsiteX7-797" fmla="*/ 1939290 w 2585764"/>
              <a:gd name="connsiteY7-798" fmla="*/ 1069298 h 2533100"/>
              <a:gd name="connsiteX8-799" fmla="*/ 1939290 w 2585764"/>
              <a:gd name="connsiteY8-800" fmla="*/ 1069298 h 2533100"/>
              <a:gd name="connsiteX9-801" fmla="*/ 1939290 w 2585764"/>
              <a:gd name="connsiteY9-802" fmla="*/ 2533100 h 2533100"/>
              <a:gd name="connsiteX10-803" fmla="*/ 1939290 w 2585764"/>
              <a:gd name="connsiteY10-804" fmla="*/ 2533051 h 2533100"/>
              <a:gd name="connsiteX11-805" fmla="*/ 646430 w 2585764"/>
              <a:gd name="connsiteY11-806" fmla="*/ 2533051 h 2533100"/>
              <a:gd name="connsiteX12-807" fmla="*/ 646430 w 2585764"/>
              <a:gd name="connsiteY12-808" fmla="*/ 2533051 h 2533100"/>
              <a:gd name="connsiteX13-809" fmla="*/ 646430 w 2585764"/>
              <a:gd name="connsiteY13-810" fmla="*/ 1069249 h 2533100"/>
              <a:gd name="connsiteX14-811" fmla="*/ 646430 w 2585764"/>
              <a:gd name="connsiteY14-812" fmla="*/ 1069298 h 2533100"/>
              <a:gd name="connsiteX15-813" fmla="*/ 0 w 2585764"/>
              <a:gd name="connsiteY15-814" fmla="*/ 1069298 h 2533100"/>
              <a:gd name="connsiteX16-815" fmla="*/ 0 w 2585764"/>
              <a:gd name="connsiteY16-816" fmla="*/ 1069299 h 2533100"/>
              <a:gd name="connsiteX0-817" fmla="*/ 0 w 2585764"/>
              <a:gd name="connsiteY0-818" fmla="*/ 1069299 h 2533100"/>
              <a:gd name="connsiteX1-819" fmla="*/ 0 w 2585764"/>
              <a:gd name="connsiteY1-820" fmla="*/ 1069299 h 2533100"/>
              <a:gd name="connsiteX2-821" fmla="*/ 1292905 w 2585764"/>
              <a:gd name="connsiteY2-822" fmla="*/ 0 h 2533100"/>
              <a:gd name="connsiteX3-823" fmla="*/ 1292860 w 2585764"/>
              <a:gd name="connsiteY3-824" fmla="*/ 36 h 2533100"/>
              <a:gd name="connsiteX4-825" fmla="*/ 2585764 w 2585764"/>
              <a:gd name="connsiteY4-826" fmla="*/ 1069335 h 2533100"/>
              <a:gd name="connsiteX5-827" fmla="*/ 2585720 w 2585764"/>
              <a:gd name="connsiteY5-828" fmla="*/ 1069298 h 2533100"/>
              <a:gd name="connsiteX6-829" fmla="*/ 2585720 w 2585764"/>
              <a:gd name="connsiteY6-830" fmla="*/ 1069298 h 2533100"/>
              <a:gd name="connsiteX7-831" fmla="*/ 1939290 w 2585764"/>
              <a:gd name="connsiteY7-832" fmla="*/ 1069298 h 2533100"/>
              <a:gd name="connsiteX8-833" fmla="*/ 1939290 w 2585764"/>
              <a:gd name="connsiteY8-834" fmla="*/ 1069298 h 2533100"/>
              <a:gd name="connsiteX9-835" fmla="*/ 1939290 w 2585764"/>
              <a:gd name="connsiteY9-836" fmla="*/ 2533100 h 2533100"/>
              <a:gd name="connsiteX10-837" fmla="*/ 1939290 w 2585764"/>
              <a:gd name="connsiteY10-838" fmla="*/ 2533051 h 2533100"/>
              <a:gd name="connsiteX11-839" fmla="*/ 646430 w 2585764"/>
              <a:gd name="connsiteY11-840" fmla="*/ 2533051 h 2533100"/>
              <a:gd name="connsiteX12-841" fmla="*/ 646430 w 2585764"/>
              <a:gd name="connsiteY12-842" fmla="*/ 2533051 h 2533100"/>
              <a:gd name="connsiteX13-843" fmla="*/ 646430 w 2585764"/>
              <a:gd name="connsiteY13-844" fmla="*/ 1069249 h 2533100"/>
              <a:gd name="connsiteX14-845" fmla="*/ 646430 w 2585764"/>
              <a:gd name="connsiteY14-846" fmla="*/ 1069298 h 2533100"/>
              <a:gd name="connsiteX15-847" fmla="*/ 0 w 2585764"/>
              <a:gd name="connsiteY15-848" fmla="*/ 1069298 h 2533100"/>
              <a:gd name="connsiteX16-849" fmla="*/ 0 w 2585764"/>
              <a:gd name="connsiteY16-850" fmla="*/ 1069299 h 2533100"/>
              <a:gd name="connsiteX0-851" fmla="*/ 0 w 2585764"/>
              <a:gd name="connsiteY0-852" fmla="*/ 1069299 h 2533100"/>
              <a:gd name="connsiteX1-853" fmla="*/ 0 w 2585764"/>
              <a:gd name="connsiteY1-854" fmla="*/ 1069299 h 2533100"/>
              <a:gd name="connsiteX2-855" fmla="*/ 1292905 w 2585764"/>
              <a:gd name="connsiteY2-856" fmla="*/ 0 h 2533100"/>
              <a:gd name="connsiteX3-857" fmla="*/ 1292860 w 2585764"/>
              <a:gd name="connsiteY3-858" fmla="*/ 36 h 2533100"/>
              <a:gd name="connsiteX4-859" fmla="*/ 2585764 w 2585764"/>
              <a:gd name="connsiteY4-860" fmla="*/ 1069335 h 2533100"/>
              <a:gd name="connsiteX5-861" fmla="*/ 2585720 w 2585764"/>
              <a:gd name="connsiteY5-862" fmla="*/ 1069298 h 2533100"/>
              <a:gd name="connsiteX6-863" fmla="*/ 2585720 w 2585764"/>
              <a:gd name="connsiteY6-864" fmla="*/ 1069298 h 2533100"/>
              <a:gd name="connsiteX7-865" fmla="*/ 1939290 w 2585764"/>
              <a:gd name="connsiteY7-866" fmla="*/ 1069298 h 2533100"/>
              <a:gd name="connsiteX8-867" fmla="*/ 1939290 w 2585764"/>
              <a:gd name="connsiteY8-868" fmla="*/ 1069298 h 2533100"/>
              <a:gd name="connsiteX9-869" fmla="*/ 1939290 w 2585764"/>
              <a:gd name="connsiteY9-870" fmla="*/ 2533100 h 2533100"/>
              <a:gd name="connsiteX10-871" fmla="*/ 1939290 w 2585764"/>
              <a:gd name="connsiteY10-872" fmla="*/ 2533051 h 2533100"/>
              <a:gd name="connsiteX11-873" fmla="*/ 646430 w 2585764"/>
              <a:gd name="connsiteY11-874" fmla="*/ 2533051 h 2533100"/>
              <a:gd name="connsiteX12-875" fmla="*/ 646430 w 2585764"/>
              <a:gd name="connsiteY12-876" fmla="*/ 2533051 h 2533100"/>
              <a:gd name="connsiteX13-877" fmla="*/ 646430 w 2585764"/>
              <a:gd name="connsiteY13-878" fmla="*/ 1069249 h 2533100"/>
              <a:gd name="connsiteX14-879" fmla="*/ 646430 w 2585764"/>
              <a:gd name="connsiteY14-880" fmla="*/ 1069298 h 2533100"/>
              <a:gd name="connsiteX15-881" fmla="*/ 0 w 2585764"/>
              <a:gd name="connsiteY15-882" fmla="*/ 1069298 h 2533100"/>
              <a:gd name="connsiteX16-883" fmla="*/ 0 w 2585764"/>
              <a:gd name="connsiteY16-884" fmla="*/ 1069299 h 2533100"/>
              <a:gd name="connsiteX0-885" fmla="*/ 0 w 2585764"/>
              <a:gd name="connsiteY0-886" fmla="*/ 1069299 h 2533100"/>
              <a:gd name="connsiteX1-887" fmla="*/ 0 w 2585764"/>
              <a:gd name="connsiteY1-888" fmla="*/ 1069299 h 2533100"/>
              <a:gd name="connsiteX2-889" fmla="*/ 1292905 w 2585764"/>
              <a:gd name="connsiteY2-890" fmla="*/ 0 h 2533100"/>
              <a:gd name="connsiteX3-891" fmla="*/ 1292860 w 2585764"/>
              <a:gd name="connsiteY3-892" fmla="*/ 36 h 2533100"/>
              <a:gd name="connsiteX4-893" fmla="*/ 2585764 w 2585764"/>
              <a:gd name="connsiteY4-894" fmla="*/ 1069335 h 2533100"/>
              <a:gd name="connsiteX5-895" fmla="*/ 2585720 w 2585764"/>
              <a:gd name="connsiteY5-896" fmla="*/ 1069298 h 2533100"/>
              <a:gd name="connsiteX6-897" fmla="*/ 2585720 w 2585764"/>
              <a:gd name="connsiteY6-898" fmla="*/ 1069298 h 2533100"/>
              <a:gd name="connsiteX7-899" fmla="*/ 1939290 w 2585764"/>
              <a:gd name="connsiteY7-900" fmla="*/ 1069298 h 2533100"/>
              <a:gd name="connsiteX8-901" fmla="*/ 1939290 w 2585764"/>
              <a:gd name="connsiteY8-902" fmla="*/ 1069298 h 2533100"/>
              <a:gd name="connsiteX9-903" fmla="*/ 1939290 w 2585764"/>
              <a:gd name="connsiteY9-904" fmla="*/ 2533100 h 2533100"/>
              <a:gd name="connsiteX10-905" fmla="*/ 1939290 w 2585764"/>
              <a:gd name="connsiteY10-906" fmla="*/ 2533051 h 2533100"/>
              <a:gd name="connsiteX11-907" fmla="*/ 646430 w 2585764"/>
              <a:gd name="connsiteY11-908" fmla="*/ 2533051 h 2533100"/>
              <a:gd name="connsiteX12-909" fmla="*/ 646430 w 2585764"/>
              <a:gd name="connsiteY12-910" fmla="*/ 2533051 h 2533100"/>
              <a:gd name="connsiteX13-911" fmla="*/ 646430 w 2585764"/>
              <a:gd name="connsiteY13-912" fmla="*/ 1069249 h 2533100"/>
              <a:gd name="connsiteX14-913" fmla="*/ 646430 w 2585764"/>
              <a:gd name="connsiteY14-914" fmla="*/ 1069298 h 2533100"/>
              <a:gd name="connsiteX15-915" fmla="*/ 0 w 2585764"/>
              <a:gd name="connsiteY15-916" fmla="*/ 1069298 h 2533100"/>
              <a:gd name="connsiteX16-917" fmla="*/ 0 w 2585764"/>
              <a:gd name="connsiteY16-918" fmla="*/ 1069299 h 2533100"/>
              <a:gd name="connsiteX0-919" fmla="*/ 0 w 2585764"/>
              <a:gd name="connsiteY0-920" fmla="*/ 1069299 h 2533100"/>
              <a:gd name="connsiteX1-921" fmla="*/ 0 w 2585764"/>
              <a:gd name="connsiteY1-922" fmla="*/ 1069299 h 2533100"/>
              <a:gd name="connsiteX2-923" fmla="*/ 1292905 w 2585764"/>
              <a:gd name="connsiteY2-924" fmla="*/ 0 h 2533100"/>
              <a:gd name="connsiteX3-925" fmla="*/ 1292860 w 2585764"/>
              <a:gd name="connsiteY3-926" fmla="*/ 36 h 2533100"/>
              <a:gd name="connsiteX4-927" fmla="*/ 2585764 w 2585764"/>
              <a:gd name="connsiteY4-928" fmla="*/ 1069335 h 2533100"/>
              <a:gd name="connsiteX5-929" fmla="*/ 2585720 w 2585764"/>
              <a:gd name="connsiteY5-930" fmla="*/ 1069298 h 2533100"/>
              <a:gd name="connsiteX6-931" fmla="*/ 2585720 w 2585764"/>
              <a:gd name="connsiteY6-932" fmla="*/ 1069298 h 2533100"/>
              <a:gd name="connsiteX7-933" fmla="*/ 1939290 w 2585764"/>
              <a:gd name="connsiteY7-934" fmla="*/ 1069298 h 2533100"/>
              <a:gd name="connsiteX8-935" fmla="*/ 1939290 w 2585764"/>
              <a:gd name="connsiteY8-936" fmla="*/ 1069298 h 2533100"/>
              <a:gd name="connsiteX9-937" fmla="*/ 1939290 w 2585764"/>
              <a:gd name="connsiteY9-938" fmla="*/ 2533100 h 2533100"/>
              <a:gd name="connsiteX10-939" fmla="*/ 1939290 w 2585764"/>
              <a:gd name="connsiteY10-940" fmla="*/ 2533051 h 2533100"/>
              <a:gd name="connsiteX11-941" fmla="*/ 646430 w 2585764"/>
              <a:gd name="connsiteY11-942" fmla="*/ 2533051 h 2533100"/>
              <a:gd name="connsiteX12-943" fmla="*/ 646430 w 2585764"/>
              <a:gd name="connsiteY12-944" fmla="*/ 2533051 h 2533100"/>
              <a:gd name="connsiteX13-945" fmla="*/ 646430 w 2585764"/>
              <a:gd name="connsiteY13-946" fmla="*/ 1069249 h 2533100"/>
              <a:gd name="connsiteX14-947" fmla="*/ 646430 w 2585764"/>
              <a:gd name="connsiteY14-948" fmla="*/ 1069298 h 2533100"/>
              <a:gd name="connsiteX15-949" fmla="*/ 0 w 2585764"/>
              <a:gd name="connsiteY15-950" fmla="*/ 1069298 h 2533100"/>
              <a:gd name="connsiteX16-951" fmla="*/ 0 w 2585764"/>
              <a:gd name="connsiteY16-952" fmla="*/ 1069299 h 2533100"/>
              <a:gd name="connsiteX0-953" fmla="*/ 0 w 2585764"/>
              <a:gd name="connsiteY0-954" fmla="*/ 1069299 h 2533100"/>
              <a:gd name="connsiteX1-955" fmla="*/ 0 w 2585764"/>
              <a:gd name="connsiteY1-956" fmla="*/ 1069299 h 2533100"/>
              <a:gd name="connsiteX2-957" fmla="*/ 1292905 w 2585764"/>
              <a:gd name="connsiteY2-958" fmla="*/ 0 h 2533100"/>
              <a:gd name="connsiteX3-959" fmla="*/ 1292860 w 2585764"/>
              <a:gd name="connsiteY3-960" fmla="*/ 36 h 2533100"/>
              <a:gd name="connsiteX4-961" fmla="*/ 2585764 w 2585764"/>
              <a:gd name="connsiteY4-962" fmla="*/ 1069335 h 2533100"/>
              <a:gd name="connsiteX5-963" fmla="*/ 2585720 w 2585764"/>
              <a:gd name="connsiteY5-964" fmla="*/ 1069298 h 2533100"/>
              <a:gd name="connsiteX6-965" fmla="*/ 2585720 w 2585764"/>
              <a:gd name="connsiteY6-966" fmla="*/ 1069298 h 2533100"/>
              <a:gd name="connsiteX7-967" fmla="*/ 1939290 w 2585764"/>
              <a:gd name="connsiteY7-968" fmla="*/ 1069298 h 2533100"/>
              <a:gd name="connsiteX8-969" fmla="*/ 1939290 w 2585764"/>
              <a:gd name="connsiteY8-970" fmla="*/ 1069298 h 2533100"/>
              <a:gd name="connsiteX9-971" fmla="*/ 1939290 w 2585764"/>
              <a:gd name="connsiteY9-972" fmla="*/ 2533100 h 2533100"/>
              <a:gd name="connsiteX10-973" fmla="*/ 1939290 w 2585764"/>
              <a:gd name="connsiteY10-974" fmla="*/ 2533051 h 2533100"/>
              <a:gd name="connsiteX11-975" fmla="*/ 646430 w 2585764"/>
              <a:gd name="connsiteY11-976" fmla="*/ 2533051 h 2533100"/>
              <a:gd name="connsiteX12-977" fmla="*/ 646430 w 2585764"/>
              <a:gd name="connsiteY12-978" fmla="*/ 2533051 h 2533100"/>
              <a:gd name="connsiteX13-979" fmla="*/ 646430 w 2585764"/>
              <a:gd name="connsiteY13-980" fmla="*/ 1069249 h 2533100"/>
              <a:gd name="connsiteX14-981" fmla="*/ 646430 w 2585764"/>
              <a:gd name="connsiteY14-982" fmla="*/ 1069298 h 2533100"/>
              <a:gd name="connsiteX15-983" fmla="*/ 0 w 2585764"/>
              <a:gd name="connsiteY15-984" fmla="*/ 1069298 h 2533100"/>
              <a:gd name="connsiteX16-985" fmla="*/ 0 w 2585764"/>
              <a:gd name="connsiteY16-986" fmla="*/ 1069299 h 2533100"/>
              <a:gd name="connsiteX0-987" fmla="*/ 0 w 2585764"/>
              <a:gd name="connsiteY0-988" fmla="*/ 1069299 h 2533100"/>
              <a:gd name="connsiteX1-989" fmla="*/ 0 w 2585764"/>
              <a:gd name="connsiteY1-990" fmla="*/ 1069299 h 2533100"/>
              <a:gd name="connsiteX2-991" fmla="*/ 1292905 w 2585764"/>
              <a:gd name="connsiteY2-992" fmla="*/ 0 h 2533100"/>
              <a:gd name="connsiteX3-993" fmla="*/ 1292860 w 2585764"/>
              <a:gd name="connsiteY3-994" fmla="*/ 36 h 2533100"/>
              <a:gd name="connsiteX4-995" fmla="*/ 2585764 w 2585764"/>
              <a:gd name="connsiteY4-996" fmla="*/ 1069335 h 2533100"/>
              <a:gd name="connsiteX5-997" fmla="*/ 2585720 w 2585764"/>
              <a:gd name="connsiteY5-998" fmla="*/ 1069298 h 2533100"/>
              <a:gd name="connsiteX6-999" fmla="*/ 2585720 w 2585764"/>
              <a:gd name="connsiteY6-1000" fmla="*/ 1069298 h 2533100"/>
              <a:gd name="connsiteX7-1001" fmla="*/ 1939290 w 2585764"/>
              <a:gd name="connsiteY7-1002" fmla="*/ 1069298 h 2533100"/>
              <a:gd name="connsiteX8-1003" fmla="*/ 1939290 w 2585764"/>
              <a:gd name="connsiteY8-1004" fmla="*/ 1069298 h 2533100"/>
              <a:gd name="connsiteX9-1005" fmla="*/ 1939290 w 2585764"/>
              <a:gd name="connsiteY9-1006" fmla="*/ 2533100 h 2533100"/>
              <a:gd name="connsiteX10-1007" fmla="*/ 1939290 w 2585764"/>
              <a:gd name="connsiteY10-1008" fmla="*/ 2533051 h 2533100"/>
              <a:gd name="connsiteX11-1009" fmla="*/ 646430 w 2585764"/>
              <a:gd name="connsiteY11-1010" fmla="*/ 2533051 h 2533100"/>
              <a:gd name="connsiteX12-1011" fmla="*/ 646430 w 2585764"/>
              <a:gd name="connsiteY12-1012" fmla="*/ 2533051 h 2533100"/>
              <a:gd name="connsiteX13-1013" fmla="*/ 646430 w 2585764"/>
              <a:gd name="connsiteY13-1014" fmla="*/ 1069249 h 2533100"/>
              <a:gd name="connsiteX14-1015" fmla="*/ 646430 w 2585764"/>
              <a:gd name="connsiteY14-1016" fmla="*/ 1069298 h 2533100"/>
              <a:gd name="connsiteX15-1017" fmla="*/ 0 w 2585764"/>
              <a:gd name="connsiteY15-1018" fmla="*/ 1069298 h 2533100"/>
              <a:gd name="connsiteX16-1019" fmla="*/ 0 w 2585764"/>
              <a:gd name="connsiteY16-1020" fmla="*/ 1069299 h 2533100"/>
              <a:gd name="connsiteX0-1021" fmla="*/ 0 w 2585764"/>
              <a:gd name="connsiteY0-1022" fmla="*/ 1069299 h 2533100"/>
              <a:gd name="connsiteX1-1023" fmla="*/ 0 w 2585764"/>
              <a:gd name="connsiteY1-1024" fmla="*/ 1069299 h 2533100"/>
              <a:gd name="connsiteX2-1025" fmla="*/ 1292905 w 2585764"/>
              <a:gd name="connsiteY2-1026" fmla="*/ 0 h 2533100"/>
              <a:gd name="connsiteX3-1027" fmla="*/ 1292860 w 2585764"/>
              <a:gd name="connsiteY3-1028" fmla="*/ 36 h 2533100"/>
              <a:gd name="connsiteX4-1029" fmla="*/ 2585764 w 2585764"/>
              <a:gd name="connsiteY4-1030" fmla="*/ 1069335 h 2533100"/>
              <a:gd name="connsiteX5-1031" fmla="*/ 2585720 w 2585764"/>
              <a:gd name="connsiteY5-1032" fmla="*/ 1069298 h 2533100"/>
              <a:gd name="connsiteX6-1033" fmla="*/ 2585720 w 2585764"/>
              <a:gd name="connsiteY6-1034" fmla="*/ 1069298 h 2533100"/>
              <a:gd name="connsiteX7-1035" fmla="*/ 1939290 w 2585764"/>
              <a:gd name="connsiteY7-1036" fmla="*/ 1069298 h 2533100"/>
              <a:gd name="connsiteX8-1037" fmla="*/ 1939290 w 2585764"/>
              <a:gd name="connsiteY8-1038" fmla="*/ 1069298 h 2533100"/>
              <a:gd name="connsiteX9-1039" fmla="*/ 1939290 w 2585764"/>
              <a:gd name="connsiteY9-1040" fmla="*/ 2533100 h 2533100"/>
              <a:gd name="connsiteX10-1041" fmla="*/ 1939290 w 2585764"/>
              <a:gd name="connsiteY10-1042" fmla="*/ 2533051 h 2533100"/>
              <a:gd name="connsiteX11-1043" fmla="*/ 646430 w 2585764"/>
              <a:gd name="connsiteY11-1044" fmla="*/ 2533051 h 2533100"/>
              <a:gd name="connsiteX12-1045" fmla="*/ 646430 w 2585764"/>
              <a:gd name="connsiteY12-1046" fmla="*/ 2533051 h 2533100"/>
              <a:gd name="connsiteX13-1047" fmla="*/ 646430 w 2585764"/>
              <a:gd name="connsiteY13-1048" fmla="*/ 1069249 h 2533100"/>
              <a:gd name="connsiteX14-1049" fmla="*/ 646430 w 2585764"/>
              <a:gd name="connsiteY14-1050" fmla="*/ 1069298 h 2533100"/>
              <a:gd name="connsiteX15-1051" fmla="*/ 0 w 2585764"/>
              <a:gd name="connsiteY15-1052" fmla="*/ 1069298 h 2533100"/>
              <a:gd name="connsiteX16-1053" fmla="*/ 0 w 2585764"/>
              <a:gd name="connsiteY16-1054" fmla="*/ 1069299 h 2533100"/>
              <a:gd name="connsiteX0-1055" fmla="*/ 0 w 2585764"/>
              <a:gd name="connsiteY0-1056" fmla="*/ 1069299 h 2533100"/>
              <a:gd name="connsiteX1-1057" fmla="*/ 0 w 2585764"/>
              <a:gd name="connsiteY1-1058" fmla="*/ 1069299 h 2533100"/>
              <a:gd name="connsiteX2-1059" fmla="*/ 1292905 w 2585764"/>
              <a:gd name="connsiteY2-1060" fmla="*/ 0 h 2533100"/>
              <a:gd name="connsiteX3-1061" fmla="*/ 1292860 w 2585764"/>
              <a:gd name="connsiteY3-1062" fmla="*/ 36 h 2533100"/>
              <a:gd name="connsiteX4-1063" fmla="*/ 2585764 w 2585764"/>
              <a:gd name="connsiteY4-1064" fmla="*/ 1069335 h 2533100"/>
              <a:gd name="connsiteX5-1065" fmla="*/ 2585720 w 2585764"/>
              <a:gd name="connsiteY5-1066" fmla="*/ 1069298 h 2533100"/>
              <a:gd name="connsiteX6-1067" fmla="*/ 2585720 w 2585764"/>
              <a:gd name="connsiteY6-1068" fmla="*/ 1069298 h 2533100"/>
              <a:gd name="connsiteX7-1069" fmla="*/ 1939290 w 2585764"/>
              <a:gd name="connsiteY7-1070" fmla="*/ 1069298 h 2533100"/>
              <a:gd name="connsiteX8-1071" fmla="*/ 1939290 w 2585764"/>
              <a:gd name="connsiteY8-1072" fmla="*/ 1069298 h 2533100"/>
              <a:gd name="connsiteX9-1073" fmla="*/ 1939290 w 2585764"/>
              <a:gd name="connsiteY9-1074" fmla="*/ 2533100 h 2533100"/>
              <a:gd name="connsiteX10-1075" fmla="*/ 1939290 w 2585764"/>
              <a:gd name="connsiteY10-1076" fmla="*/ 2533051 h 2533100"/>
              <a:gd name="connsiteX11-1077" fmla="*/ 646430 w 2585764"/>
              <a:gd name="connsiteY11-1078" fmla="*/ 2533051 h 2533100"/>
              <a:gd name="connsiteX12-1079" fmla="*/ 646430 w 2585764"/>
              <a:gd name="connsiteY12-1080" fmla="*/ 2533051 h 2533100"/>
              <a:gd name="connsiteX13-1081" fmla="*/ 646430 w 2585764"/>
              <a:gd name="connsiteY13-1082" fmla="*/ 1069249 h 2533100"/>
              <a:gd name="connsiteX14-1083" fmla="*/ 646430 w 2585764"/>
              <a:gd name="connsiteY14-1084" fmla="*/ 1069298 h 2533100"/>
              <a:gd name="connsiteX15-1085" fmla="*/ 0 w 2585764"/>
              <a:gd name="connsiteY15-1086" fmla="*/ 1069298 h 2533100"/>
              <a:gd name="connsiteX16-1087" fmla="*/ 0 w 2585764"/>
              <a:gd name="connsiteY16-1088" fmla="*/ 1069299 h 2533100"/>
              <a:gd name="connsiteX0-1089" fmla="*/ 0 w 2585764"/>
              <a:gd name="connsiteY0-1090" fmla="*/ 1069299 h 2533100"/>
              <a:gd name="connsiteX1-1091" fmla="*/ 0 w 2585764"/>
              <a:gd name="connsiteY1-1092" fmla="*/ 1069299 h 2533100"/>
              <a:gd name="connsiteX2-1093" fmla="*/ 1292905 w 2585764"/>
              <a:gd name="connsiteY2-1094" fmla="*/ 0 h 2533100"/>
              <a:gd name="connsiteX3-1095" fmla="*/ 1292860 w 2585764"/>
              <a:gd name="connsiteY3-1096" fmla="*/ 36 h 2533100"/>
              <a:gd name="connsiteX4-1097" fmla="*/ 2585764 w 2585764"/>
              <a:gd name="connsiteY4-1098" fmla="*/ 1069335 h 2533100"/>
              <a:gd name="connsiteX5-1099" fmla="*/ 2585720 w 2585764"/>
              <a:gd name="connsiteY5-1100" fmla="*/ 1069298 h 2533100"/>
              <a:gd name="connsiteX6-1101" fmla="*/ 2585720 w 2585764"/>
              <a:gd name="connsiteY6-1102" fmla="*/ 1069298 h 2533100"/>
              <a:gd name="connsiteX7-1103" fmla="*/ 1939290 w 2585764"/>
              <a:gd name="connsiteY7-1104" fmla="*/ 1069298 h 2533100"/>
              <a:gd name="connsiteX8-1105" fmla="*/ 1939290 w 2585764"/>
              <a:gd name="connsiteY8-1106" fmla="*/ 1069298 h 2533100"/>
              <a:gd name="connsiteX9-1107" fmla="*/ 1939290 w 2585764"/>
              <a:gd name="connsiteY9-1108" fmla="*/ 2533100 h 2533100"/>
              <a:gd name="connsiteX10-1109" fmla="*/ 1939290 w 2585764"/>
              <a:gd name="connsiteY10-1110" fmla="*/ 2533051 h 2533100"/>
              <a:gd name="connsiteX11-1111" fmla="*/ 646430 w 2585764"/>
              <a:gd name="connsiteY11-1112" fmla="*/ 2533051 h 2533100"/>
              <a:gd name="connsiteX12-1113" fmla="*/ 646430 w 2585764"/>
              <a:gd name="connsiteY12-1114" fmla="*/ 2533051 h 2533100"/>
              <a:gd name="connsiteX13-1115" fmla="*/ 646430 w 2585764"/>
              <a:gd name="connsiteY13-1116" fmla="*/ 1069249 h 2533100"/>
              <a:gd name="connsiteX14-1117" fmla="*/ 646430 w 2585764"/>
              <a:gd name="connsiteY14-1118" fmla="*/ 1069298 h 2533100"/>
              <a:gd name="connsiteX15-1119" fmla="*/ 0 w 2585764"/>
              <a:gd name="connsiteY15-1120" fmla="*/ 1069298 h 2533100"/>
              <a:gd name="connsiteX16-1121" fmla="*/ 0 w 2585764"/>
              <a:gd name="connsiteY16-1122" fmla="*/ 1069299 h 2533100"/>
              <a:gd name="connsiteX0-1123" fmla="*/ 0 w 2585764"/>
              <a:gd name="connsiteY0-1124" fmla="*/ 1069299 h 2533100"/>
              <a:gd name="connsiteX1-1125" fmla="*/ 0 w 2585764"/>
              <a:gd name="connsiteY1-1126" fmla="*/ 1069299 h 2533100"/>
              <a:gd name="connsiteX2-1127" fmla="*/ 1292905 w 2585764"/>
              <a:gd name="connsiteY2-1128" fmla="*/ 0 h 2533100"/>
              <a:gd name="connsiteX3-1129" fmla="*/ 1292860 w 2585764"/>
              <a:gd name="connsiteY3-1130" fmla="*/ 36 h 2533100"/>
              <a:gd name="connsiteX4-1131" fmla="*/ 2585764 w 2585764"/>
              <a:gd name="connsiteY4-1132" fmla="*/ 1069335 h 2533100"/>
              <a:gd name="connsiteX5-1133" fmla="*/ 2585720 w 2585764"/>
              <a:gd name="connsiteY5-1134" fmla="*/ 1069298 h 2533100"/>
              <a:gd name="connsiteX6-1135" fmla="*/ 2585720 w 2585764"/>
              <a:gd name="connsiteY6-1136" fmla="*/ 1069298 h 2533100"/>
              <a:gd name="connsiteX7-1137" fmla="*/ 1939290 w 2585764"/>
              <a:gd name="connsiteY7-1138" fmla="*/ 1069298 h 2533100"/>
              <a:gd name="connsiteX8-1139" fmla="*/ 1939290 w 2585764"/>
              <a:gd name="connsiteY8-1140" fmla="*/ 1069298 h 2533100"/>
              <a:gd name="connsiteX9-1141" fmla="*/ 1939290 w 2585764"/>
              <a:gd name="connsiteY9-1142" fmla="*/ 2533100 h 2533100"/>
              <a:gd name="connsiteX10-1143" fmla="*/ 1939290 w 2585764"/>
              <a:gd name="connsiteY10-1144" fmla="*/ 2533051 h 2533100"/>
              <a:gd name="connsiteX11-1145" fmla="*/ 646430 w 2585764"/>
              <a:gd name="connsiteY11-1146" fmla="*/ 2533051 h 2533100"/>
              <a:gd name="connsiteX12-1147" fmla="*/ 646430 w 2585764"/>
              <a:gd name="connsiteY12-1148" fmla="*/ 2533051 h 2533100"/>
              <a:gd name="connsiteX13-1149" fmla="*/ 646430 w 2585764"/>
              <a:gd name="connsiteY13-1150" fmla="*/ 1069249 h 2533100"/>
              <a:gd name="connsiteX14-1151" fmla="*/ 646430 w 2585764"/>
              <a:gd name="connsiteY14-1152" fmla="*/ 1069298 h 2533100"/>
              <a:gd name="connsiteX15-1153" fmla="*/ 0 w 2585764"/>
              <a:gd name="connsiteY15-1154" fmla="*/ 1069298 h 2533100"/>
              <a:gd name="connsiteX16-1155" fmla="*/ 0 w 2585764"/>
              <a:gd name="connsiteY16-1156" fmla="*/ 1069299 h 2533100"/>
              <a:gd name="connsiteX0-1157" fmla="*/ 0 w 2585764"/>
              <a:gd name="connsiteY0-1158" fmla="*/ 1069299 h 2533100"/>
              <a:gd name="connsiteX1-1159" fmla="*/ 0 w 2585764"/>
              <a:gd name="connsiteY1-1160" fmla="*/ 1069299 h 2533100"/>
              <a:gd name="connsiteX2-1161" fmla="*/ 1292905 w 2585764"/>
              <a:gd name="connsiteY2-1162" fmla="*/ 0 h 2533100"/>
              <a:gd name="connsiteX3-1163" fmla="*/ 1292860 w 2585764"/>
              <a:gd name="connsiteY3-1164" fmla="*/ 36 h 2533100"/>
              <a:gd name="connsiteX4-1165" fmla="*/ 2585764 w 2585764"/>
              <a:gd name="connsiteY4-1166" fmla="*/ 1069335 h 2533100"/>
              <a:gd name="connsiteX5-1167" fmla="*/ 2585720 w 2585764"/>
              <a:gd name="connsiteY5-1168" fmla="*/ 1069298 h 2533100"/>
              <a:gd name="connsiteX6-1169" fmla="*/ 2585720 w 2585764"/>
              <a:gd name="connsiteY6-1170" fmla="*/ 1069298 h 2533100"/>
              <a:gd name="connsiteX7-1171" fmla="*/ 1939290 w 2585764"/>
              <a:gd name="connsiteY7-1172" fmla="*/ 1069298 h 2533100"/>
              <a:gd name="connsiteX8-1173" fmla="*/ 1939290 w 2585764"/>
              <a:gd name="connsiteY8-1174" fmla="*/ 1069298 h 2533100"/>
              <a:gd name="connsiteX9-1175" fmla="*/ 1939290 w 2585764"/>
              <a:gd name="connsiteY9-1176" fmla="*/ 2533100 h 2533100"/>
              <a:gd name="connsiteX10-1177" fmla="*/ 1939290 w 2585764"/>
              <a:gd name="connsiteY10-1178" fmla="*/ 2533051 h 2533100"/>
              <a:gd name="connsiteX11-1179" fmla="*/ 646430 w 2585764"/>
              <a:gd name="connsiteY11-1180" fmla="*/ 2533051 h 2533100"/>
              <a:gd name="connsiteX12-1181" fmla="*/ 646430 w 2585764"/>
              <a:gd name="connsiteY12-1182" fmla="*/ 2533051 h 2533100"/>
              <a:gd name="connsiteX13-1183" fmla="*/ 646430 w 2585764"/>
              <a:gd name="connsiteY13-1184" fmla="*/ 1069249 h 2533100"/>
              <a:gd name="connsiteX14-1185" fmla="*/ 646430 w 2585764"/>
              <a:gd name="connsiteY14-1186" fmla="*/ 1069298 h 2533100"/>
              <a:gd name="connsiteX15-1187" fmla="*/ 0 w 2585764"/>
              <a:gd name="connsiteY15-1188" fmla="*/ 1069298 h 2533100"/>
              <a:gd name="connsiteX16-1189" fmla="*/ 0 w 2585764"/>
              <a:gd name="connsiteY16-1190" fmla="*/ 1069299 h 2533100"/>
              <a:gd name="connsiteX0-1191" fmla="*/ 0 w 2585764"/>
              <a:gd name="connsiteY0-1192" fmla="*/ 1069299 h 2533100"/>
              <a:gd name="connsiteX1-1193" fmla="*/ 0 w 2585764"/>
              <a:gd name="connsiteY1-1194" fmla="*/ 1069299 h 2533100"/>
              <a:gd name="connsiteX2-1195" fmla="*/ 1292905 w 2585764"/>
              <a:gd name="connsiteY2-1196" fmla="*/ 0 h 2533100"/>
              <a:gd name="connsiteX3-1197" fmla="*/ 1292860 w 2585764"/>
              <a:gd name="connsiteY3-1198" fmla="*/ 36 h 2533100"/>
              <a:gd name="connsiteX4-1199" fmla="*/ 2585764 w 2585764"/>
              <a:gd name="connsiteY4-1200" fmla="*/ 1069335 h 2533100"/>
              <a:gd name="connsiteX5-1201" fmla="*/ 2585720 w 2585764"/>
              <a:gd name="connsiteY5-1202" fmla="*/ 1069298 h 2533100"/>
              <a:gd name="connsiteX6-1203" fmla="*/ 2585720 w 2585764"/>
              <a:gd name="connsiteY6-1204" fmla="*/ 1069298 h 2533100"/>
              <a:gd name="connsiteX7-1205" fmla="*/ 1939290 w 2585764"/>
              <a:gd name="connsiteY7-1206" fmla="*/ 1069298 h 2533100"/>
              <a:gd name="connsiteX8-1207" fmla="*/ 1939290 w 2585764"/>
              <a:gd name="connsiteY8-1208" fmla="*/ 1069298 h 2533100"/>
              <a:gd name="connsiteX9-1209" fmla="*/ 1939290 w 2585764"/>
              <a:gd name="connsiteY9-1210" fmla="*/ 2533100 h 2533100"/>
              <a:gd name="connsiteX10-1211" fmla="*/ 1939290 w 2585764"/>
              <a:gd name="connsiteY10-1212" fmla="*/ 2533051 h 2533100"/>
              <a:gd name="connsiteX11-1213" fmla="*/ 646430 w 2585764"/>
              <a:gd name="connsiteY11-1214" fmla="*/ 2533051 h 2533100"/>
              <a:gd name="connsiteX12-1215" fmla="*/ 646430 w 2585764"/>
              <a:gd name="connsiteY12-1216" fmla="*/ 2533051 h 2533100"/>
              <a:gd name="connsiteX13-1217" fmla="*/ 646430 w 2585764"/>
              <a:gd name="connsiteY13-1218" fmla="*/ 1069249 h 2533100"/>
              <a:gd name="connsiteX14-1219" fmla="*/ 646430 w 2585764"/>
              <a:gd name="connsiteY14-1220" fmla="*/ 1069298 h 2533100"/>
              <a:gd name="connsiteX15-1221" fmla="*/ 0 w 2585764"/>
              <a:gd name="connsiteY15-1222" fmla="*/ 1069298 h 2533100"/>
              <a:gd name="connsiteX16-1223" fmla="*/ 0 w 2585764"/>
              <a:gd name="connsiteY16-1224" fmla="*/ 1069299 h 2533100"/>
              <a:gd name="connsiteX0-1225" fmla="*/ 0 w 2585764"/>
              <a:gd name="connsiteY0-1226" fmla="*/ 1069299 h 2533100"/>
              <a:gd name="connsiteX1-1227" fmla="*/ 0 w 2585764"/>
              <a:gd name="connsiteY1-1228" fmla="*/ 1069299 h 2533100"/>
              <a:gd name="connsiteX2-1229" fmla="*/ 1292905 w 2585764"/>
              <a:gd name="connsiteY2-1230" fmla="*/ 0 h 2533100"/>
              <a:gd name="connsiteX3-1231" fmla="*/ 1292860 w 2585764"/>
              <a:gd name="connsiteY3-1232" fmla="*/ 36 h 2533100"/>
              <a:gd name="connsiteX4-1233" fmla="*/ 2585764 w 2585764"/>
              <a:gd name="connsiteY4-1234" fmla="*/ 1069335 h 2533100"/>
              <a:gd name="connsiteX5-1235" fmla="*/ 2585720 w 2585764"/>
              <a:gd name="connsiteY5-1236" fmla="*/ 1069298 h 2533100"/>
              <a:gd name="connsiteX6-1237" fmla="*/ 2585720 w 2585764"/>
              <a:gd name="connsiteY6-1238" fmla="*/ 1069298 h 2533100"/>
              <a:gd name="connsiteX7-1239" fmla="*/ 1939290 w 2585764"/>
              <a:gd name="connsiteY7-1240" fmla="*/ 1069298 h 2533100"/>
              <a:gd name="connsiteX8-1241" fmla="*/ 1939290 w 2585764"/>
              <a:gd name="connsiteY8-1242" fmla="*/ 1069298 h 2533100"/>
              <a:gd name="connsiteX9-1243" fmla="*/ 1939290 w 2585764"/>
              <a:gd name="connsiteY9-1244" fmla="*/ 2533100 h 2533100"/>
              <a:gd name="connsiteX10-1245" fmla="*/ 1939290 w 2585764"/>
              <a:gd name="connsiteY10-1246" fmla="*/ 2533051 h 2533100"/>
              <a:gd name="connsiteX11-1247" fmla="*/ 646430 w 2585764"/>
              <a:gd name="connsiteY11-1248" fmla="*/ 2533051 h 2533100"/>
              <a:gd name="connsiteX12-1249" fmla="*/ 646430 w 2585764"/>
              <a:gd name="connsiteY12-1250" fmla="*/ 2533051 h 2533100"/>
              <a:gd name="connsiteX13-1251" fmla="*/ 646430 w 2585764"/>
              <a:gd name="connsiteY13-1252" fmla="*/ 1069249 h 2533100"/>
              <a:gd name="connsiteX14-1253" fmla="*/ 646430 w 2585764"/>
              <a:gd name="connsiteY14-1254" fmla="*/ 1069298 h 2533100"/>
              <a:gd name="connsiteX15-1255" fmla="*/ 0 w 2585764"/>
              <a:gd name="connsiteY15-1256" fmla="*/ 1069298 h 2533100"/>
              <a:gd name="connsiteX16-1257" fmla="*/ 0 w 2585764"/>
              <a:gd name="connsiteY16-1258" fmla="*/ 1069299 h 2533100"/>
              <a:gd name="connsiteX0-1259" fmla="*/ 0 w 2585764"/>
              <a:gd name="connsiteY0-1260" fmla="*/ 1069299 h 2533100"/>
              <a:gd name="connsiteX1-1261" fmla="*/ 0 w 2585764"/>
              <a:gd name="connsiteY1-1262" fmla="*/ 1069299 h 2533100"/>
              <a:gd name="connsiteX2-1263" fmla="*/ 1292905 w 2585764"/>
              <a:gd name="connsiteY2-1264" fmla="*/ 0 h 2533100"/>
              <a:gd name="connsiteX3-1265" fmla="*/ 1292860 w 2585764"/>
              <a:gd name="connsiteY3-1266" fmla="*/ 36 h 2533100"/>
              <a:gd name="connsiteX4-1267" fmla="*/ 2585764 w 2585764"/>
              <a:gd name="connsiteY4-1268" fmla="*/ 1069335 h 2533100"/>
              <a:gd name="connsiteX5-1269" fmla="*/ 2585720 w 2585764"/>
              <a:gd name="connsiteY5-1270" fmla="*/ 1069298 h 2533100"/>
              <a:gd name="connsiteX6-1271" fmla="*/ 2585720 w 2585764"/>
              <a:gd name="connsiteY6-1272" fmla="*/ 1069298 h 2533100"/>
              <a:gd name="connsiteX7-1273" fmla="*/ 1939290 w 2585764"/>
              <a:gd name="connsiteY7-1274" fmla="*/ 1069298 h 2533100"/>
              <a:gd name="connsiteX8-1275" fmla="*/ 1939290 w 2585764"/>
              <a:gd name="connsiteY8-1276" fmla="*/ 1069298 h 2533100"/>
              <a:gd name="connsiteX9-1277" fmla="*/ 1939290 w 2585764"/>
              <a:gd name="connsiteY9-1278" fmla="*/ 2533100 h 2533100"/>
              <a:gd name="connsiteX10-1279" fmla="*/ 1939290 w 2585764"/>
              <a:gd name="connsiteY10-1280" fmla="*/ 2533051 h 2533100"/>
              <a:gd name="connsiteX11-1281" fmla="*/ 646430 w 2585764"/>
              <a:gd name="connsiteY11-1282" fmla="*/ 2533051 h 2533100"/>
              <a:gd name="connsiteX12-1283" fmla="*/ 646430 w 2585764"/>
              <a:gd name="connsiteY12-1284" fmla="*/ 2533051 h 2533100"/>
              <a:gd name="connsiteX13-1285" fmla="*/ 646430 w 2585764"/>
              <a:gd name="connsiteY13-1286" fmla="*/ 1069249 h 2533100"/>
              <a:gd name="connsiteX14-1287" fmla="*/ 646430 w 2585764"/>
              <a:gd name="connsiteY14-1288" fmla="*/ 1069298 h 2533100"/>
              <a:gd name="connsiteX15-1289" fmla="*/ 0 w 2585764"/>
              <a:gd name="connsiteY15-1290" fmla="*/ 1069298 h 2533100"/>
              <a:gd name="connsiteX16-1291" fmla="*/ 0 w 2585764"/>
              <a:gd name="connsiteY16-1292" fmla="*/ 1069299 h 2533100"/>
              <a:gd name="connsiteX0-1293" fmla="*/ 0 w 2585764"/>
              <a:gd name="connsiteY0-1294" fmla="*/ 1069299 h 2533100"/>
              <a:gd name="connsiteX1-1295" fmla="*/ 0 w 2585764"/>
              <a:gd name="connsiteY1-1296" fmla="*/ 1069299 h 2533100"/>
              <a:gd name="connsiteX2-1297" fmla="*/ 1292905 w 2585764"/>
              <a:gd name="connsiteY2-1298" fmla="*/ 0 h 2533100"/>
              <a:gd name="connsiteX3-1299" fmla="*/ 1292860 w 2585764"/>
              <a:gd name="connsiteY3-1300" fmla="*/ 36 h 2533100"/>
              <a:gd name="connsiteX4-1301" fmla="*/ 2585764 w 2585764"/>
              <a:gd name="connsiteY4-1302" fmla="*/ 1069335 h 2533100"/>
              <a:gd name="connsiteX5-1303" fmla="*/ 2585720 w 2585764"/>
              <a:gd name="connsiteY5-1304" fmla="*/ 1069298 h 2533100"/>
              <a:gd name="connsiteX6-1305" fmla="*/ 2585720 w 2585764"/>
              <a:gd name="connsiteY6-1306" fmla="*/ 1069298 h 2533100"/>
              <a:gd name="connsiteX7-1307" fmla="*/ 1939290 w 2585764"/>
              <a:gd name="connsiteY7-1308" fmla="*/ 1069298 h 2533100"/>
              <a:gd name="connsiteX8-1309" fmla="*/ 1939290 w 2585764"/>
              <a:gd name="connsiteY8-1310" fmla="*/ 1069298 h 2533100"/>
              <a:gd name="connsiteX9-1311" fmla="*/ 1939290 w 2585764"/>
              <a:gd name="connsiteY9-1312" fmla="*/ 2533100 h 2533100"/>
              <a:gd name="connsiteX10-1313" fmla="*/ 1939290 w 2585764"/>
              <a:gd name="connsiteY10-1314" fmla="*/ 2533051 h 2533100"/>
              <a:gd name="connsiteX11-1315" fmla="*/ 646430 w 2585764"/>
              <a:gd name="connsiteY11-1316" fmla="*/ 2533051 h 2533100"/>
              <a:gd name="connsiteX12-1317" fmla="*/ 646430 w 2585764"/>
              <a:gd name="connsiteY12-1318" fmla="*/ 2533051 h 2533100"/>
              <a:gd name="connsiteX13-1319" fmla="*/ 646430 w 2585764"/>
              <a:gd name="connsiteY13-1320" fmla="*/ 1069249 h 2533100"/>
              <a:gd name="connsiteX14-1321" fmla="*/ 646430 w 2585764"/>
              <a:gd name="connsiteY14-1322" fmla="*/ 1069298 h 2533100"/>
              <a:gd name="connsiteX15-1323" fmla="*/ 0 w 2585764"/>
              <a:gd name="connsiteY15-1324" fmla="*/ 1069298 h 2533100"/>
              <a:gd name="connsiteX16-1325" fmla="*/ 0 w 2585764"/>
              <a:gd name="connsiteY16-1326" fmla="*/ 1069299 h 2533100"/>
              <a:gd name="connsiteX0-1327" fmla="*/ 0 w 2585764"/>
              <a:gd name="connsiteY0-1328" fmla="*/ 1069299 h 2533100"/>
              <a:gd name="connsiteX1-1329" fmla="*/ 0 w 2585764"/>
              <a:gd name="connsiteY1-1330" fmla="*/ 1069299 h 2533100"/>
              <a:gd name="connsiteX2-1331" fmla="*/ 1292905 w 2585764"/>
              <a:gd name="connsiteY2-1332" fmla="*/ 0 h 2533100"/>
              <a:gd name="connsiteX3-1333" fmla="*/ 1292860 w 2585764"/>
              <a:gd name="connsiteY3-1334" fmla="*/ 36 h 2533100"/>
              <a:gd name="connsiteX4-1335" fmla="*/ 2585764 w 2585764"/>
              <a:gd name="connsiteY4-1336" fmla="*/ 1069335 h 2533100"/>
              <a:gd name="connsiteX5-1337" fmla="*/ 2585720 w 2585764"/>
              <a:gd name="connsiteY5-1338" fmla="*/ 1069298 h 2533100"/>
              <a:gd name="connsiteX6-1339" fmla="*/ 2585720 w 2585764"/>
              <a:gd name="connsiteY6-1340" fmla="*/ 1069298 h 2533100"/>
              <a:gd name="connsiteX7-1341" fmla="*/ 1939290 w 2585764"/>
              <a:gd name="connsiteY7-1342" fmla="*/ 1069298 h 2533100"/>
              <a:gd name="connsiteX8-1343" fmla="*/ 1939290 w 2585764"/>
              <a:gd name="connsiteY8-1344" fmla="*/ 1069298 h 2533100"/>
              <a:gd name="connsiteX9-1345" fmla="*/ 1939290 w 2585764"/>
              <a:gd name="connsiteY9-1346" fmla="*/ 2533100 h 2533100"/>
              <a:gd name="connsiteX10-1347" fmla="*/ 1939290 w 2585764"/>
              <a:gd name="connsiteY10-1348" fmla="*/ 2533051 h 2533100"/>
              <a:gd name="connsiteX11-1349" fmla="*/ 646430 w 2585764"/>
              <a:gd name="connsiteY11-1350" fmla="*/ 2533051 h 2533100"/>
              <a:gd name="connsiteX12-1351" fmla="*/ 646430 w 2585764"/>
              <a:gd name="connsiteY12-1352" fmla="*/ 2533051 h 2533100"/>
              <a:gd name="connsiteX13-1353" fmla="*/ 646430 w 2585764"/>
              <a:gd name="connsiteY13-1354" fmla="*/ 1069249 h 2533100"/>
              <a:gd name="connsiteX14-1355" fmla="*/ 646430 w 2585764"/>
              <a:gd name="connsiteY14-1356" fmla="*/ 1069298 h 2533100"/>
              <a:gd name="connsiteX15-1357" fmla="*/ 0 w 2585764"/>
              <a:gd name="connsiteY15-1358" fmla="*/ 1069298 h 2533100"/>
              <a:gd name="connsiteX16-1359" fmla="*/ 0 w 2585764"/>
              <a:gd name="connsiteY16-1360" fmla="*/ 1069299 h 2533100"/>
              <a:gd name="connsiteX0-1361" fmla="*/ 0 w 2585764"/>
              <a:gd name="connsiteY0-1362" fmla="*/ 1069299 h 2533100"/>
              <a:gd name="connsiteX1-1363" fmla="*/ 0 w 2585764"/>
              <a:gd name="connsiteY1-1364" fmla="*/ 1069299 h 2533100"/>
              <a:gd name="connsiteX2-1365" fmla="*/ 1292905 w 2585764"/>
              <a:gd name="connsiteY2-1366" fmla="*/ 0 h 2533100"/>
              <a:gd name="connsiteX3-1367" fmla="*/ 1292860 w 2585764"/>
              <a:gd name="connsiteY3-1368" fmla="*/ 36 h 2533100"/>
              <a:gd name="connsiteX4-1369" fmla="*/ 2585764 w 2585764"/>
              <a:gd name="connsiteY4-1370" fmla="*/ 1069335 h 2533100"/>
              <a:gd name="connsiteX5-1371" fmla="*/ 2585720 w 2585764"/>
              <a:gd name="connsiteY5-1372" fmla="*/ 1069298 h 2533100"/>
              <a:gd name="connsiteX6-1373" fmla="*/ 2585720 w 2585764"/>
              <a:gd name="connsiteY6-1374" fmla="*/ 1069298 h 2533100"/>
              <a:gd name="connsiteX7-1375" fmla="*/ 1939290 w 2585764"/>
              <a:gd name="connsiteY7-1376" fmla="*/ 1069298 h 2533100"/>
              <a:gd name="connsiteX8-1377" fmla="*/ 1939290 w 2585764"/>
              <a:gd name="connsiteY8-1378" fmla="*/ 1069298 h 2533100"/>
              <a:gd name="connsiteX9-1379" fmla="*/ 1939290 w 2585764"/>
              <a:gd name="connsiteY9-1380" fmla="*/ 2533100 h 2533100"/>
              <a:gd name="connsiteX10-1381" fmla="*/ 1939290 w 2585764"/>
              <a:gd name="connsiteY10-1382" fmla="*/ 2533051 h 2533100"/>
              <a:gd name="connsiteX11-1383" fmla="*/ 646430 w 2585764"/>
              <a:gd name="connsiteY11-1384" fmla="*/ 2533051 h 2533100"/>
              <a:gd name="connsiteX12-1385" fmla="*/ 646430 w 2585764"/>
              <a:gd name="connsiteY12-1386" fmla="*/ 2533051 h 2533100"/>
              <a:gd name="connsiteX13-1387" fmla="*/ 646430 w 2585764"/>
              <a:gd name="connsiteY13-1388" fmla="*/ 1069249 h 2533100"/>
              <a:gd name="connsiteX14-1389" fmla="*/ 646430 w 2585764"/>
              <a:gd name="connsiteY14-1390" fmla="*/ 1069298 h 2533100"/>
              <a:gd name="connsiteX15-1391" fmla="*/ 0 w 2585764"/>
              <a:gd name="connsiteY15-1392" fmla="*/ 1069298 h 2533100"/>
              <a:gd name="connsiteX16-1393" fmla="*/ 0 w 2585764"/>
              <a:gd name="connsiteY16-1394" fmla="*/ 1069299 h 2533100"/>
              <a:gd name="connsiteX0-1395" fmla="*/ 0 w 2585764"/>
              <a:gd name="connsiteY0-1396" fmla="*/ 1069299 h 2533100"/>
              <a:gd name="connsiteX1-1397" fmla="*/ 0 w 2585764"/>
              <a:gd name="connsiteY1-1398" fmla="*/ 1069299 h 2533100"/>
              <a:gd name="connsiteX2-1399" fmla="*/ 1292905 w 2585764"/>
              <a:gd name="connsiteY2-1400" fmla="*/ 0 h 2533100"/>
              <a:gd name="connsiteX3-1401" fmla="*/ 1292860 w 2585764"/>
              <a:gd name="connsiteY3-1402" fmla="*/ 36 h 2533100"/>
              <a:gd name="connsiteX4-1403" fmla="*/ 2585764 w 2585764"/>
              <a:gd name="connsiteY4-1404" fmla="*/ 1069335 h 2533100"/>
              <a:gd name="connsiteX5-1405" fmla="*/ 2585720 w 2585764"/>
              <a:gd name="connsiteY5-1406" fmla="*/ 1069298 h 2533100"/>
              <a:gd name="connsiteX6-1407" fmla="*/ 2585720 w 2585764"/>
              <a:gd name="connsiteY6-1408" fmla="*/ 1069298 h 2533100"/>
              <a:gd name="connsiteX7-1409" fmla="*/ 1939290 w 2585764"/>
              <a:gd name="connsiteY7-1410" fmla="*/ 1069298 h 2533100"/>
              <a:gd name="connsiteX8-1411" fmla="*/ 1939290 w 2585764"/>
              <a:gd name="connsiteY8-1412" fmla="*/ 1069298 h 2533100"/>
              <a:gd name="connsiteX9-1413" fmla="*/ 1939290 w 2585764"/>
              <a:gd name="connsiteY9-1414" fmla="*/ 2533100 h 2533100"/>
              <a:gd name="connsiteX10-1415" fmla="*/ 1939290 w 2585764"/>
              <a:gd name="connsiteY10-1416" fmla="*/ 2533051 h 2533100"/>
              <a:gd name="connsiteX11-1417" fmla="*/ 646430 w 2585764"/>
              <a:gd name="connsiteY11-1418" fmla="*/ 2533051 h 2533100"/>
              <a:gd name="connsiteX12-1419" fmla="*/ 646430 w 2585764"/>
              <a:gd name="connsiteY12-1420" fmla="*/ 2533051 h 2533100"/>
              <a:gd name="connsiteX13-1421" fmla="*/ 646430 w 2585764"/>
              <a:gd name="connsiteY13-1422" fmla="*/ 1069249 h 2533100"/>
              <a:gd name="connsiteX14-1423" fmla="*/ 646430 w 2585764"/>
              <a:gd name="connsiteY14-1424" fmla="*/ 1069298 h 2533100"/>
              <a:gd name="connsiteX15-1425" fmla="*/ 0 w 2585764"/>
              <a:gd name="connsiteY15-1426" fmla="*/ 1069298 h 2533100"/>
              <a:gd name="connsiteX16-1427" fmla="*/ 0 w 2585764"/>
              <a:gd name="connsiteY16-1428" fmla="*/ 1069299 h 2533100"/>
              <a:gd name="connsiteX0-1429" fmla="*/ 0 w 2585764"/>
              <a:gd name="connsiteY0-1430" fmla="*/ 1069299 h 2533100"/>
              <a:gd name="connsiteX1-1431" fmla="*/ 0 w 2585764"/>
              <a:gd name="connsiteY1-1432" fmla="*/ 1069299 h 2533100"/>
              <a:gd name="connsiteX2-1433" fmla="*/ 1292905 w 2585764"/>
              <a:gd name="connsiteY2-1434" fmla="*/ 0 h 2533100"/>
              <a:gd name="connsiteX3-1435" fmla="*/ 1292860 w 2585764"/>
              <a:gd name="connsiteY3-1436" fmla="*/ 36 h 2533100"/>
              <a:gd name="connsiteX4-1437" fmla="*/ 2585764 w 2585764"/>
              <a:gd name="connsiteY4-1438" fmla="*/ 1069335 h 2533100"/>
              <a:gd name="connsiteX5-1439" fmla="*/ 2585720 w 2585764"/>
              <a:gd name="connsiteY5-1440" fmla="*/ 1069298 h 2533100"/>
              <a:gd name="connsiteX6-1441" fmla="*/ 2585720 w 2585764"/>
              <a:gd name="connsiteY6-1442" fmla="*/ 1069298 h 2533100"/>
              <a:gd name="connsiteX7-1443" fmla="*/ 1939290 w 2585764"/>
              <a:gd name="connsiteY7-1444" fmla="*/ 1069298 h 2533100"/>
              <a:gd name="connsiteX8-1445" fmla="*/ 1939290 w 2585764"/>
              <a:gd name="connsiteY8-1446" fmla="*/ 1069298 h 2533100"/>
              <a:gd name="connsiteX9-1447" fmla="*/ 1939290 w 2585764"/>
              <a:gd name="connsiteY9-1448" fmla="*/ 2533100 h 2533100"/>
              <a:gd name="connsiteX10-1449" fmla="*/ 1939290 w 2585764"/>
              <a:gd name="connsiteY10-1450" fmla="*/ 2533051 h 2533100"/>
              <a:gd name="connsiteX11-1451" fmla="*/ 646430 w 2585764"/>
              <a:gd name="connsiteY11-1452" fmla="*/ 2533051 h 2533100"/>
              <a:gd name="connsiteX12-1453" fmla="*/ 646430 w 2585764"/>
              <a:gd name="connsiteY12-1454" fmla="*/ 2533051 h 2533100"/>
              <a:gd name="connsiteX13-1455" fmla="*/ 646430 w 2585764"/>
              <a:gd name="connsiteY13-1456" fmla="*/ 1069249 h 2533100"/>
              <a:gd name="connsiteX14-1457" fmla="*/ 646430 w 2585764"/>
              <a:gd name="connsiteY14-1458" fmla="*/ 1069298 h 2533100"/>
              <a:gd name="connsiteX15-1459" fmla="*/ 0 w 2585764"/>
              <a:gd name="connsiteY15-1460" fmla="*/ 1069298 h 2533100"/>
              <a:gd name="connsiteX16-1461" fmla="*/ 0 w 2585764"/>
              <a:gd name="connsiteY16-1462" fmla="*/ 1069299 h 2533100"/>
              <a:gd name="connsiteX0-1463" fmla="*/ 0 w 2585764"/>
              <a:gd name="connsiteY0-1464" fmla="*/ 1069299 h 2533100"/>
              <a:gd name="connsiteX1-1465" fmla="*/ 0 w 2585764"/>
              <a:gd name="connsiteY1-1466" fmla="*/ 1069299 h 2533100"/>
              <a:gd name="connsiteX2-1467" fmla="*/ 1292905 w 2585764"/>
              <a:gd name="connsiteY2-1468" fmla="*/ 0 h 2533100"/>
              <a:gd name="connsiteX3-1469" fmla="*/ 1292860 w 2585764"/>
              <a:gd name="connsiteY3-1470" fmla="*/ 36 h 2533100"/>
              <a:gd name="connsiteX4-1471" fmla="*/ 2585764 w 2585764"/>
              <a:gd name="connsiteY4-1472" fmla="*/ 1069335 h 2533100"/>
              <a:gd name="connsiteX5-1473" fmla="*/ 2585720 w 2585764"/>
              <a:gd name="connsiteY5-1474" fmla="*/ 1069298 h 2533100"/>
              <a:gd name="connsiteX6-1475" fmla="*/ 2585720 w 2585764"/>
              <a:gd name="connsiteY6-1476" fmla="*/ 1069298 h 2533100"/>
              <a:gd name="connsiteX7-1477" fmla="*/ 1939290 w 2585764"/>
              <a:gd name="connsiteY7-1478" fmla="*/ 1069298 h 2533100"/>
              <a:gd name="connsiteX8-1479" fmla="*/ 1939290 w 2585764"/>
              <a:gd name="connsiteY8-1480" fmla="*/ 1069298 h 2533100"/>
              <a:gd name="connsiteX9-1481" fmla="*/ 1939290 w 2585764"/>
              <a:gd name="connsiteY9-1482" fmla="*/ 2533100 h 2533100"/>
              <a:gd name="connsiteX10-1483" fmla="*/ 1939290 w 2585764"/>
              <a:gd name="connsiteY10-1484" fmla="*/ 2533051 h 2533100"/>
              <a:gd name="connsiteX11-1485" fmla="*/ 646430 w 2585764"/>
              <a:gd name="connsiteY11-1486" fmla="*/ 2533051 h 2533100"/>
              <a:gd name="connsiteX12-1487" fmla="*/ 646430 w 2585764"/>
              <a:gd name="connsiteY12-1488" fmla="*/ 2533051 h 2533100"/>
              <a:gd name="connsiteX13-1489" fmla="*/ 646430 w 2585764"/>
              <a:gd name="connsiteY13-1490" fmla="*/ 1069249 h 2533100"/>
              <a:gd name="connsiteX14-1491" fmla="*/ 646430 w 2585764"/>
              <a:gd name="connsiteY14-1492" fmla="*/ 1069298 h 2533100"/>
              <a:gd name="connsiteX15-1493" fmla="*/ 0 w 2585764"/>
              <a:gd name="connsiteY15-1494" fmla="*/ 1069298 h 2533100"/>
              <a:gd name="connsiteX16-1495" fmla="*/ 0 w 2585764"/>
              <a:gd name="connsiteY16-1496" fmla="*/ 1069299 h 2533100"/>
              <a:gd name="connsiteX0-1497" fmla="*/ 0 w 2585764"/>
              <a:gd name="connsiteY0-1498" fmla="*/ 1069299 h 2533100"/>
              <a:gd name="connsiteX1-1499" fmla="*/ 0 w 2585764"/>
              <a:gd name="connsiteY1-1500" fmla="*/ 1069299 h 2533100"/>
              <a:gd name="connsiteX2-1501" fmla="*/ 1292905 w 2585764"/>
              <a:gd name="connsiteY2-1502" fmla="*/ 0 h 2533100"/>
              <a:gd name="connsiteX3-1503" fmla="*/ 1292860 w 2585764"/>
              <a:gd name="connsiteY3-1504" fmla="*/ 36 h 2533100"/>
              <a:gd name="connsiteX4-1505" fmla="*/ 2585764 w 2585764"/>
              <a:gd name="connsiteY4-1506" fmla="*/ 1069335 h 2533100"/>
              <a:gd name="connsiteX5-1507" fmla="*/ 2585720 w 2585764"/>
              <a:gd name="connsiteY5-1508" fmla="*/ 1069298 h 2533100"/>
              <a:gd name="connsiteX6-1509" fmla="*/ 2585720 w 2585764"/>
              <a:gd name="connsiteY6-1510" fmla="*/ 1069298 h 2533100"/>
              <a:gd name="connsiteX7-1511" fmla="*/ 1939290 w 2585764"/>
              <a:gd name="connsiteY7-1512" fmla="*/ 1069298 h 2533100"/>
              <a:gd name="connsiteX8-1513" fmla="*/ 1939290 w 2585764"/>
              <a:gd name="connsiteY8-1514" fmla="*/ 1069298 h 2533100"/>
              <a:gd name="connsiteX9-1515" fmla="*/ 1939290 w 2585764"/>
              <a:gd name="connsiteY9-1516" fmla="*/ 2533100 h 2533100"/>
              <a:gd name="connsiteX10-1517" fmla="*/ 1939290 w 2585764"/>
              <a:gd name="connsiteY10-1518" fmla="*/ 2533051 h 2533100"/>
              <a:gd name="connsiteX11-1519" fmla="*/ 646430 w 2585764"/>
              <a:gd name="connsiteY11-1520" fmla="*/ 2533051 h 2533100"/>
              <a:gd name="connsiteX12-1521" fmla="*/ 646430 w 2585764"/>
              <a:gd name="connsiteY12-1522" fmla="*/ 2533051 h 2533100"/>
              <a:gd name="connsiteX13-1523" fmla="*/ 646430 w 2585764"/>
              <a:gd name="connsiteY13-1524" fmla="*/ 1069249 h 2533100"/>
              <a:gd name="connsiteX14-1525" fmla="*/ 646430 w 2585764"/>
              <a:gd name="connsiteY14-1526" fmla="*/ 1069298 h 2533100"/>
              <a:gd name="connsiteX15-1527" fmla="*/ 0 w 2585764"/>
              <a:gd name="connsiteY15-1528" fmla="*/ 1069298 h 2533100"/>
              <a:gd name="connsiteX16-1529" fmla="*/ 0 w 2585764"/>
              <a:gd name="connsiteY16-1530" fmla="*/ 1069299 h 2533100"/>
              <a:gd name="connsiteX0-1531" fmla="*/ 0 w 2585764"/>
              <a:gd name="connsiteY0-1532" fmla="*/ 1069299 h 2533100"/>
              <a:gd name="connsiteX1-1533" fmla="*/ 0 w 2585764"/>
              <a:gd name="connsiteY1-1534" fmla="*/ 1069299 h 2533100"/>
              <a:gd name="connsiteX2-1535" fmla="*/ 1292905 w 2585764"/>
              <a:gd name="connsiteY2-1536" fmla="*/ 0 h 2533100"/>
              <a:gd name="connsiteX3-1537" fmla="*/ 1292860 w 2585764"/>
              <a:gd name="connsiteY3-1538" fmla="*/ 36 h 2533100"/>
              <a:gd name="connsiteX4-1539" fmla="*/ 2585764 w 2585764"/>
              <a:gd name="connsiteY4-1540" fmla="*/ 1069335 h 2533100"/>
              <a:gd name="connsiteX5-1541" fmla="*/ 2585720 w 2585764"/>
              <a:gd name="connsiteY5-1542" fmla="*/ 1069298 h 2533100"/>
              <a:gd name="connsiteX6-1543" fmla="*/ 2585720 w 2585764"/>
              <a:gd name="connsiteY6-1544" fmla="*/ 1069298 h 2533100"/>
              <a:gd name="connsiteX7-1545" fmla="*/ 1939290 w 2585764"/>
              <a:gd name="connsiteY7-1546" fmla="*/ 1069298 h 2533100"/>
              <a:gd name="connsiteX8-1547" fmla="*/ 1939290 w 2585764"/>
              <a:gd name="connsiteY8-1548" fmla="*/ 1069298 h 2533100"/>
              <a:gd name="connsiteX9-1549" fmla="*/ 1939290 w 2585764"/>
              <a:gd name="connsiteY9-1550" fmla="*/ 2533100 h 2533100"/>
              <a:gd name="connsiteX10-1551" fmla="*/ 1939290 w 2585764"/>
              <a:gd name="connsiteY10-1552" fmla="*/ 2533051 h 2533100"/>
              <a:gd name="connsiteX11-1553" fmla="*/ 646430 w 2585764"/>
              <a:gd name="connsiteY11-1554" fmla="*/ 2533051 h 2533100"/>
              <a:gd name="connsiteX12-1555" fmla="*/ 646430 w 2585764"/>
              <a:gd name="connsiteY12-1556" fmla="*/ 2533051 h 2533100"/>
              <a:gd name="connsiteX13-1557" fmla="*/ 646430 w 2585764"/>
              <a:gd name="connsiteY13-1558" fmla="*/ 1069249 h 2533100"/>
              <a:gd name="connsiteX14-1559" fmla="*/ 646430 w 2585764"/>
              <a:gd name="connsiteY14-1560" fmla="*/ 1069298 h 2533100"/>
              <a:gd name="connsiteX15-1561" fmla="*/ 0 w 2585764"/>
              <a:gd name="connsiteY15-1562" fmla="*/ 1069298 h 2533100"/>
              <a:gd name="connsiteX16-1563" fmla="*/ 0 w 2585764"/>
              <a:gd name="connsiteY16-1564" fmla="*/ 1069299 h 2533100"/>
              <a:gd name="connsiteX0-1565" fmla="*/ 0 w 2585764"/>
              <a:gd name="connsiteY0-1566" fmla="*/ 1069299 h 2533100"/>
              <a:gd name="connsiteX1-1567" fmla="*/ 0 w 2585764"/>
              <a:gd name="connsiteY1-1568" fmla="*/ 1069299 h 2533100"/>
              <a:gd name="connsiteX2-1569" fmla="*/ 1292905 w 2585764"/>
              <a:gd name="connsiteY2-1570" fmla="*/ 0 h 2533100"/>
              <a:gd name="connsiteX3-1571" fmla="*/ 1292860 w 2585764"/>
              <a:gd name="connsiteY3-1572" fmla="*/ 36 h 2533100"/>
              <a:gd name="connsiteX4-1573" fmla="*/ 2585764 w 2585764"/>
              <a:gd name="connsiteY4-1574" fmla="*/ 1069335 h 2533100"/>
              <a:gd name="connsiteX5-1575" fmla="*/ 2585720 w 2585764"/>
              <a:gd name="connsiteY5-1576" fmla="*/ 1069298 h 2533100"/>
              <a:gd name="connsiteX6-1577" fmla="*/ 2585720 w 2585764"/>
              <a:gd name="connsiteY6-1578" fmla="*/ 1069298 h 2533100"/>
              <a:gd name="connsiteX7-1579" fmla="*/ 1939290 w 2585764"/>
              <a:gd name="connsiteY7-1580" fmla="*/ 1069298 h 2533100"/>
              <a:gd name="connsiteX8-1581" fmla="*/ 1939290 w 2585764"/>
              <a:gd name="connsiteY8-1582" fmla="*/ 1069298 h 2533100"/>
              <a:gd name="connsiteX9-1583" fmla="*/ 1939290 w 2585764"/>
              <a:gd name="connsiteY9-1584" fmla="*/ 2533100 h 2533100"/>
              <a:gd name="connsiteX10-1585" fmla="*/ 1939290 w 2585764"/>
              <a:gd name="connsiteY10-1586" fmla="*/ 2533051 h 2533100"/>
              <a:gd name="connsiteX11-1587" fmla="*/ 646430 w 2585764"/>
              <a:gd name="connsiteY11-1588" fmla="*/ 2533051 h 2533100"/>
              <a:gd name="connsiteX12-1589" fmla="*/ 646430 w 2585764"/>
              <a:gd name="connsiteY12-1590" fmla="*/ 2533051 h 2533100"/>
              <a:gd name="connsiteX13-1591" fmla="*/ 646430 w 2585764"/>
              <a:gd name="connsiteY13-1592" fmla="*/ 1069249 h 2533100"/>
              <a:gd name="connsiteX14-1593" fmla="*/ 646430 w 2585764"/>
              <a:gd name="connsiteY14-1594" fmla="*/ 1069298 h 2533100"/>
              <a:gd name="connsiteX15-1595" fmla="*/ 0 w 2585764"/>
              <a:gd name="connsiteY15-1596" fmla="*/ 1069298 h 2533100"/>
              <a:gd name="connsiteX16-1597" fmla="*/ 0 w 2585764"/>
              <a:gd name="connsiteY16-1598" fmla="*/ 1069299 h 2533100"/>
              <a:gd name="connsiteX0-1599" fmla="*/ 0 w 2585764"/>
              <a:gd name="connsiteY0-1600" fmla="*/ 1069299 h 2533100"/>
              <a:gd name="connsiteX1-1601" fmla="*/ 0 w 2585764"/>
              <a:gd name="connsiteY1-1602" fmla="*/ 1069299 h 2533100"/>
              <a:gd name="connsiteX2-1603" fmla="*/ 1292905 w 2585764"/>
              <a:gd name="connsiteY2-1604" fmla="*/ 0 h 2533100"/>
              <a:gd name="connsiteX3-1605" fmla="*/ 1292860 w 2585764"/>
              <a:gd name="connsiteY3-1606" fmla="*/ 36 h 2533100"/>
              <a:gd name="connsiteX4-1607" fmla="*/ 2585764 w 2585764"/>
              <a:gd name="connsiteY4-1608" fmla="*/ 1069335 h 2533100"/>
              <a:gd name="connsiteX5-1609" fmla="*/ 2585720 w 2585764"/>
              <a:gd name="connsiteY5-1610" fmla="*/ 1069298 h 2533100"/>
              <a:gd name="connsiteX6-1611" fmla="*/ 2585720 w 2585764"/>
              <a:gd name="connsiteY6-1612" fmla="*/ 1069298 h 2533100"/>
              <a:gd name="connsiteX7-1613" fmla="*/ 1939290 w 2585764"/>
              <a:gd name="connsiteY7-1614" fmla="*/ 1069298 h 2533100"/>
              <a:gd name="connsiteX8-1615" fmla="*/ 1939290 w 2585764"/>
              <a:gd name="connsiteY8-1616" fmla="*/ 1069298 h 2533100"/>
              <a:gd name="connsiteX9-1617" fmla="*/ 1939290 w 2585764"/>
              <a:gd name="connsiteY9-1618" fmla="*/ 2533100 h 2533100"/>
              <a:gd name="connsiteX10-1619" fmla="*/ 1939290 w 2585764"/>
              <a:gd name="connsiteY10-1620" fmla="*/ 2533051 h 2533100"/>
              <a:gd name="connsiteX11-1621" fmla="*/ 646430 w 2585764"/>
              <a:gd name="connsiteY11-1622" fmla="*/ 2533051 h 2533100"/>
              <a:gd name="connsiteX12-1623" fmla="*/ 646430 w 2585764"/>
              <a:gd name="connsiteY12-1624" fmla="*/ 2533051 h 2533100"/>
              <a:gd name="connsiteX13-1625" fmla="*/ 646430 w 2585764"/>
              <a:gd name="connsiteY13-1626" fmla="*/ 1069249 h 2533100"/>
              <a:gd name="connsiteX14-1627" fmla="*/ 646430 w 2585764"/>
              <a:gd name="connsiteY14-1628" fmla="*/ 1069298 h 2533100"/>
              <a:gd name="connsiteX15-1629" fmla="*/ 0 w 2585764"/>
              <a:gd name="connsiteY15-1630" fmla="*/ 1069298 h 2533100"/>
              <a:gd name="connsiteX16-1631" fmla="*/ 0 w 2585764"/>
              <a:gd name="connsiteY16-1632" fmla="*/ 1069299 h 2533100"/>
              <a:gd name="connsiteX0-1633" fmla="*/ 0 w 2585764"/>
              <a:gd name="connsiteY0-1634" fmla="*/ 1069299 h 2533100"/>
              <a:gd name="connsiteX1-1635" fmla="*/ 0 w 2585764"/>
              <a:gd name="connsiteY1-1636" fmla="*/ 1069299 h 2533100"/>
              <a:gd name="connsiteX2-1637" fmla="*/ 1292905 w 2585764"/>
              <a:gd name="connsiteY2-1638" fmla="*/ 0 h 2533100"/>
              <a:gd name="connsiteX3-1639" fmla="*/ 1292860 w 2585764"/>
              <a:gd name="connsiteY3-1640" fmla="*/ 36 h 2533100"/>
              <a:gd name="connsiteX4-1641" fmla="*/ 2585764 w 2585764"/>
              <a:gd name="connsiteY4-1642" fmla="*/ 1069335 h 2533100"/>
              <a:gd name="connsiteX5-1643" fmla="*/ 2585720 w 2585764"/>
              <a:gd name="connsiteY5-1644" fmla="*/ 1069298 h 2533100"/>
              <a:gd name="connsiteX6-1645" fmla="*/ 2585720 w 2585764"/>
              <a:gd name="connsiteY6-1646" fmla="*/ 1069298 h 2533100"/>
              <a:gd name="connsiteX7-1647" fmla="*/ 1939290 w 2585764"/>
              <a:gd name="connsiteY7-1648" fmla="*/ 1069298 h 2533100"/>
              <a:gd name="connsiteX8-1649" fmla="*/ 1939290 w 2585764"/>
              <a:gd name="connsiteY8-1650" fmla="*/ 1069298 h 2533100"/>
              <a:gd name="connsiteX9-1651" fmla="*/ 1939290 w 2585764"/>
              <a:gd name="connsiteY9-1652" fmla="*/ 2533100 h 2533100"/>
              <a:gd name="connsiteX10-1653" fmla="*/ 1939290 w 2585764"/>
              <a:gd name="connsiteY10-1654" fmla="*/ 2533051 h 2533100"/>
              <a:gd name="connsiteX11-1655" fmla="*/ 646430 w 2585764"/>
              <a:gd name="connsiteY11-1656" fmla="*/ 2533051 h 2533100"/>
              <a:gd name="connsiteX12-1657" fmla="*/ 646430 w 2585764"/>
              <a:gd name="connsiteY12-1658" fmla="*/ 2533051 h 2533100"/>
              <a:gd name="connsiteX13-1659" fmla="*/ 646430 w 2585764"/>
              <a:gd name="connsiteY13-1660" fmla="*/ 1069249 h 2533100"/>
              <a:gd name="connsiteX14-1661" fmla="*/ 646430 w 2585764"/>
              <a:gd name="connsiteY14-1662" fmla="*/ 1069298 h 2533100"/>
              <a:gd name="connsiteX15-1663" fmla="*/ 0 w 2585764"/>
              <a:gd name="connsiteY15-1664" fmla="*/ 1069298 h 2533100"/>
              <a:gd name="connsiteX16-1665" fmla="*/ 0 w 2585764"/>
              <a:gd name="connsiteY16-1666" fmla="*/ 1069299 h 2533100"/>
              <a:gd name="connsiteX0-1667" fmla="*/ 0 w 2585764"/>
              <a:gd name="connsiteY0-1668" fmla="*/ 1069299 h 2533100"/>
              <a:gd name="connsiteX1-1669" fmla="*/ 0 w 2585764"/>
              <a:gd name="connsiteY1-1670" fmla="*/ 1069299 h 2533100"/>
              <a:gd name="connsiteX2-1671" fmla="*/ 1292905 w 2585764"/>
              <a:gd name="connsiteY2-1672" fmla="*/ 0 h 2533100"/>
              <a:gd name="connsiteX3-1673" fmla="*/ 1292860 w 2585764"/>
              <a:gd name="connsiteY3-1674" fmla="*/ 36 h 2533100"/>
              <a:gd name="connsiteX4-1675" fmla="*/ 2585764 w 2585764"/>
              <a:gd name="connsiteY4-1676" fmla="*/ 1069335 h 2533100"/>
              <a:gd name="connsiteX5-1677" fmla="*/ 2585720 w 2585764"/>
              <a:gd name="connsiteY5-1678" fmla="*/ 1069298 h 2533100"/>
              <a:gd name="connsiteX6-1679" fmla="*/ 2585720 w 2585764"/>
              <a:gd name="connsiteY6-1680" fmla="*/ 1069298 h 2533100"/>
              <a:gd name="connsiteX7-1681" fmla="*/ 1939290 w 2585764"/>
              <a:gd name="connsiteY7-1682" fmla="*/ 1069298 h 2533100"/>
              <a:gd name="connsiteX8-1683" fmla="*/ 1939290 w 2585764"/>
              <a:gd name="connsiteY8-1684" fmla="*/ 1069298 h 2533100"/>
              <a:gd name="connsiteX9-1685" fmla="*/ 1939290 w 2585764"/>
              <a:gd name="connsiteY9-1686" fmla="*/ 2533100 h 2533100"/>
              <a:gd name="connsiteX10-1687" fmla="*/ 1939290 w 2585764"/>
              <a:gd name="connsiteY10-1688" fmla="*/ 2533051 h 2533100"/>
              <a:gd name="connsiteX11-1689" fmla="*/ 646430 w 2585764"/>
              <a:gd name="connsiteY11-1690" fmla="*/ 2533051 h 2533100"/>
              <a:gd name="connsiteX12-1691" fmla="*/ 646430 w 2585764"/>
              <a:gd name="connsiteY12-1692" fmla="*/ 2533051 h 2533100"/>
              <a:gd name="connsiteX13-1693" fmla="*/ 646430 w 2585764"/>
              <a:gd name="connsiteY13-1694" fmla="*/ 1069249 h 2533100"/>
              <a:gd name="connsiteX14-1695" fmla="*/ 646430 w 2585764"/>
              <a:gd name="connsiteY14-1696" fmla="*/ 1069298 h 2533100"/>
              <a:gd name="connsiteX15-1697" fmla="*/ 0 w 2585764"/>
              <a:gd name="connsiteY15-1698" fmla="*/ 1069298 h 2533100"/>
              <a:gd name="connsiteX16-1699" fmla="*/ 23342 w 2585764"/>
              <a:gd name="connsiteY16-1700" fmla="*/ 1060893 h 2533100"/>
              <a:gd name="connsiteX0-1701" fmla="*/ 23342 w 2585764"/>
              <a:gd name="connsiteY0-1702" fmla="*/ 1060893 h 2533100"/>
              <a:gd name="connsiteX1-1703" fmla="*/ 0 w 2585764"/>
              <a:gd name="connsiteY1-1704" fmla="*/ 1069299 h 2533100"/>
              <a:gd name="connsiteX2-1705" fmla="*/ 1292905 w 2585764"/>
              <a:gd name="connsiteY2-1706" fmla="*/ 0 h 2533100"/>
              <a:gd name="connsiteX3-1707" fmla="*/ 1292860 w 2585764"/>
              <a:gd name="connsiteY3-1708" fmla="*/ 36 h 2533100"/>
              <a:gd name="connsiteX4-1709" fmla="*/ 2585764 w 2585764"/>
              <a:gd name="connsiteY4-1710" fmla="*/ 1069335 h 2533100"/>
              <a:gd name="connsiteX5-1711" fmla="*/ 2585720 w 2585764"/>
              <a:gd name="connsiteY5-1712" fmla="*/ 1069298 h 2533100"/>
              <a:gd name="connsiteX6-1713" fmla="*/ 2585720 w 2585764"/>
              <a:gd name="connsiteY6-1714" fmla="*/ 1069298 h 2533100"/>
              <a:gd name="connsiteX7-1715" fmla="*/ 1939290 w 2585764"/>
              <a:gd name="connsiteY7-1716" fmla="*/ 1069298 h 2533100"/>
              <a:gd name="connsiteX8-1717" fmla="*/ 1939290 w 2585764"/>
              <a:gd name="connsiteY8-1718" fmla="*/ 1069298 h 2533100"/>
              <a:gd name="connsiteX9-1719" fmla="*/ 1939290 w 2585764"/>
              <a:gd name="connsiteY9-1720" fmla="*/ 2533100 h 2533100"/>
              <a:gd name="connsiteX10-1721" fmla="*/ 1939290 w 2585764"/>
              <a:gd name="connsiteY10-1722" fmla="*/ 2533051 h 2533100"/>
              <a:gd name="connsiteX11-1723" fmla="*/ 646430 w 2585764"/>
              <a:gd name="connsiteY11-1724" fmla="*/ 2533051 h 2533100"/>
              <a:gd name="connsiteX12-1725" fmla="*/ 646430 w 2585764"/>
              <a:gd name="connsiteY12-1726" fmla="*/ 2533051 h 2533100"/>
              <a:gd name="connsiteX13-1727" fmla="*/ 646430 w 2585764"/>
              <a:gd name="connsiteY13-1728" fmla="*/ 1069249 h 2533100"/>
              <a:gd name="connsiteX14-1729" fmla="*/ 646430 w 2585764"/>
              <a:gd name="connsiteY14-1730" fmla="*/ 1069298 h 2533100"/>
              <a:gd name="connsiteX15-1731" fmla="*/ 0 w 2585764"/>
              <a:gd name="connsiteY15-1732" fmla="*/ 1069298 h 2533100"/>
              <a:gd name="connsiteX16-1733" fmla="*/ 23342 w 2585764"/>
              <a:gd name="connsiteY16-1734" fmla="*/ 1060893 h 2533100"/>
              <a:gd name="connsiteX0-1735" fmla="*/ 23342 w 2585764"/>
              <a:gd name="connsiteY0-1736" fmla="*/ 1060893 h 2533100"/>
              <a:gd name="connsiteX1-1737" fmla="*/ 0 w 2585764"/>
              <a:gd name="connsiteY1-1738" fmla="*/ 1069299 h 2533100"/>
              <a:gd name="connsiteX2-1739" fmla="*/ 1292905 w 2585764"/>
              <a:gd name="connsiteY2-1740" fmla="*/ 0 h 2533100"/>
              <a:gd name="connsiteX3-1741" fmla="*/ 1292860 w 2585764"/>
              <a:gd name="connsiteY3-1742" fmla="*/ 36 h 2533100"/>
              <a:gd name="connsiteX4-1743" fmla="*/ 2585764 w 2585764"/>
              <a:gd name="connsiteY4-1744" fmla="*/ 1069335 h 2533100"/>
              <a:gd name="connsiteX5-1745" fmla="*/ 2585720 w 2585764"/>
              <a:gd name="connsiteY5-1746" fmla="*/ 1069298 h 2533100"/>
              <a:gd name="connsiteX6-1747" fmla="*/ 2585720 w 2585764"/>
              <a:gd name="connsiteY6-1748" fmla="*/ 1069298 h 2533100"/>
              <a:gd name="connsiteX7-1749" fmla="*/ 1939290 w 2585764"/>
              <a:gd name="connsiteY7-1750" fmla="*/ 1069298 h 2533100"/>
              <a:gd name="connsiteX8-1751" fmla="*/ 1939290 w 2585764"/>
              <a:gd name="connsiteY8-1752" fmla="*/ 1069298 h 2533100"/>
              <a:gd name="connsiteX9-1753" fmla="*/ 1939290 w 2585764"/>
              <a:gd name="connsiteY9-1754" fmla="*/ 2533100 h 2533100"/>
              <a:gd name="connsiteX10-1755" fmla="*/ 1939290 w 2585764"/>
              <a:gd name="connsiteY10-1756" fmla="*/ 2533051 h 2533100"/>
              <a:gd name="connsiteX11-1757" fmla="*/ 646430 w 2585764"/>
              <a:gd name="connsiteY11-1758" fmla="*/ 2533051 h 2533100"/>
              <a:gd name="connsiteX12-1759" fmla="*/ 646430 w 2585764"/>
              <a:gd name="connsiteY12-1760" fmla="*/ 2533051 h 2533100"/>
              <a:gd name="connsiteX13-1761" fmla="*/ 646430 w 2585764"/>
              <a:gd name="connsiteY13-1762" fmla="*/ 1069249 h 2533100"/>
              <a:gd name="connsiteX14-1763" fmla="*/ 646430 w 2585764"/>
              <a:gd name="connsiteY14-1764" fmla="*/ 1069298 h 2533100"/>
              <a:gd name="connsiteX15-1765" fmla="*/ 0 w 2585764"/>
              <a:gd name="connsiteY15-1766" fmla="*/ 1069298 h 2533100"/>
              <a:gd name="connsiteX16-1767" fmla="*/ 23342 w 2585764"/>
              <a:gd name="connsiteY16-1768" fmla="*/ 1060893 h 2533100"/>
              <a:gd name="connsiteX0-1769" fmla="*/ 23342 w 2585764"/>
              <a:gd name="connsiteY0-1770" fmla="*/ 1060893 h 2533100"/>
              <a:gd name="connsiteX1-1771" fmla="*/ 0 w 2585764"/>
              <a:gd name="connsiteY1-1772" fmla="*/ 1069299 h 2533100"/>
              <a:gd name="connsiteX2-1773" fmla="*/ 1292905 w 2585764"/>
              <a:gd name="connsiteY2-1774" fmla="*/ 0 h 2533100"/>
              <a:gd name="connsiteX3-1775" fmla="*/ 1292860 w 2585764"/>
              <a:gd name="connsiteY3-1776" fmla="*/ 36 h 2533100"/>
              <a:gd name="connsiteX4-1777" fmla="*/ 2585764 w 2585764"/>
              <a:gd name="connsiteY4-1778" fmla="*/ 1069335 h 2533100"/>
              <a:gd name="connsiteX5-1779" fmla="*/ 2585720 w 2585764"/>
              <a:gd name="connsiteY5-1780" fmla="*/ 1069298 h 2533100"/>
              <a:gd name="connsiteX6-1781" fmla="*/ 2585720 w 2585764"/>
              <a:gd name="connsiteY6-1782" fmla="*/ 1069298 h 2533100"/>
              <a:gd name="connsiteX7-1783" fmla="*/ 1939290 w 2585764"/>
              <a:gd name="connsiteY7-1784" fmla="*/ 1069298 h 2533100"/>
              <a:gd name="connsiteX8-1785" fmla="*/ 1939290 w 2585764"/>
              <a:gd name="connsiteY8-1786" fmla="*/ 1069298 h 2533100"/>
              <a:gd name="connsiteX9-1787" fmla="*/ 1939290 w 2585764"/>
              <a:gd name="connsiteY9-1788" fmla="*/ 2533100 h 2533100"/>
              <a:gd name="connsiteX10-1789" fmla="*/ 1939290 w 2585764"/>
              <a:gd name="connsiteY10-1790" fmla="*/ 2533051 h 2533100"/>
              <a:gd name="connsiteX11-1791" fmla="*/ 646430 w 2585764"/>
              <a:gd name="connsiteY11-1792" fmla="*/ 2533051 h 2533100"/>
              <a:gd name="connsiteX12-1793" fmla="*/ 646430 w 2585764"/>
              <a:gd name="connsiteY12-1794" fmla="*/ 2533051 h 2533100"/>
              <a:gd name="connsiteX13-1795" fmla="*/ 646430 w 2585764"/>
              <a:gd name="connsiteY13-1796" fmla="*/ 1069249 h 2533100"/>
              <a:gd name="connsiteX14-1797" fmla="*/ 646430 w 2585764"/>
              <a:gd name="connsiteY14-1798" fmla="*/ 1069298 h 2533100"/>
              <a:gd name="connsiteX15-1799" fmla="*/ 0 w 2585764"/>
              <a:gd name="connsiteY15-1800" fmla="*/ 1069298 h 2533100"/>
              <a:gd name="connsiteX16-1801" fmla="*/ 23342 w 2585764"/>
              <a:gd name="connsiteY16-1802" fmla="*/ 1060893 h 2533100"/>
              <a:gd name="connsiteX0-1803" fmla="*/ 23342 w 2585764"/>
              <a:gd name="connsiteY0-1804" fmla="*/ 1060893 h 2533100"/>
              <a:gd name="connsiteX1-1805" fmla="*/ 27197 w 2585764"/>
              <a:gd name="connsiteY1-1806" fmla="*/ 1046805 h 2533100"/>
              <a:gd name="connsiteX2-1807" fmla="*/ 1292905 w 2585764"/>
              <a:gd name="connsiteY2-1808" fmla="*/ 0 h 2533100"/>
              <a:gd name="connsiteX3-1809" fmla="*/ 1292860 w 2585764"/>
              <a:gd name="connsiteY3-1810" fmla="*/ 36 h 2533100"/>
              <a:gd name="connsiteX4-1811" fmla="*/ 2585764 w 2585764"/>
              <a:gd name="connsiteY4-1812" fmla="*/ 1069335 h 2533100"/>
              <a:gd name="connsiteX5-1813" fmla="*/ 2585720 w 2585764"/>
              <a:gd name="connsiteY5-1814" fmla="*/ 1069298 h 2533100"/>
              <a:gd name="connsiteX6-1815" fmla="*/ 2585720 w 2585764"/>
              <a:gd name="connsiteY6-1816" fmla="*/ 1069298 h 2533100"/>
              <a:gd name="connsiteX7-1817" fmla="*/ 1939290 w 2585764"/>
              <a:gd name="connsiteY7-1818" fmla="*/ 1069298 h 2533100"/>
              <a:gd name="connsiteX8-1819" fmla="*/ 1939290 w 2585764"/>
              <a:gd name="connsiteY8-1820" fmla="*/ 1069298 h 2533100"/>
              <a:gd name="connsiteX9-1821" fmla="*/ 1939290 w 2585764"/>
              <a:gd name="connsiteY9-1822" fmla="*/ 2533100 h 2533100"/>
              <a:gd name="connsiteX10-1823" fmla="*/ 1939290 w 2585764"/>
              <a:gd name="connsiteY10-1824" fmla="*/ 2533051 h 2533100"/>
              <a:gd name="connsiteX11-1825" fmla="*/ 646430 w 2585764"/>
              <a:gd name="connsiteY11-1826" fmla="*/ 2533051 h 2533100"/>
              <a:gd name="connsiteX12-1827" fmla="*/ 646430 w 2585764"/>
              <a:gd name="connsiteY12-1828" fmla="*/ 2533051 h 2533100"/>
              <a:gd name="connsiteX13-1829" fmla="*/ 646430 w 2585764"/>
              <a:gd name="connsiteY13-1830" fmla="*/ 1069249 h 2533100"/>
              <a:gd name="connsiteX14-1831" fmla="*/ 646430 w 2585764"/>
              <a:gd name="connsiteY14-1832" fmla="*/ 1069298 h 2533100"/>
              <a:gd name="connsiteX15-1833" fmla="*/ 0 w 2585764"/>
              <a:gd name="connsiteY15-1834" fmla="*/ 1069298 h 2533100"/>
              <a:gd name="connsiteX16-1835" fmla="*/ 23342 w 2585764"/>
              <a:gd name="connsiteY16-1836" fmla="*/ 1060893 h 2533100"/>
              <a:gd name="connsiteX0-1837" fmla="*/ 23342 w 2585764"/>
              <a:gd name="connsiteY0-1838" fmla="*/ 1060893 h 2533100"/>
              <a:gd name="connsiteX1-1839" fmla="*/ 27197 w 2585764"/>
              <a:gd name="connsiteY1-1840" fmla="*/ 1046805 h 2533100"/>
              <a:gd name="connsiteX2-1841" fmla="*/ 1292905 w 2585764"/>
              <a:gd name="connsiteY2-1842" fmla="*/ 0 h 2533100"/>
              <a:gd name="connsiteX3-1843" fmla="*/ 1292860 w 2585764"/>
              <a:gd name="connsiteY3-1844" fmla="*/ 36 h 2533100"/>
              <a:gd name="connsiteX4-1845" fmla="*/ 2585764 w 2585764"/>
              <a:gd name="connsiteY4-1846" fmla="*/ 1069335 h 2533100"/>
              <a:gd name="connsiteX5-1847" fmla="*/ 2585720 w 2585764"/>
              <a:gd name="connsiteY5-1848" fmla="*/ 1069298 h 2533100"/>
              <a:gd name="connsiteX6-1849" fmla="*/ 2585720 w 2585764"/>
              <a:gd name="connsiteY6-1850" fmla="*/ 1069298 h 2533100"/>
              <a:gd name="connsiteX7-1851" fmla="*/ 1939290 w 2585764"/>
              <a:gd name="connsiteY7-1852" fmla="*/ 1069298 h 2533100"/>
              <a:gd name="connsiteX8-1853" fmla="*/ 1939290 w 2585764"/>
              <a:gd name="connsiteY8-1854" fmla="*/ 1069298 h 2533100"/>
              <a:gd name="connsiteX9-1855" fmla="*/ 1939290 w 2585764"/>
              <a:gd name="connsiteY9-1856" fmla="*/ 2533100 h 2533100"/>
              <a:gd name="connsiteX10-1857" fmla="*/ 1939290 w 2585764"/>
              <a:gd name="connsiteY10-1858" fmla="*/ 2533051 h 2533100"/>
              <a:gd name="connsiteX11-1859" fmla="*/ 646430 w 2585764"/>
              <a:gd name="connsiteY11-1860" fmla="*/ 2533051 h 2533100"/>
              <a:gd name="connsiteX12-1861" fmla="*/ 646430 w 2585764"/>
              <a:gd name="connsiteY12-1862" fmla="*/ 2533051 h 2533100"/>
              <a:gd name="connsiteX13-1863" fmla="*/ 646430 w 2585764"/>
              <a:gd name="connsiteY13-1864" fmla="*/ 1069249 h 2533100"/>
              <a:gd name="connsiteX14-1865" fmla="*/ 646430 w 2585764"/>
              <a:gd name="connsiteY14-1866" fmla="*/ 1069298 h 2533100"/>
              <a:gd name="connsiteX15-1867" fmla="*/ 0 w 2585764"/>
              <a:gd name="connsiteY15-1868" fmla="*/ 1069298 h 2533100"/>
              <a:gd name="connsiteX16-1869" fmla="*/ 23342 w 2585764"/>
              <a:gd name="connsiteY16-1870" fmla="*/ 1060893 h 2533100"/>
              <a:gd name="connsiteX0-1871" fmla="*/ 23342 w 2585764"/>
              <a:gd name="connsiteY0-1872" fmla="*/ 1060893 h 2533100"/>
              <a:gd name="connsiteX1-1873" fmla="*/ 27197 w 2585764"/>
              <a:gd name="connsiteY1-1874" fmla="*/ 1046805 h 2533100"/>
              <a:gd name="connsiteX2-1875" fmla="*/ 1292905 w 2585764"/>
              <a:gd name="connsiteY2-1876" fmla="*/ 0 h 2533100"/>
              <a:gd name="connsiteX3-1877" fmla="*/ 1292860 w 2585764"/>
              <a:gd name="connsiteY3-1878" fmla="*/ 36 h 2533100"/>
              <a:gd name="connsiteX4-1879" fmla="*/ 2585764 w 2585764"/>
              <a:gd name="connsiteY4-1880" fmla="*/ 1069335 h 2533100"/>
              <a:gd name="connsiteX5-1881" fmla="*/ 2585720 w 2585764"/>
              <a:gd name="connsiteY5-1882" fmla="*/ 1069298 h 2533100"/>
              <a:gd name="connsiteX6-1883" fmla="*/ 2585720 w 2585764"/>
              <a:gd name="connsiteY6-1884" fmla="*/ 1069298 h 2533100"/>
              <a:gd name="connsiteX7-1885" fmla="*/ 1939290 w 2585764"/>
              <a:gd name="connsiteY7-1886" fmla="*/ 1069298 h 2533100"/>
              <a:gd name="connsiteX8-1887" fmla="*/ 1939290 w 2585764"/>
              <a:gd name="connsiteY8-1888" fmla="*/ 1069298 h 2533100"/>
              <a:gd name="connsiteX9-1889" fmla="*/ 1939290 w 2585764"/>
              <a:gd name="connsiteY9-1890" fmla="*/ 2533100 h 2533100"/>
              <a:gd name="connsiteX10-1891" fmla="*/ 1939290 w 2585764"/>
              <a:gd name="connsiteY10-1892" fmla="*/ 2533051 h 2533100"/>
              <a:gd name="connsiteX11-1893" fmla="*/ 646430 w 2585764"/>
              <a:gd name="connsiteY11-1894" fmla="*/ 2533051 h 2533100"/>
              <a:gd name="connsiteX12-1895" fmla="*/ 646430 w 2585764"/>
              <a:gd name="connsiteY12-1896" fmla="*/ 2533051 h 2533100"/>
              <a:gd name="connsiteX13-1897" fmla="*/ 646430 w 2585764"/>
              <a:gd name="connsiteY13-1898" fmla="*/ 1069249 h 2533100"/>
              <a:gd name="connsiteX14-1899" fmla="*/ 646430 w 2585764"/>
              <a:gd name="connsiteY14-1900" fmla="*/ 1069298 h 2533100"/>
              <a:gd name="connsiteX15-1901" fmla="*/ 0 w 2585764"/>
              <a:gd name="connsiteY15-1902" fmla="*/ 1069298 h 2533100"/>
              <a:gd name="connsiteX16-1903" fmla="*/ 23342 w 2585764"/>
              <a:gd name="connsiteY16-1904" fmla="*/ 1060893 h 2533100"/>
              <a:gd name="connsiteX0-1905" fmla="*/ 23342 w 2585764"/>
              <a:gd name="connsiteY0-1906" fmla="*/ 1060858 h 2533065"/>
              <a:gd name="connsiteX1-1907" fmla="*/ 27197 w 2585764"/>
              <a:gd name="connsiteY1-1908" fmla="*/ 1046770 h 2533065"/>
              <a:gd name="connsiteX2-1909" fmla="*/ 1284810 w 2585764"/>
              <a:gd name="connsiteY2-1910" fmla="*/ 6659 h 2533065"/>
              <a:gd name="connsiteX3-1911" fmla="*/ 1292860 w 2585764"/>
              <a:gd name="connsiteY3-1912" fmla="*/ 1 h 2533065"/>
              <a:gd name="connsiteX4-1913" fmla="*/ 2585764 w 2585764"/>
              <a:gd name="connsiteY4-1914" fmla="*/ 1069300 h 2533065"/>
              <a:gd name="connsiteX5-1915" fmla="*/ 2585720 w 2585764"/>
              <a:gd name="connsiteY5-1916" fmla="*/ 1069263 h 2533065"/>
              <a:gd name="connsiteX6-1917" fmla="*/ 2585720 w 2585764"/>
              <a:gd name="connsiteY6-1918" fmla="*/ 1069263 h 2533065"/>
              <a:gd name="connsiteX7-1919" fmla="*/ 1939290 w 2585764"/>
              <a:gd name="connsiteY7-1920" fmla="*/ 1069263 h 2533065"/>
              <a:gd name="connsiteX8-1921" fmla="*/ 1939290 w 2585764"/>
              <a:gd name="connsiteY8-1922" fmla="*/ 1069263 h 2533065"/>
              <a:gd name="connsiteX9-1923" fmla="*/ 1939290 w 2585764"/>
              <a:gd name="connsiteY9-1924" fmla="*/ 2533065 h 2533065"/>
              <a:gd name="connsiteX10-1925" fmla="*/ 1939290 w 2585764"/>
              <a:gd name="connsiteY10-1926" fmla="*/ 2533016 h 2533065"/>
              <a:gd name="connsiteX11-1927" fmla="*/ 646430 w 2585764"/>
              <a:gd name="connsiteY11-1928" fmla="*/ 2533016 h 2533065"/>
              <a:gd name="connsiteX12-1929" fmla="*/ 646430 w 2585764"/>
              <a:gd name="connsiteY12-1930" fmla="*/ 2533016 h 2533065"/>
              <a:gd name="connsiteX13-1931" fmla="*/ 646430 w 2585764"/>
              <a:gd name="connsiteY13-1932" fmla="*/ 1069214 h 2533065"/>
              <a:gd name="connsiteX14-1933" fmla="*/ 646430 w 2585764"/>
              <a:gd name="connsiteY14-1934" fmla="*/ 1069263 h 2533065"/>
              <a:gd name="connsiteX15-1935" fmla="*/ 0 w 2585764"/>
              <a:gd name="connsiteY15-1936" fmla="*/ 1069263 h 2533065"/>
              <a:gd name="connsiteX16-1937" fmla="*/ 23342 w 2585764"/>
              <a:gd name="connsiteY16-1938" fmla="*/ 1060858 h 2533065"/>
              <a:gd name="connsiteX0-1939" fmla="*/ 23342 w 2585764"/>
              <a:gd name="connsiteY0-1940" fmla="*/ 1060857 h 2533064"/>
              <a:gd name="connsiteX1-1941" fmla="*/ 27197 w 2585764"/>
              <a:gd name="connsiteY1-1942" fmla="*/ 1046769 h 2533064"/>
              <a:gd name="connsiteX2-1943" fmla="*/ 1284810 w 2585764"/>
              <a:gd name="connsiteY2-1944" fmla="*/ 6658 h 2533064"/>
              <a:gd name="connsiteX3-1945" fmla="*/ 1292860 w 2585764"/>
              <a:gd name="connsiteY3-1946" fmla="*/ 0 h 2533064"/>
              <a:gd name="connsiteX4-1947" fmla="*/ 2585764 w 2585764"/>
              <a:gd name="connsiteY4-1948" fmla="*/ 1069299 h 2533064"/>
              <a:gd name="connsiteX5-1949" fmla="*/ 2585720 w 2585764"/>
              <a:gd name="connsiteY5-1950" fmla="*/ 1069262 h 2533064"/>
              <a:gd name="connsiteX6-1951" fmla="*/ 2585720 w 2585764"/>
              <a:gd name="connsiteY6-1952" fmla="*/ 1069262 h 2533064"/>
              <a:gd name="connsiteX7-1953" fmla="*/ 1939290 w 2585764"/>
              <a:gd name="connsiteY7-1954" fmla="*/ 1069262 h 2533064"/>
              <a:gd name="connsiteX8-1955" fmla="*/ 1939290 w 2585764"/>
              <a:gd name="connsiteY8-1956" fmla="*/ 1069262 h 2533064"/>
              <a:gd name="connsiteX9-1957" fmla="*/ 1939290 w 2585764"/>
              <a:gd name="connsiteY9-1958" fmla="*/ 2533064 h 2533064"/>
              <a:gd name="connsiteX10-1959" fmla="*/ 1939290 w 2585764"/>
              <a:gd name="connsiteY10-1960" fmla="*/ 2533015 h 2533064"/>
              <a:gd name="connsiteX11-1961" fmla="*/ 646430 w 2585764"/>
              <a:gd name="connsiteY11-1962" fmla="*/ 2533015 h 2533064"/>
              <a:gd name="connsiteX12-1963" fmla="*/ 646430 w 2585764"/>
              <a:gd name="connsiteY12-1964" fmla="*/ 2533015 h 2533064"/>
              <a:gd name="connsiteX13-1965" fmla="*/ 646430 w 2585764"/>
              <a:gd name="connsiteY13-1966" fmla="*/ 1069213 h 2533064"/>
              <a:gd name="connsiteX14-1967" fmla="*/ 646430 w 2585764"/>
              <a:gd name="connsiteY14-1968" fmla="*/ 1069262 h 2533064"/>
              <a:gd name="connsiteX15-1969" fmla="*/ 0 w 2585764"/>
              <a:gd name="connsiteY15-1970" fmla="*/ 1069262 h 2533064"/>
              <a:gd name="connsiteX16-1971" fmla="*/ 23342 w 2585764"/>
              <a:gd name="connsiteY16-1972" fmla="*/ 1060857 h 2533064"/>
              <a:gd name="connsiteX0-1973" fmla="*/ 23342 w 2585764"/>
              <a:gd name="connsiteY0-1974" fmla="*/ 1060857 h 2533064"/>
              <a:gd name="connsiteX1-1975" fmla="*/ 27197 w 2585764"/>
              <a:gd name="connsiteY1-1976" fmla="*/ 1046769 h 2533064"/>
              <a:gd name="connsiteX2-1977" fmla="*/ 1284810 w 2585764"/>
              <a:gd name="connsiteY2-1978" fmla="*/ 6658 h 2533064"/>
              <a:gd name="connsiteX3-1979" fmla="*/ 1292860 w 2585764"/>
              <a:gd name="connsiteY3-1980" fmla="*/ 0 h 2533064"/>
              <a:gd name="connsiteX4-1981" fmla="*/ 2585764 w 2585764"/>
              <a:gd name="connsiteY4-1982" fmla="*/ 1069299 h 2533064"/>
              <a:gd name="connsiteX5-1983" fmla="*/ 2585720 w 2585764"/>
              <a:gd name="connsiteY5-1984" fmla="*/ 1069262 h 2533064"/>
              <a:gd name="connsiteX6-1985" fmla="*/ 2585720 w 2585764"/>
              <a:gd name="connsiteY6-1986" fmla="*/ 1069262 h 2533064"/>
              <a:gd name="connsiteX7-1987" fmla="*/ 1939290 w 2585764"/>
              <a:gd name="connsiteY7-1988" fmla="*/ 1069262 h 2533064"/>
              <a:gd name="connsiteX8-1989" fmla="*/ 1939290 w 2585764"/>
              <a:gd name="connsiteY8-1990" fmla="*/ 1069262 h 2533064"/>
              <a:gd name="connsiteX9-1991" fmla="*/ 1939290 w 2585764"/>
              <a:gd name="connsiteY9-1992" fmla="*/ 2533064 h 2533064"/>
              <a:gd name="connsiteX10-1993" fmla="*/ 1939290 w 2585764"/>
              <a:gd name="connsiteY10-1994" fmla="*/ 2533015 h 2533064"/>
              <a:gd name="connsiteX11-1995" fmla="*/ 646430 w 2585764"/>
              <a:gd name="connsiteY11-1996" fmla="*/ 2533015 h 2533064"/>
              <a:gd name="connsiteX12-1997" fmla="*/ 646430 w 2585764"/>
              <a:gd name="connsiteY12-1998" fmla="*/ 2533015 h 2533064"/>
              <a:gd name="connsiteX13-1999" fmla="*/ 646430 w 2585764"/>
              <a:gd name="connsiteY13-2000" fmla="*/ 1069213 h 2533064"/>
              <a:gd name="connsiteX14-2001" fmla="*/ 646430 w 2585764"/>
              <a:gd name="connsiteY14-2002" fmla="*/ 1069262 h 2533064"/>
              <a:gd name="connsiteX15-2003" fmla="*/ 0 w 2585764"/>
              <a:gd name="connsiteY15-2004" fmla="*/ 1069262 h 2533064"/>
              <a:gd name="connsiteX16-2005" fmla="*/ 23342 w 2585764"/>
              <a:gd name="connsiteY16-2006" fmla="*/ 1060857 h 2533064"/>
              <a:gd name="connsiteX0-2007" fmla="*/ 23342 w 2585764"/>
              <a:gd name="connsiteY0-2008" fmla="*/ 1057227 h 2529434"/>
              <a:gd name="connsiteX1-2009" fmla="*/ 27197 w 2585764"/>
              <a:gd name="connsiteY1-2010" fmla="*/ 1043139 h 2529434"/>
              <a:gd name="connsiteX2-2011" fmla="*/ 1284810 w 2585764"/>
              <a:gd name="connsiteY2-2012" fmla="*/ 3028 h 2529434"/>
              <a:gd name="connsiteX3-2013" fmla="*/ 1300955 w 2585764"/>
              <a:gd name="connsiteY3-2014" fmla="*/ 3064 h 2529434"/>
              <a:gd name="connsiteX4-2015" fmla="*/ 2585764 w 2585764"/>
              <a:gd name="connsiteY4-2016" fmla="*/ 1065669 h 2529434"/>
              <a:gd name="connsiteX5-2017" fmla="*/ 2585720 w 2585764"/>
              <a:gd name="connsiteY5-2018" fmla="*/ 1065632 h 2529434"/>
              <a:gd name="connsiteX6-2019" fmla="*/ 2585720 w 2585764"/>
              <a:gd name="connsiteY6-2020" fmla="*/ 1065632 h 2529434"/>
              <a:gd name="connsiteX7-2021" fmla="*/ 1939290 w 2585764"/>
              <a:gd name="connsiteY7-2022" fmla="*/ 1065632 h 2529434"/>
              <a:gd name="connsiteX8-2023" fmla="*/ 1939290 w 2585764"/>
              <a:gd name="connsiteY8-2024" fmla="*/ 1065632 h 2529434"/>
              <a:gd name="connsiteX9-2025" fmla="*/ 1939290 w 2585764"/>
              <a:gd name="connsiteY9-2026" fmla="*/ 2529434 h 2529434"/>
              <a:gd name="connsiteX10-2027" fmla="*/ 1939290 w 2585764"/>
              <a:gd name="connsiteY10-2028" fmla="*/ 2529385 h 2529434"/>
              <a:gd name="connsiteX11-2029" fmla="*/ 646430 w 2585764"/>
              <a:gd name="connsiteY11-2030" fmla="*/ 2529385 h 2529434"/>
              <a:gd name="connsiteX12-2031" fmla="*/ 646430 w 2585764"/>
              <a:gd name="connsiteY12-2032" fmla="*/ 2529385 h 2529434"/>
              <a:gd name="connsiteX13-2033" fmla="*/ 646430 w 2585764"/>
              <a:gd name="connsiteY13-2034" fmla="*/ 1065583 h 2529434"/>
              <a:gd name="connsiteX14-2035" fmla="*/ 646430 w 2585764"/>
              <a:gd name="connsiteY14-2036" fmla="*/ 1065632 h 2529434"/>
              <a:gd name="connsiteX15-2037" fmla="*/ 0 w 2585764"/>
              <a:gd name="connsiteY15-2038" fmla="*/ 1065632 h 2529434"/>
              <a:gd name="connsiteX16-2039" fmla="*/ 23342 w 2585764"/>
              <a:gd name="connsiteY16-2040" fmla="*/ 1057227 h 2529434"/>
              <a:gd name="connsiteX0-2041" fmla="*/ 23342 w 2585764"/>
              <a:gd name="connsiteY0-2042" fmla="*/ 1057227 h 2529434"/>
              <a:gd name="connsiteX1-2043" fmla="*/ 27197 w 2585764"/>
              <a:gd name="connsiteY1-2044" fmla="*/ 1043139 h 2529434"/>
              <a:gd name="connsiteX2-2045" fmla="*/ 1284810 w 2585764"/>
              <a:gd name="connsiteY2-2046" fmla="*/ 3028 h 2529434"/>
              <a:gd name="connsiteX3-2047" fmla="*/ 1300955 w 2585764"/>
              <a:gd name="connsiteY3-2048" fmla="*/ 3064 h 2529434"/>
              <a:gd name="connsiteX4-2049" fmla="*/ 2585764 w 2585764"/>
              <a:gd name="connsiteY4-2050" fmla="*/ 1065669 h 2529434"/>
              <a:gd name="connsiteX5-2051" fmla="*/ 2585720 w 2585764"/>
              <a:gd name="connsiteY5-2052" fmla="*/ 1065632 h 2529434"/>
              <a:gd name="connsiteX6-2053" fmla="*/ 2585720 w 2585764"/>
              <a:gd name="connsiteY6-2054" fmla="*/ 1065632 h 2529434"/>
              <a:gd name="connsiteX7-2055" fmla="*/ 1939290 w 2585764"/>
              <a:gd name="connsiteY7-2056" fmla="*/ 1065632 h 2529434"/>
              <a:gd name="connsiteX8-2057" fmla="*/ 1939290 w 2585764"/>
              <a:gd name="connsiteY8-2058" fmla="*/ 1065632 h 2529434"/>
              <a:gd name="connsiteX9-2059" fmla="*/ 1939290 w 2585764"/>
              <a:gd name="connsiteY9-2060" fmla="*/ 2529434 h 2529434"/>
              <a:gd name="connsiteX10-2061" fmla="*/ 1939290 w 2585764"/>
              <a:gd name="connsiteY10-2062" fmla="*/ 2529385 h 2529434"/>
              <a:gd name="connsiteX11-2063" fmla="*/ 646430 w 2585764"/>
              <a:gd name="connsiteY11-2064" fmla="*/ 2529385 h 2529434"/>
              <a:gd name="connsiteX12-2065" fmla="*/ 646430 w 2585764"/>
              <a:gd name="connsiteY12-2066" fmla="*/ 2529385 h 2529434"/>
              <a:gd name="connsiteX13-2067" fmla="*/ 646430 w 2585764"/>
              <a:gd name="connsiteY13-2068" fmla="*/ 1065583 h 2529434"/>
              <a:gd name="connsiteX14-2069" fmla="*/ 646430 w 2585764"/>
              <a:gd name="connsiteY14-2070" fmla="*/ 1065632 h 2529434"/>
              <a:gd name="connsiteX15-2071" fmla="*/ 0 w 2585764"/>
              <a:gd name="connsiteY15-2072" fmla="*/ 1065632 h 2529434"/>
              <a:gd name="connsiteX16-2073" fmla="*/ 23342 w 2585764"/>
              <a:gd name="connsiteY16-2074" fmla="*/ 1057227 h 2529434"/>
              <a:gd name="connsiteX0-2075" fmla="*/ 23342 w 2585764"/>
              <a:gd name="connsiteY0-2076" fmla="*/ 1057227 h 2529434"/>
              <a:gd name="connsiteX1-2077" fmla="*/ 27197 w 2585764"/>
              <a:gd name="connsiteY1-2078" fmla="*/ 1043139 h 2529434"/>
              <a:gd name="connsiteX2-2079" fmla="*/ 1284810 w 2585764"/>
              <a:gd name="connsiteY2-2080" fmla="*/ 3028 h 2529434"/>
              <a:gd name="connsiteX3-2081" fmla="*/ 1300955 w 2585764"/>
              <a:gd name="connsiteY3-2082" fmla="*/ 3064 h 2529434"/>
              <a:gd name="connsiteX4-2083" fmla="*/ 2585764 w 2585764"/>
              <a:gd name="connsiteY4-2084" fmla="*/ 1065669 h 2529434"/>
              <a:gd name="connsiteX5-2085" fmla="*/ 2585720 w 2585764"/>
              <a:gd name="connsiteY5-2086" fmla="*/ 1065632 h 2529434"/>
              <a:gd name="connsiteX6-2087" fmla="*/ 2585720 w 2585764"/>
              <a:gd name="connsiteY6-2088" fmla="*/ 1065632 h 2529434"/>
              <a:gd name="connsiteX7-2089" fmla="*/ 1939290 w 2585764"/>
              <a:gd name="connsiteY7-2090" fmla="*/ 1065632 h 2529434"/>
              <a:gd name="connsiteX8-2091" fmla="*/ 1939290 w 2585764"/>
              <a:gd name="connsiteY8-2092" fmla="*/ 1065632 h 2529434"/>
              <a:gd name="connsiteX9-2093" fmla="*/ 1939290 w 2585764"/>
              <a:gd name="connsiteY9-2094" fmla="*/ 2529434 h 2529434"/>
              <a:gd name="connsiteX10-2095" fmla="*/ 1939290 w 2585764"/>
              <a:gd name="connsiteY10-2096" fmla="*/ 2529385 h 2529434"/>
              <a:gd name="connsiteX11-2097" fmla="*/ 646430 w 2585764"/>
              <a:gd name="connsiteY11-2098" fmla="*/ 2529385 h 2529434"/>
              <a:gd name="connsiteX12-2099" fmla="*/ 646430 w 2585764"/>
              <a:gd name="connsiteY12-2100" fmla="*/ 2529385 h 2529434"/>
              <a:gd name="connsiteX13-2101" fmla="*/ 646430 w 2585764"/>
              <a:gd name="connsiteY13-2102" fmla="*/ 1065583 h 2529434"/>
              <a:gd name="connsiteX14-2103" fmla="*/ 646430 w 2585764"/>
              <a:gd name="connsiteY14-2104" fmla="*/ 1065632 h 2529434"/>
              <a:gd name="connsiteX15-2105" fmla="*/ 0 w 2585764"/>
              <a:gd name="connsiteY15-2106" fmla="*/ 1065632 h 2529434"/>
              <a:gd name="connsiteX16-2107" fmla="*/ 23342 w 2585764"/>
              <a:gd name="connsiteY16-2108" fmla="*/ 1057227 h 2529434"/>
              <a:gd name="connsiteX0-2109" fmla="*/ 23342 w 2585720"/>
              <a:gd name="connsiteY0-2110" fmla="*/ 1057227 h 2529434"/>
              <a:gd name="connsiteX1-2111" fmla="*/ 27197 w 2585720"/>
              <a:gd name="connsiteY1-2112" fmla="*/ 1043139 h 2529434"/>
              <a:gd name="connsiteX2-2113" fmla="*/ 1284810 w 2585720"/>
              <a:gd name="connsiteY2-2114" fmla="*/ 3028 h 2529434"/>
              <a:gd name="connsiteX3-2115" fmla="*/ 1300955 w 2585720"/>
              <a:gd name="connsiteY3-2116" fmla="*/ 3064 h 2529434"/>
              <a:gd name="connsiteX4-2117" fmla="*/ 2558568 w 2585720"/>
              <a:gd name="connsiteY4-2118" fmla="*/ 1043175 h 2529434"/>
              <a:gd name="connsiteX5-2119" fmla="*/ 2585720 w 2585720"/>
              <a:gd name="connsiteY5-2120" fmla="*/ 1065632 h 2529434"/>
              <a:gd name="connsiteX6-2121" fmla="*/ 2585720 w 2585720"/>
              <a:gd name="connsiteY6-2122" fmla="*/ 1065632 h 2529434"/>
              <a:gd name="connsiteX7-2123" fmla="*/ 1939290 w 2585720"/>
              <a:gd name="connsiteY7-2124" fmla="*/ 1065632 h 2529434"/>
              <a:gd name="connsiteX8-2125" fmla="*/ 1939290 w 2585720"/>
              <a:gd name="connsiteY8-2126" fmla="*/ 1065632 h 2529434"/>
              <a:gd name="connsiteX9-2127" fmla="*/ 1939290 w 2585720"/>
              <a:gd name="connsiteY9-2128" fmla="*/ 2529434 h 2529434"/>
              <a:gd name="connsiteX10-2129" fmla="*/ 1939290 w 2585720"/>
              <a:gd name="connsiteY10-2130" fmla="*/ 2529385 h 2529434"/>
              <a:gd name="connsiteX11-2131" fmla="*/ 646430 w 2585720"/>
              <a:gd name="connsiteY11-2132" fmla="*/ 2529385 h 2529434"/>
              <a:gd name="connsiteX12-2133" fmla="*/ 646430 w 2585720"/>
              <a:gd name="connsiteY12-2134" fmla="*/ 2529385 h 2529434"/>
              <a:gd name="connsiteX13-2135" fmla="*/ 646430 w 2585720"/>
              <a:gd name="connsiteY13-2136" fmla="*/ 1065583 h 2529434"/>
              <a:gd name="connsiteX14-2137" fmla="*/ 646430 w 2585720"/>
              <a:gd name="connsiteY14-2138" fmla="*/ 1065632 h 2529434"/>
              <a:gd name="connsiteX15-2139" fmla="*/ 0 w 2585720"/>
              <a:gd name="connsiteY15-2140" fmla="*/ 1065632 h 2529434"/>
              <a:gd name="connsiteX16-2141" fmla="*/ 23342 w 2585720"/>
              <a:gd name="connsiteY16-2142" fmla="*/ 1057227 h 2529434"/>
              <a:gd name="connsiteX0-2143" fmla="*/ 23342 w 2585720"/>
              <a:gd name="connsiteY0-2144" fmla="*/ 1057227 h 2529434"/>
              <a:gd name="connsiteX1-2145" fmla="*/ 27197 w 2585720"/>
              <a:gd name="connsiteY1-2146" fmla="*/ 1043139 h 2529434"/>
              <a:gd name="connsiteX2-2147" fmla="*/ 1284810 w 2585720"/>
              <a:gd name="connsiteY2-2148" fmla="*/ 3028 h 2529434"/>
              <a:gd name="connsiteX3-2149" fmla="*/ 1300955 w 2585720"/>
              <a:gd name="connsiteY3-2150" fmla="*/ 3064 h 2529434"/>
              <a:gd name="connsiteX4-2151" fmla="*/ 2558568 w 2585720"/>
              <a:gd name="connsiteY4-2152" fmla="*/ 1043175 h 2529434"/>
              <a:gd name="connsiteX5-2153" fmla="*/ 2585720 w 2585720"/>
              <a:gd name="connsiteY5-2154" fmla="*/ 1065632 h 2529434"/>
              <a:gd name="connsiteX6-2155" fmla="*/ 2585720 w 2585720"/>
              <a:gd name="connsiteY6-2156" fmla="*/ 1065632 h 2529434"/>
              <a:gd name="connsiteX7-2157" fmla="*/ 1939290 w 2585720"/>
              <a:gd name="connsiteY7-2158" fmla="*/ 1065632 h 2529434"/>
              <a:gd name="connsiteX8-2159" fmla="*/ 1939290 w 2585720"/>
              <a:gd name="connsiteY8-2160" fmla="*/ 1065632 h 2529434"/>
              <a:gd name="connsiteX9-2161" fmla="*/ 1939290 w 2585720"/>
              <a:gd name="connsiteY9-2162" fmla="*/ 2529434 h 2529434"/>
              <a:gd name="connsiteX10-2163" fmla="*/ 1939290 w 2585720"/>
              <a:gd name="connsiteY10-2164" fmla="*/ 2529385 h 2529434"/>
              <a:gd name="connsiteX11-2165" fmla="*/ 646430 w 2585720"/>
              <a:gd name="connsiteY11-2166" fmla="*/ 2529385 h 2529434"/>
              <a:gd name="connsiteX12-2167" fmla="*/ 646430 w 2585720"/>
              <a:gd name="connsiteY12-2168" fmla="*/ 2529385 h 2529434"/>
              <a:gd name="connsiteX13-2169" fmla="*/ 646430 w 2585720"/>
              <a:gd name="connsiteY13-2170" fmla="*/ 1065583 h 2529434"/>
              <a:gd name="connsiteX14-2171" fmla="*/ 646430 w 2585720"/>
              <a:gd name="connsiteY14-2172" fmla="*/ 1065632 h 2529434"/>
              <a:gd name="connsiteX15-2173" fmla="*/ 0 w 2585720"/>
              <a:gd name="connsiteY15-2174" fmla="*/ 1065632 h 2529434"/>
              <a:gd name="connsiteX16-2175" fmla="*/ 23342 w 2585720"/>
              <a:gd name="connsiteY16-2176" fmla="*/ 1057227 h 2529434"/>
              <a:gd name="connsiteX0-2177" fmla="*/ 23342 w 2585720"/>
              <a:gd name="connsiteY0-2178" fmla="*/ 1057227 h 2529434"/>
              <a:gd name="connsiteX1-2179" fmla="*/ 27197 w 2585720"/>
              <a:gd name="connsiteY1-2180" fmla="*/ 1043139 h 2529434"/>
              <a:gd name="connsiteX2-2181" fmla="*/ 1284810 w 2585720"/>
              <a:gd name="connsiteY2-2182" fmla="*/ 3028 h 2529434"/>
              <a:gd name="connsiteX3-2183" fmla="*/ 1300955 w 2585720"/>
              <a:gd name="connsiteY3-2184" fmla="*/ 3064 h 2529434"/>
              <a:gd name="connsiteX4-2185" fmla="*/ 2558568 w 2585720"/>
              <a:gd name="connsiteY4-2186" fmla="*/ 1043175 h 2529434"/>
              <a:gd name="connsiteX5-2187" fmla="*/ 2585720 w 2585720"/>
              <a:gd name="connsiteY5-2188" fmla="*/ 1065632 h 2529434"/>
              <a:gd name="connsiteX6-2189" fmla="*/ 2585720 w 2585720"/>
              <a:gd name="connsiteY6-2190" fmla="*/ 1065632 h 2529434"/>
              <a:gd name="connsiteX7-2191" fmla="*/ 1939290 w 2585720"/>
              <a:gd name="connsiteY7-2192" fmla="*/ 1065632 h 2529434"/>
              <a:gd name="connsiteX8-2193" fmla="*/ 1939290 w 2585720"/>
              <a:gd name="connsiteY8-2194" fmla="*/ 1065632 h 2529434"/>
              <a:gd name="connsiteX9-2195" fmla="*/ 1939290 w 2585720"/>
              <a:gd name="connsiteY9-2196" fmla="*/ 2529434 h 2529434"/>
              <a:gd name="connsiteX10-2197" fmla="*/ 1939290 w 2585720"/>
              <a:gd name="connsiteY10-2198" fmla="*/ 2529385 h 2529434"/>
              <a:gd name="connsiteX11-2199" fmla="*/ 646430 w 2585720"/>
              <a:gd name="connsiteY11-2200" fmla="*/ 2529385 h 2529434"/>
              <a:gd name="connsiteX12-2201" fmla="*/ 646430 w 2585720"/>
              <a:gd name="connsiteY12-2202" fmla="*/ 2529385 h 2529434"/>
              <a:gd name="connsiteX13-2203" fmla="*/ 646430 w 2585720"/>
              <a:gd name="connsiteY13-2204" fmla="*/ 1065583 h 2529434"/>
              <a:gd name="connsiteX14-2205" fmla="*/ 646430 w 2585720"/>
              <a:gd name="connsiteY14-2206" fmla="*/ 1065632 h 2529434"/>
              <a:gd name="connsiteX15-2207" fmla="*/ 0 w 2585720"/>
              <a:gd name="connsiteY15-2208" fmla="*/ 1065632 h 2529434"/>
              <a:gd name="connsiteX16-2209" fmla="*/ 23342 w 2585720"/>
              <a:gd name="connsiteY16-2210" fmla="*/ 1057227 h 2529434"/>
              <a:gd name="connsiteX0-2211" fmla="*/ 23342 w 2585720"/>
              <a:gd name="connsiteY0-2212" fmla="*/ 1057227 h 2529434"/>
              <a:gd name="connsiteX1-2213" fmla="*/ 27197 w 2585720"/>
              <a:gd name="connsiteY1-2214" fmla="*/ 1043139 h 2529434"/>
              <a:gd name="connsiteX2-2215" fmla="*/ 1284810 w 2585720"/>
              <a:gd name="connsiteY2-2216" fmla="*/ 3028 h 2529434"/>
              <a:gd name="connsiteX3-2217" fmla="*/ 1300955 w 2585720"/>
              <a:gd name="connsiteY3-2218" fmla="*/ 3064 h 2529434"/>
              <a:gd name="connsiteX4-2219" fmla="*/ 2558568 w 2585720"/>
              <a:gd name="connsiteY4-2220" fmla="*/ 1043175 h 2529434"/>
              <a:gd name="connsiteX5-2221" fmla="*/ 2562377 w 2585720"/>
              <a:gd name="connsiteY5-2222" fmla="*/ 1057231 h 2529434"/>
              <a:gd name="connsiteX6-2223" fmla="*/ 2585720 w 2585720"/>
              <a:gd name="connsiteY6-2224" fmla="*/ 1065632 h 2529434"/>
              <a:gd name="connsiteX7-2225" fmla="*/ 1939290 w 2585720"/>
              <a:gd name="connsiteY7-2226" fmla="*/ 1065632 h 2529434"/>
              <a:gd name="connsiteX8-2227" fmla="*/ 1939290 w 2585720"/>
              <a:gd name="connsiteY8-2228" fmla="*/ 1065632 h 2529434"/>
              <a:gd name="connsiteX9-2229" fmla="*/ 1939290 w 2585720"/>
              <a:gd name="connsiteY9-2230" fmla="*/ 2529434 h 2529434"/>
              <a:gd name="connsiteX10-2231" fmla="*/ 1939290 w 2585720"/>
              <a:gd name="connsiteY10-2232" fmla="*/ 2529385 h 2529434"/>
              <a:gd name="connsiteX11-2233" fmla="*/ 646430 w 2585720"/>
              <a:gd name="connsiteY11-2234" fmla="*/ 2529385 h 2529434"/>
              <a:gd name="connsiteX12-2235" fmla="*/ 646430 w 2585720"/>
              <a:gd name="connsiteY12-2236" fmla="*/ 2529385 h 2529434"/>
              <a:gd name="connsiteX13-2237" fmla="*/ 646430 w 2585720"/>
              <a:gd name="connsiteY13-2238" fmla="*/ 1065583 h 2529434"/>
              <a:gd name="connsiteX14-2239" fmla="*/ 646430 w 2585720"/>
              <a:gd name="connsiteY14-2240" fmla="*/ 1065632 h 2529434"/>
              <a:gd name="connsiteX15-2241" fmla="*/ 0 w 2585720"/>
              <a:gd name="connsiteY15-2242" fmla="*/ 1065632 h 2529434"/>
              <a:gd name="connsiteX16-2243" fmla="*/ 23342 w 2585720"/>
              <a:gd name="connsiteY16-2244" fmla="*/ 1057227 h 2529434"/>
              <a:gd name="connsiteX0-2245" fmla="*/ 23342 w 2585720"/>
              <a:gd name="connsiteY0-2246" fmla="*/ 1057227 h 2529434"/>
              <a:gd name="connsiteX1-2247" fmla="*/ 27197 w 2585720"/>
              <a:gd name="connsiteY1-2248" fmla="*/ 1043139 h 2529434"/>
              <a:gd name="connsiteX2-2249" fmla="*/ 1284810 w 2585720"/>
              <a:gd name="connsiteY2-2250" fmla="*/ 3028 h 2529434"/>
              <a:gd name="connsiteX3-2251" fmla="*/ 1300955 w 2585720"/>
              <a:gd name="connsiteY3-2252" fmla="*/ 3064 h 2529434"/>
              <a:gd name="connsiteX4-2253" fmla="*/ 2558568 w 2585720"/>
              <a:gd name="connsiteY4-2254" fmla="*/ 1043175 h 2529434"/>
              <a:gd name="connsiteX5-2255" fmla="*/ 2562377 w 2585720"/>
              <a:gd name="connsiteY5-2256" fmla="*/ 1057231 h 2529434"/>
              <a:gd name="connsiteX6-2257" fmla="*/ 2585720 w 2585720"/>
              <a:gd name="connsiteY6-2258" fmla="*/ 1065632 h 2529434"/>
              <a:gd name="connsiteX7-2259" fmla="*/ 1939290 w 2585720"/>
              <a:gd name="connsiteY7-2260" fmla="*/ 1065632 h 2529434"/>
              <a:gd name="connsiteX8-2261" fmla="*/ 1939290 w 2585720"/>
              <a:gd name="connsiteY8-2262" fmla="*/ 1065632 h 2529434"/>
              <a:gd name="connsiteX9-2263" fmla="*/ 1939290 w 2585720"/>
              <a:gd name="connsiteY9-2264" fmla="*/ 2529434 h 2529434"/>
              <a:gd name="connsiteX10-2265" fmla="*/ 1939290 w 2585720"/>
              <a:gd name="connsiteY10-2266" fmla="*/ 2529385 h 2529434"/>
              <a:gd name="connsiteX11-2267" fmla="*/ 646430 w 2585720"/>
              <a:gd name="connsiteY11-2268" fmla="*/ 2529385 h 2529434"/>
              <a:gd name="connsiteX12-2269" fmla="*/ 646430 w 2585720"/>
              <a:gd name="connsiteY12-2270" fmla="*/ 2529385 h 2529434"/>
              <a:gd name="connsiteX13-2271" fmla="*/ 646430 w 2585720"/>
              <a:gd name="connsiteY13-2272" fmla="*/ 1065583 h 2529434"/>
              <a:gd name="connsiteX14-2273" fmla="*/ 646430 w 2585720"/>
              <a:gd name="connsiteY14-2274" fmla="*/ 1065632 h 2529434"/>
              <a:gd name="connsiteX15-2275" fmla="*/ 0 w 2585720"/>
              <a:gd name="connsiteY15-2276" fmla="*/ 1065632 h 2529434"/>
              <a:gd name="connsiteX16-2277" fmla="*/ 23342 w 2585720"/>
              <a:gd name="connsiteY16-2278" fmla="*/ 1057227 h 2529434"/>
              <a:gd name="connsiteX0-2279" fmla="*/ 23342 w 2585720"/>
              <a:gd name="connsiteY0-2280" fmla="*/ 1057227 h 2529434"/>
              <a:gd name="connsiteX1-2281" fmla="*/ 27197 w 2585720"/>
              <a:gd name="connsiteY1-2282" fmla="*/ 1043139 h 2529434"/>
              <a:gd name="connsiteX2-2283" fmla="*/ 1284810 w 2585720"/>
              <a:gd name="connsiteY2-2284" fmla="*/ 3028 h 2529434"/>
              <a:gd name="connsiteX3-2285" fmla="*/ 1300955 w 2585720"/>
              <a:gd name="connsiteY3-2286" fmla="*/ 3064 h 2529434"/>
              <a:gd name="connsiteX4-2287" fmla="*/ 2558568 w 2585720"/>
              <a:gd name="connsiteY4-2288" fmla="*/ 1043175 h 2529434"/>
              <a:gd name="connsiteX5-2289" fmla="*/ 2562377 w 2585720"/>
              <a:gd name="connsiteY5-2290" fmla="*/ 1057231 h 2529434"/>
              <a:gd name="connsiteX6-2291" fmla="*/ 2585720 w 2585720"/>
              <a:gd name="connsiteY6-2292" fmla="*/ 1065632 h 2529434"/>
              <a:gd name="connsiteX7-2293" fmla="*/ 1939290 w 2585720"/>
              <a:gd name="connsiteY7-2294" fmla="*/ 1065632 h 2529434"/>
              <a:gd name="connsiteX8-2295" fmla="*/ 1939290 w 2585720"/>
              <a:gd name="connsiteY8-2296" fmla="*/ 1065632 h 2529434"/>
              <a:gd name="connsiteX9-2297" fmla="*/ 1939290 w 2585720"/>
              <a:gd name="connsiteY9-2298" fmla="*/ 2529434 h 2529434"/>
              <a:gd name="connsiteX10-2299" fmla="*/ 1939290 w 2585720"/>
              <a:gd name="connsiteY10-2300" fmla="*/ 2529385 h 2529434"/>
              <a:gd name="connsiteX11-2301" fmla="*/ 646430 w 2585720"/>
              <a:gd name="connsiteY11-2302" fmla="*/ 2529385 h 2529434"/>
              <a:gd name="connsiteX12-2303" fmla="*/ 646430 w 2585720"/>
              <a:gd name="connsiteY12-2304" fmla="*/ 2529385 h 2529434"/>
              <a:gd name="connsiteX13-2305" fmla="*/ 646430 w 2585720"/>
              <a:gd name="connsiteY13-2306" fmla="*/ 1065583 h 2529434"/>
              <a:gd name="connsiteX14-2307" fmla="*/ 646430 w 2585720"/>
              <a:gd name="connsiteY14-2308" fmla="*/ 1065632 h 2529434"/>
              <a:gd name="connsiteX15-2309" fmla="*/ 0 w 2585720"/>
              <a:gd name="connsiteY15-2310" fmla="*/ 1065632 h 2529434"/>
              <a:gd name="connsiteX16-2311" fmla="*/ 23342 w 2585720"/>
              <a:gd name="connsiteY16-2312" fmla="*/ 1057227 h 2529434"/>
              <a:gd name="connsiteX0-2313" fmla="*/ 23342 w 2563018"/>
              <a:gd name="connsiteY0-2314" fmla="*/ 1057227 h 2529434"/>
              <a:gd name="connsiteX1-2315" fmla="*/ 27197 w 2563018"/>
              <a:gd name="connsiteY1-2316" fmla="*/ 1043139 h 2529434"/>
              <a:gd name="connsiteX2-2317" fmla="*/ 1284810 w 2563018"/>
              <a:gd name="connsiteY2-2318" fmla="*/ 3028 h 2529434"/>
              <a:gd name="connsiteX3-2319" fmla="*/ 1300955 w 2563018"/>
              <a:gd name="connsiteY3-2320" fmla="*/ 3064 h 2529434"/>
              <a:gd name="connsiteX4-2321" fmla="*/ 2558568 w 2563018"/>
              <a:gd name="connsiteY4-2322" fmla="*/ 1043175 h 2529434"/>
              <a:gd name="connsiteX5-2323" fmla="*/ 2562377 w 2563018"/>
              <a:gd name="connsiteY5-2324" fmla="*/ 1057231 h 2529434"/>
              <a:gd name="connsiteX6-2325" fmla="*/ 2550427 w 2563018"/>
              <a:gd name="connsiteY6-2326" fmla="*/ 1065631 h 2529434"/>
              <a:gd name="connsiteX7-2327" fmla="*/ 1939290 w 2563018"/>
              <a:gd name="connsiteY7-2328" fmla="*/ 1065632 h 2529434"/>
              <a:gd name="connsiteX8-2329" fmla="*/ 1939290 w 2563018"/>
              <a:gd name="connsiteY8-2330" fmla="*/ 1065632 h 2529434"/>
              <a:gd name="connsiteX9-2331" fmla="*/ 1939290 w 2563018"/>
              <a:gd name="connsiteY9-2332" fmla="*/ 2529434 h 2529434"/>
              <a:gd name="connsiteX10-2333" fmla="*/ 1939290 w 2563018"/>
              <a:gd name="connsiteY10-2334" fmla="*/ 2529385 h 2529434"/>
              <a:gd name="connsiteX11-2335" fmla="*/ 646430 w 2563018"/>
              <a:gd name="connsiteY11-2336" fmla="*/ 2529385 h 2529434"/>
              <a:gd name="connsiteX12-2337" fmla="*/ 646430 w 2563018"/>
              <a:gd name="connsiteY12-2338" fmla="*/ 2529385 h 2529434"/>
              <a:gd name="connsiteX13-2339" fmla="*/ 646430 w 2563018"/>
              <a:gd name="connsiteY13-2340" fmla="*/ 1065583 h 2529434"/>
              <a:gd name="connsiteX14-2341" fmla="*/ 646430 w 2563018"/>
              <a:gd name="connsiteY14-2342" fmla="*/ 1065632 h 2529434"/>
              <a:gd name="connsiteX15-2343" fmla="*/ 0 w 2563018"/>
              <a:gd name="connsiteY15-2344" fmla="*/ 1065632 h 2529434"/>
              <a:gd name="connsiteX16-2345" fmla="*/ 23342 w 2563018"/>
              <a:gd name="connsiteY16-2346" fmla="*/ 1057227 h 2529434"/>
              <a:gd name="connsiteX0-2347" fmla="*/ 23342 w 2563018"/>
              <a:gd name="connsiteY0-2348" fmla="*/ 1057227 h 2529434"/>
              <a:gd name="connsiteX1-2349" fmla="*/ 27197 w 2563018"/>
              <a:gd name="connsiteY1-2350" fmla="*/ 1043139 h 2529434"/>
              <a:gd name="connsiteX2-2351" fmla="*/ 1284810 w 2563018"/>
              <a:gd name="connsiteY2-2352" fmla="*/ 3028 h 2529434"/>
              <a:gd name="connsiteX3-2353" fmla="*/ 1300955 w 2563018"/>
              <a:gd name="connsiteY3-2354" fmla="*/ 3064 h 2529434"/>
              <a:gd name="connsiteX4-2355" fmla="*/ 2558568 w 2563018"/>
              <a:gd name="connsiteY4-2356" fmla="*/ 1043175 h 2529434"/>
              <a:gd name="connsiteX5-2357" fmla="*/ 2562377 w 2563018"/>
              <a:gd name="connsiteY5-2358" fmla="*/ 1057231 h 2529434"/>
              <a:gd name="connsiteX6-2359" fmla="*/ 2550427 w 2563018"/>
              <a:gd name="connsiteY6-2360" fmla="*/ 1065631 h 2529434"/>
              <a:gd name="connsiteX7-2361" fmla="*/ 1939290 w 2563018"/>
              <a:gd name="connsiteY7-2362" fmla="*/ 1065632 h 2529434"/>
              <a:gd name="connsiteX8-2363" fmla="*/ 1939290 w 2563018"/>
              <a:gd name="connsiteY8-2364" fmla="*/ 1065632 h 2529434"/>
              <a:gd name="connsiteX9-2365" fmla="*/ 1939290 w 2563018"/>
              <a:gd name="connsiteY9-2366" fmla="*/ 2529434 h 2529434"/>
              <a:gd name="connsiteX10-2367" fmla="*/ 1939290 w 2563018"/>
              <a:gd name="connsiteY10-2368" fmla="*/ 2529385 h 2529434"/>
              <a:gd name="connsiteX11-2369" fmla="*/ 646430 w 2563018"/>
              <a:gd name="connsiteY11-2370" fmla="*/ 2529385 h 2529434"/>
              <a:gd name="connsiteX12-2371" fmla="*/ 646430 w 2563018"/>
              <a:gd name="connsiteY12-2372" fmla="*/ 2529385 h 2529434"/>
              <a:gd name="connsiteX13-2373" fmla="*/ 646430 w 2563018"/>
              <a:gd name="connsiteY13-2374" fmla="*/ 1065583 h 2529434"/>
              <a:gd name="connsiteX14-2375" fmla="*/ 646430 w 2563018"/>
              <a:gd name="connsiteY14-2376" fmla="*/ 1065632 h 2529434"/>
              <a:gd name="connsiteX15-2377" fmla="*/ 0 w 2563018"/>
              <a:gd name="connsiteY15-2378" fmla="*/ 1065632 h 2529434"/>
              <a:gd name="connsiteX16-2379" fmla="*/ 23342 w 2563018"/>
              <a:gd name="connsiteY16-2380" fmla="*/ 1057227 h 2529434"/>
              <a:gd name="connsiteX0-2381" fmla="*/ 23342 w 2563018"/>
              <a:gd name="connsiteY0-2382" fmla="*/ 1057227 h 2529434"/>
              <a:gd name="connsiteX1-2383" fmla="*/ 27197 w 2563018"/>
              <a:gd name="connsiteY1-2384" fmla="*/ 1043139 h 2529434"/>
              <a:gd name="connsiteX2-2385" fmla="*/ 1284810 w 2563018"/>
              <a:gd name="connsiteY2-2386" fmla="*/ 3028 h 2529434"/>
              <a:gd name="connsiteX3-2387" fmla="*/ 1300955 w 2563018"/>
              <a:gd name="connsiteY3-2388" fmla="*/ 3064 h 2529434"/>
              <a:gd name="connsiteX4-2389" fmla="*/ 2558568 w 2563018"/>
              <a:gd name="connsiteY4-2390" fmla="*/ 1043175 h 2529434"/>
              <a:gd name="connsiteX5-2391" fmla="*/ 2562377 w 2563018"/>
              <a:gd name="connsiteY5-2392" fmla="*/ 1057231 h 2529434"/>
              <a:gd name="connsiteX6-2393" fmla="*/ 2550427 w 2563018"/>
              <a:gd name="connsiteY6-2394" fmla="*/ 1065631 h 2529434"/>
              <a:gd name="connsiteX7-2395" fmla="*/ 1939290 w 2563018"/>
              <a:gd name="connsiteY7-2396" fmla="*/ 1065632 h 2529434"/>
              <a:gd name="connsiteX8-2397" fmla="*/ 1939290 w 2563018"/>
              <a:gd name="connsiteY8-2398" fmla="*/ 1065632 h 2529434"/>
              <a:gd name="connsiteX9-2399" fmla="*/ 1939290 w 2563018"/>
              <a:gd name="connsiteY9-2400" fmla="*/ 2529434 h 2529434"/>
              <a:gd name="connsiteX10-2401" fmla="*/ 1939290 w 2563018"/>
              <a:gd name="connsiteY10-2402" fmla="*/ 2529385 h 2529434"/>
              <a:gd name="connsiteX11-2403" fmla="*/ 646430 w 2563018"/>
              <a:gd name="connsiteY11-2404" fmla="*/ 2529385 h 2529434"/>
              <a:gd name="connsiteX12-2405" fmla="*/ 646430 w 2563018"/>
              <a:gd name="connsiteY12-2406" fmla="*/ 2529385 h 2529434"/>
              <a:gd name="connsiteX13-2407" fmla="*/ 646430 w 2563018"/>
              <a:gd name="connsiteY13-2408" fmla="*/ 1065583 h 2529434"/>
              <a:gd name="connsiteX14-2409" fmla="*/ 646430 w 2563018"/>
              <a:gd name="connsiteY14-2410" fmla="*/ 1065632 h 2529434"/>
              <a:gd name="connsiteX15-2411" fmla="*/ 0 w 2563018"/>
              <a:gd name="connsiteY15-2412" fmla="*/ 1065632 h 2529434"/>
              <a:gd name="connsiteX16-2413" fmla="*/ 23342 w 2563018"/>
              <a:gd name="connsiteY16-2414" fmla="*/ 1057227 h 2529434"/>
              <a:gd name="connsiteX0-2415" fmla="*/ 23342 w 2563018"/>
              <a:gd name="connsiteY0-2416" fmla="*/ 1057227 h 2529434"/>
              <a:gd name="connsiteX1-2417" fmla="*/ 27197 w 2563018"/>
              <a:gd name="connsiteY1-2418" fmla="*/ 1043139 h 2529434"/>
              <a:gd name="connsiteX2-2419" fmla="*/ 1284810 w 2563018"/>
              <a:gd name="connsiteY2-2420" fmla="*/ 3028 h 2529434"/>
              <a:gd name="connsiteX3-2421" fmla="*/ 1300955 w 2563018"/>
              <a:gd name="connsiteY3-2422" fmla="*/ 3064 h 2529434"/>
              <a:gd name="connsiteX4-2423" fmla="*/ 2558568 w 2563018"/>
              <a:gd name="connsiteY4-2424" fmla="*/ 1043175 h 2529434"/>
              <a:gd name="connsiteX5-2425" fmla="*/ 2562377 w 2563018"/>
              <a:gd name="connsiteY5-2426" fmla="*/ 1057231 h 2529434"/>
              <a:gd name="connsiteX6-2427" fmla="*/ 2550427 w 2563018"/>
              <a:gd name="connsiteY6-2428" fmla="*/ 1065631 h 2529434"/>
              <a:gd name="connsiteX7-2429" fmla="*/ 1951990 w 2563018"/>
              <a:gd name="connsiteY7-2430" fmla="*/ 1065631 h 2529434"/>
              <a:gd name="connsiteX8-2431" fmla="*/ 1939290 w 2563018"/>
              <a:gd name="connsiteY8-2432" fmla="*/ 1065632 h 2529434"/>
              <a:gd name="connsiteX9-2433" fmla="*/ 1939290 w 2563018"/>
              <a:gd name="connsiteY9-2434" fmla="*/ 2529434 h 2529434"/>
              <a:gd name="connsiteX10-2435" fmla="*/ 1939290 w 2563018"/>
              <a:gd name="connsiteY10-2436" fmla="*/ 2529385 h 2529434"/>
              <a:gd name="connsiteX11-2437" fmla="*/ 646430 w 2563018"/>
              <a:gd name="connsiteY11-2438" fmla="*/ 2529385 h 2529434"/>
              <a:gd name="connsiteX12-2439" fmla="*/ 646430 w 2563018"/>
              <a:gd name="connsiteY12-2440" fmla="*/ 2529385 h 2529434"/>
              <a:gd name="connsiteX13-2441" fmla="*/ 646430 w 2563018"/>
              <a:gd name="connsiteY13-2442" fmla="*/ 1065583 h 2529434"/>
              <a:gd name="connsiteX14-2443" fmla="*/ 646430 w 2563018"/>
              <a:gd name="connsiteY14-2444" fmla="*/ 1065632 h 2529434"/>
              <a:gd name="connsiteX15-2445" fmla="*/ 0 w 2563018"/>
              <a:gd name="connsiteY15-2446" fmla="*/ 1065632 h 2529434"/>
              <a:gd name="connsiteX16-2447" fmla="*/ 23342 w 2563018"/>
              <a:gd name="connsiteY16-2448" fmla="*/ 1057227 h 2529434"/>
              <a:gd name="connsiteX0-2449" fmla="*/ 23342 w 2563018"/>
              <a:gd name="connsiteY0-2450" fmla="*/ 1057227 h 2529434"/>
              <a:gd name="connsiteX1-2451" fmla="*/ 27197 w 2563018"/>
              <a:gd name="connsiteY1-2452" fmla="*/ 1043139 h 2529434"/>
              <a:gd name="connsiteX2-2453" fmla="*/ 1284810 w 2563018"/>
              <a:gd name="connsiteY2-2454" fmla="*/ 3028 h 2529434"/>
              <a:gd name="connsiteX3-2455" fmla="*/ 1300955 w 2563018"/>
              <a:gd name="connsiteY3-2456" fmla="*/ 3064 h 2529434"/>
              <a:gd name="connsiteX4-2457" fmla="*/ 2558568 w 2563018"/>
              <a:gd name="connsiteY4-2458" fmla="*/ 1043175 h 2529434"/>
              <a:gd name="connsiteX5-2459" fmla="*/ 2562377 w 2563018"/>
              <a:gd name="connsiteY5-2460" fmla="*/ 1057231 h 2529434"/>
              <a:gd name="connsiteX6-2461" fmla="*/ 2550427 w 2563018"/>
              <a:gd name="connsiteY6-2462" fmla="*/ 1065631 h 2529434"/>
              <a:gd name="connsiteX7-2463" fmla="*/ 1951990 w 2563018"/>
              <a:gd name="connsiteY7-2464" fmla="*/ 1065631 h 2529434"/>
              <a:gd name="connsiteX8-2465" fmla="*/ 1939290 w 2563018"/>
              <a:gd name="connsiteY8-2466" fmla="*/ 1065632 h 2529434"/>
              <a:gd name="connsiteX9-2467" fmla="*/ 1939290 w 2563018"/>
              <a:gd name="connsiteY9-2468" fmla="*/ 2529434 h 2529434"/>
              <a:gd name="connsiteX10-2469" fmla="*/ 1939290 w 2563018"/>
              <a:gd name="connsiteY10-2470" fmla="*/ 2529385 h 2529434"/>
              <a:gd name="connsiteX11-2471" fmla="*/ 646430 w 2563018"/>
              <a:gd name="connsiteY11-2472" fmla="*/ 2529385 h 2529434"/>
              <a:gd name="connsiteX12-2473" fmla="*/ 646430 w 2563018"/>
              <a:gd name="connsiteY12-2474" fmla="*/ 2529385 h 2529434"/>
              <a:gd name="connsiteX13-2475" fmla="*/ 646430 w 2563018"/>
              <a:gd name="connsiteY13-2476" fmla="*/ 1065583 h 2529434"/>
              <a:gd name="connsiteX14-2477" fmla="*/ 646430 w 2563018"/>
              <a:gd name="connsiteY14-2478" fmla="*/ 1065632 h 2529434"/>
              <a:gd name="connsiteX15-2479" fmla="*/ 0 w 2563018"/>
              <a:gd name="connsiteY15-2480" fmla="*/ 1065632 h 2529434"/>
              <a:gd name="connsiteX16-2481" fmla="*/ 23342 w 2563018"/>
              <a:gd name="connsiteY16-2482" fmla="*/ 1057227 h 2529434"/>
              <a:gd name="connsiteX0-2483" fmla="*/ 23342 w 2563018"/>
              <a:gd name="connsiteY0-2484" fmla="*/ 1057227 h 2529434"/>
              <a:gd name="connsiteX1-2485" fmla="*/ 27197 w 2563018"/>
              <a:gd name="connsiteY1-2486" fmla="*/ 1043139 h 2529434"/>
              <a:gd name="connsiteX2-2487" fmla="*/ 1284810 w 2563018"/>
              <a:gd name="connsiteY2-2488" fmla="*/ 3028 h 2529434"/>
              <a:gd name="connsiteX3-2489" fmla="*/ 1300955 w 2563018"/>
              <a:gd name="connsiteY3-2490" fmla="*/ 3064 h 2529434"/>
              <a:gd name="connsiteX4-2491" fmla="*/ 2558568 w 2563018"/>
              <a:gd name="connsiteY4-2492" fmla="*/ 1043175 h 2529434"/>
              <a:gd name="connsiteX5-2493" fmla="*/ 2562377 w 2563018"/>
              <a:gd name="connsiteY5-2494" fmla="*/ 1057231 h 2529434"/>
              <a:gd name="connsiteX6-2495" fmla="*/ 2550427 w 2563018"/>
              <a:gd name="connsiteY6-2496" fmla="*/ 1065631 h 2529434"/>
              <a:gd name="connsiteX7-2497" fmla="*/ 1951990 w 2563018"/>
              <a:gd name="connsiteY7-2498" fmla="*/ 1065631 h 2529434"/>
              <a:gd name="connsiteX8-2499" fmla="*/ 1939290 w 2563018"/>
              <a:gd name="connsiteY8-2500" fmla="*/ 1065632 h 2529434"/>
              <a:gd name="connsiteX9-2501" fmla="*/ 1939290 w 2563018"/>
              <a:gd name="connsiteY9-2502" fmla="*/ 2529434 h 2529434"/>
              <a:gd name="connsiteX10-2503" fmla="*/ 1939290 w 2563018"/>
              <a:gd name="connsiteY10-2504" fmla="*/ 2529385 h 2529434"/>
              <a:gd name="connsiteX11-2505" fmla="*/ 646430 w 2563018"/>
              <a:gd name="connsiteY11-2506" fmla="*/ 2529385 h 2529434"/>
              <a:gd name="connsiteX12-2507" fmla="*/ 646430 w 2563018"/>
              <a:gd name="connsiteY12-2508" fmla="*/ 2529385 h 2529434"/>
              <a:gd name="connsiteX13-2509" fmla="*/ 646430 w 2563018"/>
              <a:gd name="connsiteY13-2510" fmla="*/ 1065583 h 2529434"/>
              <a:gd name="connsiteX14-2511" fmla="*/ 646430 w 2563018"/>
              <a:gd name="connsiteY14-2512" fmla="*/ 1065632 h 2529434"/>
              <a:gd name="connsiteX15-2513" fmla="*/ 0 w 2563018"/>
              <a:gd name="connsiteY15-2514" fmla="*/ 1065632 h 2529434"/>
              <a:gd name="connsiteX16-2515" fmla="*/ 23342 w 2563018"/>
              <a:gd name="connsiteY16-2516" fmla="*/ 1057227 h 2529434"/>
              <a:gd name="connsiteX0-2517" fmla="*/ 23342 w 2563018"/>
              <a:gd name="connsiteY0-2518" fmla="*/ 1057227 h 2529434"/>
              <a:gd name="connsiteX1-2519" fmla="*/ 27197 w 2563018"/>
              <a:gd name="connsiteY1-2520" fmla="*/ 1043139 h 2529434"/>
              <a:gd name="connsiteX2-2521" fmla="*/ 1284810 w 2563018"/>
              <a:gd name="connsiteY2-2522" fmla="*/ 3028 h 2529434"/>
              <a:gd name="connsiteX3-2523" fmla="*/ 1300955 w 2563018"/>
              <a:gd name="connsiteY3-2524" fmla="*/ 3064 h 2529434"/>
              <a:gd name="connsiteX4-2525" fmla="*/ 2558568 w 2563018"/>
              <a:gd name="connsiteY4-2526" fmla="*/ 1043175 h 2529434"/>
              <a:gd name="connsiteX5-2527" fmla="*/ 2562377 w 2563018"/>
              <a:gd name="connsiteY5-2528" fmla="*/ 1057231 h 2529434"/>
              <a:gd name="connsiteX6-2529" fmla="*/ 2550427 w 2563018"/>
              <a:gd name="connsiteY6-2530" fmla="*/ 1065631 h 2529434"/>
              <a:gd name="connsiteX7-2531" fmla="*/ 1951990 w 2563018"/>
              <a:gd name="connsiteY7-2532" fmla="*/ 1065631 h 2529434"/>
              <a:gd name="connsiteX8-2533" fmla="*/ 1939290 w 2563018"/>
              <a:gd name="connsiteY8-2534" fmla="*/ 1078331 h 2529434"/>
              <a:gd name="connsiteX9-2535" fmla="*/ 1939290 w 2563018"/>
              <a:gd name="connsiteY9-2536" fmla="*/ 2529434 h 2529434"/>
              <a:gd name="connsiteX10-2537" fmla="*/ 1939290 w 2563018"/>
              <a:gd name="connsiteY10-2538" fmla="*/ 2529385 h 2529434"/>
              <a:gd name="connsiteX11-2539" fmla="*/ 646430 w 2563018"/>
              <a:gd name="connsiteY11-2540" fmla="*/ 2529385 h 2529434"/>
              <a:gd name="connsiteX12-2541" fmla="*/ 646430 w 2563018"/>
              <a:gd name="connsiteY12-2542" fmla="*/ 2529385 h 2529434"/>
              <a:gd name="connsiteX13-2543" fmla="*/ 646430 w 2563018"/>
              <a:gd name="connsiteY13-2544" fmla="*/ 1065583 h 2529434"/>
              <a:gd name="connsiteX14-2545" fmla="*/ 646430 w 2563018"/>
              <a:gd name="connsiteY14-2546" fmla="*/ 1065632 h 2529434"/>
              <a:gd name="connsiteX15-2547" fmla="*/ 0 w 2563018"/>
              <a:gd name="connsiteY15-2548" fmla="*/ 1065632 h 2529434"/>
              <a:gd name="connsiteX16-2549" fmla="*/ 23342 w 2563018"/>
              <a:gd name="connsiteY16-2550" fmla="*/ 1057227 h 2529434"/>
              <a:gd name="connsiteX0-2551" fmla="*/ 23342 w 2563018"/>
              <a:gd name="connsiteY0-2552" fmla="*/ 1057227 h 2529434"/>
              <a:gd name="connsiteX1-2553" fmla="*/ 27197 w 2563018"/>
              <a:gd name="connsiteY1-2554" fmla="*/ 1043139 h 2529434"/>
              <a:gd name="connsiteX2-2555" fmla="*/ 1284810 w 2563018"/>
              <a:gd name="connsiteY2-2556" fmla="*/ 3028 h 2529434"/>
              <a:gd name="connsiteX3-2557" fmla="*/ 1300955 w 2563018"/>
              <a:gd name="connsiteY3-2558" fmla="*/ 3064 h 2529434"/>
              <a:gd name="connsiteX4-2559" fmla="*/ 2558568 w 2563018"/>
              <a:gd name="connsiteY4-2560" fmla="*/ 1043175 h 2529434"/>
              <a:gd name="connsiteX5-2561" fmla="*/ 2562377 w 2563018"/>
              <a:gd name="connsiteY5-2562" fmla="*/ 1057231 h 2529434"/>
              <a:gd name="connsiteX6-2563" fmla="*/ 2550427 w 2563018"/>
              <a:gd name="connsiteY6-2564" fmla="*/ 1065631 h 2529434"/>
              <a:gd name="connsiteX7-2565" fmla="*/ 1951990 w 2563018"/>
              <a:gd name="connsiteY7-2566" fmla="*/ 1065631 h 2529434"/>
              <a:gd name="connsiteX8-2567" fmla="*/ 1939290 w 2563018"/>
              <a:gd name="connsiteY8-2568" fmla="*/ 1078331 h 2529434"/>
              <a:gd name="connsiteX9-2569" fmla="*/ 1939290 w 2563018"/>
              <a:gd name="connsiteY9-2570" fmla="*/ 2529434 h 2529434"/>
              <a:gd name="connsiteX10-2571" fmla="*/ 1939290 w 2563018"/>
              <a:gd name="connsiteY10-2572" fmla="*/ 2529385 h 2529434"/>
              <a:gd name="connsiteX11-2573" fmla="*/ 646430 w 2563018"/>
              <a:gd name="connsiteY11-2574" fmla="*/ 2529385 h 2529434"/>
              <a:gd name="connsiteX12-2575" fmla="*/ 646430 w 2563018"/>
              <a:gd name="connsiteY12-2576" fmla="*/ 2529385 h 2529434"/>
              <a:gd name="connsiteX13-2577" fmla="*/ 646430 w 2563018"/>
              <a:gd name="connsiteY13-2578" fmla="*/ 1065583 h 2529434"/>
              <a:gd name="connsiteX14-2579" fmla="*/ 646430 w 2563018"/>
              <a:gd name="connsiteY14-2580" fmla="*/ 1065632 h 2529434"/>
              <a:gd name="connsiteX15-2581" fmla="*/ 0 w 2563018"/>
              <a:gd name="connsiteY15-2582" fmla="*/ 1065632 h 2529434"/>
              <a:gd name="connsiteX16-2583" fmla="*/ 23342 w 2563018"/>
              <a:gd name="connsiteY16-2584" fmla="*/ 1057227 h 2529434"/>
              <a:gd name="connsiteX0-2585" fmla="*/ 23342 w 2563018"/>
              <a:gd name="connsiteY0-2586" fmla="*/ 1057227 h 2529434"/>
              <a:gd name="connsiteX1-2587" fmla="*/ 27197 w 2563018"/>
              <a:gd name="connsiteY1-2588" fmla="*/ 1043139 h 2529434"/>
              <a:gd name="connsiteX2-2589" fmla="*/ 1284810 w 2563018"/>
              <a:gd name="connsiteY2-2590" fmla="*/ 3028 h 2529434"/>
              <a:gd name="connsiteX3-2591" fmla="*/ 1300955 w 2563018"/>
              <a:gd name="connsiteY3-2592" fmla="*/ 3064 h 2529434"/>
              <a:gd name="connsiteX4-2593" fmla="*/ 2558568 w 2563018"/>
              <a:gd name="connsiteY4-2594" fmla="*/ 1043175 h 2529434"/>
              <a:gd name="connsiteX5-2595" fmla="*/ 2562377 w 2563018"/>
              <a:gd name="connsiteY5-2596" fmla="*/ 1057231 h 2529434"/>
              <a:gd name="connsiteX6-2597" fmla="*/ 2550427 w 2563018"/>
              <a:gd name="connsiteY6-2598" fmla="*/ 1065631 h 2529434"/>
              <a:gd name="connsiteX7-2599" fmla="*/ 1951990 w 2563018"/>
              <a:gd name="connsiteY7-2600" fmla="*/ 1065631 h 2529434"/>
              <a:gd name="connsiteX8-2601" fmla="*/ 1939290 w 2563018"/>
              <a:gd name="connsiteY8-2602" fmla="*/ 1078331 h 2529434"/>
              <a:gd name="connsiteX9-2603" fmla="*/ 1939290 w 2563018"/>
              <a:gd name="connsiteY9-2604" fmla="*/ 2529434 h 2529434"/>
              <a:gd name="connsiteX10-2605" fmla="*/ 1939290 w 2563018"/>
              <a:gd name="connsiteY10-2606" fmla="*/ 2529385 h 2529434"/>
              <a:gd name="connsiteX11-2607" fmla="*/ 646430 w 2563018"/>
              <a:gd name="connsiteY11-2608" fmla="*/ 2529385 h 2529434"/>
              <a:gd name="connsiteX12-2609" fmla="*/ 646430 w 2563018"/>
              <a:gd name="connsiteY12-2610" fmla="*/ 2529385 h 2529434"/>
              <a:gd name="connsiteX13-2611" fmla="*/ 646430 w 2563018"/>
              <a:gd name="connsiteY13-2612" fmla="*/ 1065583 h 2529434"/>
              <a:gd name="connsiteX14-2613" fmla="*/ 646430 w 2563018"/>
              <a:gd name="connsiteY14-2614" fmla="*/ 1065632 h 2529434"/>
              <a:gd name="connsiteX15-2615" fmla="*/ 0 w 2563018"/>
              <a:gd name="connsiteY15-2616" fmla="*/ 1065632 h 2529434"/>
              <a:gd name="connsiteX16-2617" fmla="*/ 23342 w 2563018"/>
              <a:gd name="connsiteY16-2618" fmla="*/ 1057227 h 2529434"/>
              <a:gd name="connsiteX0-2619" fmla="*/ 23342 w 2563018"/>
              <a:gd name="connsiteY0-2620" fmla="*/ 1057227 h 2529385"/>
              <a:gd name="connsiteX1-2621" fmla="*/ 27197 w 2563018"/>
              <a:gd name="connsiteY1-2622" fmla="*/ 1043139 h 2529385"/>
              <a:gd name="connsiteX2-2623" fmla="*/ 1284810 w 2563018"/>
              <a:gd name="connsiteY2-2624" fmla="*/ 3028 h 2529385"/>
              <a:gd name="connsiteX3-2625" fmla="*/ 1300955 w 2563018"/>
              <a:gd name="connsiteY3-2626" fmla="*/ 3064 h 2529385"/>
              <a:gd name="connsiteX4-2627" fmla="*/ 2558568 w 2563018"/>
              <a:gd name="connsiteY4-2628" fmla="*/ 1043175 h 2529385"/>
              <a:gd name="connsiteX5-2629" fmla="*/ 2562377 w 2563018"/>
              <a:gd name="connsiteY5-2630" fmla="*/ 1057231 h 2529385"/>
              <a:gd name="connsiteX6-2631" fmla="*/ 2550427 w 2563018"/>
              <a:gd name="connsiteY6-2632" fmla="*/ 1065631 h 2529385"/>
              <a:gd name="connsiteX7-2633" fmla="*/ 1951990 w 2563018"/>
              <a:gd name="connsiteY7-2634" fmla="*/ 1065631 h 2529385"/>
              <a:gd name="connsiteX8-2635" fmla="*/ 1939290 w 2563018"/>
              <a:gd name="connsiteY8-2636" fmla="*/ 1078331 h 2529385"/>
              <a:gd name="connsiteX9-2637" fmla="*/ 1939290 w 2563018"/>
              <a:gd name="connsiteY9-2638" fmla="*/ 2516733 h 2529385"/>
              <a:gd name="connsiteX10-2639" fmla="*/ 1939290 w 2563018"/>
              <a:gd name="connsiteY10-2640" fmla="*/ 2529385 h 2529385"/>
              <a:gd name="connsiteX11-2641" fmla="*/ 646430 w 2563018"/>
              <a:gd name="connsiteY11-2642" fmla="*/ 2529385 h 2529385"/>
              <a:gd name="connsiteX12-2643" fmla="*/ 646430 w 2563018"/>
              <a:gd name="connsiteY12-2644" fmla="*/ 2529385 h 2529385"/>
              <a:gd name="connsiteX13-2645" fmla="*/ 646430 w 2563018"/>
              <a:gd name="connsiteY13-2646" fmla="*/ 1065583 h 2529385"/>
              <a:gd name="connsiteX14-2647" fmla="*/ 646430 w 2563018"/>
              <a:gd name="connsiteY14-2648" fmla="*/ 1065632 h 2529385"/>
              <a:gd name="connsiteX15-2649" fmla="*/ 0 w 2563018"/>
              <a:gd name="connsiteY15-2650" fmla="*/ 1065632 h 2529385"/>
              <a:gd name="connsiteX16-2651" fmla="*/ 23342 w 2563018"/>
              <a:gd name="connsiteY16-2652" fmla="*/ 1057227 h 2529385"/>
              <a:gd name="connsiteX0-2653" fmla="*/ 23342 w 2563018"/>
              <a:gd name="connsiteY0-2654" fmla="*/ 1057227 h 2529385"/>
              <a:gd name="connsiteX1-2655" fmla="*/ 27197 w 2563018"/>
              <a:gd name="connsiteY1-2656" fmla="*/ 1043139 h 2529385"/>
              <a:gd name="connsiteX2-2657" fmla="*/ 1284810 w 2563018"/>
              <a:gd name="connsiteY2-2658" fmla="*/ 3028 h 2529385"/>
              <a:gd name="connsiteX3-2659" fmla="*/ 1300955 w 2563018"/>
              <a:gd name="connsiteY3-2660" fmla="*/ 3064 h 2529385"/>
              <a:gd name="connsiteX4-2661" fmla="*/ 2558568 w 2563018"/>
              <a:gd name="connsiteY4-2662" fmla="*/ 1043175 h 2529385"/>
              <a:gd name="connsiteX5-2663" fmla="*/ 2562377 w 2563018"/>
              <a:gd name="connsiteY5-2664" fmla="*/ 1057231 h 2529385"/>
              <a:gd name="connsiteX6-2665" fmla="*/ 2550427 w 2563018"/>
              <a:gd name="connsiteY6-2666" fmla="*/ 1065631 h 2529385"/>
              <a:gd name="connsiteX7-2667" fmla="*/ 1951990 w 2563018"/>
              <a:gd name="connsiteY7-2668" fmla="*/ 1065631 h 2529385"/>
              <a:gd name="connsiteX8-2669" fmla="*/ 1939290 w 2563018"/>
              <a:gd name="connsiteY8-2670" fmla="*/ 1078331 h 2529385"/>
              <a:gd name="connsiteX9-2671" fmla="*/ 1939290 w 2563018"/>
              <a:gd name="connsiteY9-2672" fmla="*/ 2516733 h 2529385"/>
              <a:gd name="connsiteX10-2673" fmla="*/ 1939290 w 2563018"/>
              <a:gd name="connsiteY10-2674" fmla="*/ 2529385 h 2529385"/>
              <a:gd name="connsiteX11-2675" fmla="*/ 646430 w 2563018"/>
              <a:gd name="connsiteY11-2676" fmla="*/ 2529385 h 2529385"/>
              <a:gd name="connsiteX12-2677" fmla="*/ 646430 w 2563018"/>
              <a:gd name="connsiteY12-2678" fmla="*/ 2529385 h 2529385"/>
              <a:gd name="connsiteX13-2679" fmla="*/ 646430 w 2563018"/>
              <a:gd name="connsiteY13-2680" fmla="*/ 1065583 h 2529385"/>
              <a:gd name="connsiteX14-2681" fmla="*/ 646430 w 2563018"/>
              <a:gd name="connsiteY14-2682" fmla="*/ 1065632 h 2529385"/>
              <a:gd name="connsiteX15-2683" fmla="*/ 0 w 2563018"/>
              <a:gd name="connsiteY15-2684" fmla="*/ 1065632 h 2529385"/>
              <a:gd name="connsiteX16-2685" fmla="*/ 23342 w 2563018"/>
              <a:gd name="connsiteY16-2686" fmla="*/ 1057227 h 2529385"/>
              <a:gd name="connsiteX0-2687" fmla="*/ 23342 w 2563018"/>
              <a:gd name="connsiteY0-2688" fmla="*/ 1057227 h 2529385"/>
              <a:gd name="connsiteX1-2689" fmla="*/ 27197 w 2563018"/>
              <a:gd name="connsiteY1-2690" fmla="*/ 1043139 h 2529385"/>
              <a:gd name="connsiteX2-2691" fmla="*/ 1284810 w 2563018"/>
              <a:gd name="connsiteY2-2692" fmla="*/ 3028 h 2529385"/>
              <a:gd name="connsiteX3-2693" fmla="*/ 1300955 w 2563018"/>
              <a:gd name="connsiteY3-2694" fmla="*/ 3064 h 2529385"/>
              <a:gd name="connsiteX4-2695" fmla="*/ 2558568 w 2563018"/>
              <a:gd name="connsiteY4-2696" fmla="*/ 1043175 h 2529385"/>
              <a:gd name="connsiteX5-2697" fmla="*/ 2562377 w 2563018"/>
              <a:gd name="connsiteY5-2698" fmla="*/ 1057231 h 2529385"/>
              <a:gd name="connsiteX6-2699" fmla="*/ 2550427 w 2563018"/>
              <a:gd name="connsiteY6-2700" fmla="*/ 1065631 h 2529385"/>
              <a:gd name="connsiteX7-2701" fmla="*/ 1951990 w 2563018"/>
              <a:gd name="connsiteY7-2702" fmla="*/ 1065631 h 2529385"/>
              <a:gd name="connsiteX8-2703" fmla="*/ 1939290 w 2563018"/>
              <a:gd name="connsiteY8-2704" fmla="*/ 1078331 h 2529385"/>
              <a:gd name="connsiteX9-2705" fmla="*/ 1939290 w 2563018"/>
              <a:gd name="connsiteY9-2706" fmla="*/ 2516733 h 2529385"/>
              <a:gd name="connsiteX10-2707" fmla="*/ 1939290 w 2563018"/>
              <a:gd name="connsiteY10-2708" fmla="*/ 2529385 h 2529385"/>
              <a:gd name="connsiteX11-2709" fmla="*/ 646430 w 2563018"/>
              <a:gd name="connsiteY11-2710" fmla="*/ 2529385 h 2529385"/>
              <a:gd name="connsiteX12-2711" fmla="*/ 646430 w 2563018"/>
              <a:gd name="connsiteY12-2712" fmla="*/ 2529385 h 2529385"/>
              <a:gd name="connsiteX13-2713" fmla="*/ 646430 w 2563018"/>
              <a:gd name="connsiteY13-2714" fmla="*/ 1065583 h 2529385"/>
              <a:gd name="connsiteX14-2715" fmla="*/ 646430 w 2563018"/>
              <a:gd name="connsiteY14-2716" fmla="*/ 1065632 h 2529385"/>
              <a:gd name="connsiteX15-2717" fmla="*/ 0 w 2563018"/>
              <a:gd name="connsiteY15-2718" fmla="*/ 1065632 h 2529385"/>
              <a:gd name="connsiteX16-2719" fmla="*/ 23342 w 2563018"/>
              <a:gd name="connsiteY16-2720" fmla="*/ 1057227 h 2529385"/>
              <a:gd name="connsiteX0-2721" fmla="*/ 23342 w 2563018"/>
              <a:gd name="connsiteY0-2722" fmla="*/ 1057227 h 2529385"/>
              <a:gd name="connsiteX1-2723" fmla="*/ 27197 w 2563018"/>
              <a:gd name="connsiteY1-2724" fmla="*/ 1043139 h 2529385"/>
              <a:gd name="connsiteX2-2725" fmla="*/ 1284810 w 2563018"/>
              <a:gd name="connsiteY2-2726" fmla="*/ 3028 h 2529385"/>
              <a:gd name="connsiteX3-2727" fmla="*/ 1300955 w 2563018"/>
              <a:gd name="connsiteY3-2728" fmla="*/ 3064 h 2529385"/>
              <a:gd name="connsiteX4-2729" fmla="*/ 2558568 w 2563018"/>
              <a:gd name="connsiteY4-2730" fmla="*/ 1043175 h 2529385"/>
              <a:gd name="connsiteX5-2731" fmla="*/ 2562377 w 2563018"/>
              <a:gd name="connsiteY5-2732" fmla="*/ 1057231 h 2529385"/>
              <a:gd name="connsiteX6-2733" fmla="*/ 2550427 w 2563018"/>
              <a:gd name="connsiteY6-2734" fmla="*/ 1065631 h 2529385"/>
              <a:gd name="connsiteX7-2735" fmla="*/ 1951990 w 2563018"/>
              <a:gd name="connsiteY7-2736" fmla="*/ 1065631 h 2529385"/>
              <a:gd name="connsiteX8-2737" fmla="*/ 1939290 w 2563018"/>
              <a:gd name="connsiteY8-2738" fmla="*/ 1078331 h 2529385"/>
              <a:gd name="connsiteX9-2739" fmla="*/ 1939290 w 2563018"/>
              <a:gd name="connsiteY9-2740" fmla="*/ 2516733 h 2529385"/>
              <a:gd name="connsiteX10-2741" fmla="*/ 1926590 w 2563018"/>
              <a:gd name="connsiteY10-2742" fmla="*/ 2529385 h 2529385"/>
              <a:gd name="connsiteX11-2743" fmla="*/ 646430 w 2563018"/>
              <a:gd name="connsiteY11-2744" fmla="*/ 2529385 h 2529385"/>
              <a:gd name="connsiteX12-2745" fmla="*/ 646430 w 2563018"/>
              <a:gd name="connsiteY12-2746" fmla="*/ 2529385 h 2529385"/>
              <a:gd name="connsiteX13-2747" fmla="*/ 646430 w 2563018"/>
              <a:gd name="connsiteY13-2748" fmla="*/ 1065583 h 2529385"/>
              <a:gd name="connsiteX14-2749" fmla="*/ 646430 w 2563018"/>
              <a:gd name="connsiteY14-2750" fmla="*/ 1065632 h 2529385"/>
              <a:gd name="connsiteX15-2751" fmla="*/ 0 w 2563018"/>
              <a:gd name="connsiteY15-2752" fmla="*/ 1065632 h 2529385"/>
              <a:gd name="connsiteX16-2753" fmla="*/ 23342 w 2563018"/>
              <a:gd name="connsiteY16-2754" fmla="*/ 1057227 h 2529385"/>
              <a:gd name="connsiteX0-2755" fmla="*/ 23342 w 2563018"/>
              <a:gd name="connsiteY0-2756" fmla="*/ 1057227 h 2529385"/>
              <a:gd name="connsiteX1-2757" fmla="*/ 27197 w 2563018"/>
              <a:gd name="connsiteY1-2758" fmla="*/ 1043139 h 2529385"/>
              <a:gd name="connsiteX2-2759" fmla="*/ 1284810 w 2563018"/>
              <a:gd name="connsiteY2-2760" fmla="*/ 3028 h 2529385"/>
              <a:gd name="connsiteX3-2761" fmla="*/ 1300955 w 2563018"/>
              <a:gd name="connsiteY3-2762" fmla="*/ 3064 h 2529385"/>
              <a:gd name="connsiteX4-2763" fmla="*/ 2558568 w 2563018"/>
              <a:gd name="connsiteY4-2764" fmla="*/ 1043175 h 2529385"/>
              <a:gd name="connsiteX5-2765" fmla="*/ 2562377 w 2563018"/>
              <a:gd name="connsiteY5-2766" fmla="*/ 1057231 h 2529385"/>
              <a:gd name="connsiteX6-2767" fmla="*/ 2550427 w 2563018"/>
              <a:gd name="connsiteY6-2768" fmla="*/ 1065631 h 2529385"/>
              <a:gd name="connsiteX7-2769" fmla="*/ 1951990 w 2563018"/>
              <a:gd name="connsiteY7-2770" fmla="*/ 1065631 h 2529385"/>
              <a:gd name="connsiteX8-2771" fmla="*/ 1939290 w 2563018"/>
              <a:gd name="connsiteY8-2772" fmla="*/ 1078331 h 2529385"/>
              <a:gd name="connsiteX9-2773" fmla="*/ 1939290 w 2563018"/>
              <a:gd name="connsiteY9-2774" fmla="*/ 2516733 h 2529385"/>
              <a:gd name="connsiteX10-2775" fmla="*/ 1926590 w 2563018"/>
              <a:gd name="connsiteY10-2776" fmla="*/ 2529385 h 2529385"/>
              <a:gd name="connsiteX11-2777" fmla="*/ 646430 w 2563018"/>
              <a:gd name="connsiteY11-2778" fmla="*/ 2529385 h 2529385"/>
              <a:gd name="connsiteX12-2779" fmla="*/ 646430 w 2563018"/>
              <a:gd name="connsiteY12-2780" fmla="*/ 2529385 h 2529385"/>
              <a:gd name="connsiteX13-2781" fmla="*/ 646430 w 2563018"/>
              <a:gd name="connsiteY13-2782" fmla="*/ 1065583 h 2529385"/>
              <a:gd name="connsiteX14-2783" fmla="*/ 646430 w 2563018"/>
              <a:gd name="connsiteY14-2784" fmla="*/ 1065632 h 2529385"/>
              <a:gd name="connsiteX15-2785" fmla="*/ 0 w 2563018"/>
              <a:gd name="connsiteY15-2786" fmla="*/ 1065632 h 2529385"/>
              <a:gd name="connsiteX16-2787" fmla="*/ 23342 w 2563018"/>
              <a:gd name="connsiteY16-2788" fmla="*/ 1057227 h 2529385"/>
              <a:gd name="connsiteX0-2789" fmla="*/ 23342 w 2563018"/>
              <a:gd name="connsiteY0-2790" fmla="*/ 1057227 h 2529385"/>
              <a:gd name="connsiteX1-2791" fmla="*/ 27197 w 2563018"/>
              <a:gd name="connsiteY1-2792" fmla="*/ 1043139 h 2529385"/>
              <a:gd name="connsiteX2-2793" fmla="*/ 1284810 w 2563018"/>
              <a:gd name="connsiteY2-2794" fmla="*/ 3028 h 2529385"/>
              <a:gd name="connsiteX3-2795" fmla="*/ 1300955 w 2563018"/>
              <a:gd name="connsiteY3-2796" fmla="*/ 3064 h 2529385"/>
              <a:gd name="connsiteX4-2797" fmla="*/ 2558568 w 2563018"/>
              <a:gd name="connsiteY4-2798" fmla="*/ 1043175 h 2529385"/>
              <a:gd name="connsiteX5-2799" fmla="*/ 2562377 w 2563018"/>
              <a:gd name="connsiteY5-2800" fmla="*/ 1057231 h 2529385"/>
              <a:gd name="connsiteX6-2801" fmla="*/ 2550427 w 2563018"/>
              <a:gd name="connsiteY6-2802" fmla="*/ 1065631 h 2529385"/>
              <a:gd name="connsiteX7-2803" fmla="*/ 1951990 w 2563018"/>
              <a:gd name="connsiteY7-2804" fmla="*/ 1065631 h 2529385"/>
              <a:gd name="connsiteX8-2805" fmla="*/ 1939290 w 2563018"/>
              <a:gd name="connsiteY8-2806" fmla="*/ 1078331 h 2529385"/>
              <a:gd name="connsiteX9-2807" fmla="*/ 1939290 w 2563018"/>
              <a:gd name="connsiteY9-2808" fmla="*/ 2516733 h 2529385"/>
              <a:gd name="connsiteX10-2809" fmla="*/ 1926590 w 2563018"/>
              <a:gd name="connsiteY10-2810" fmla="*/ 2529385 h 2529385"/>
              <a:gd name="connsiteX11-2811" fmla="*/ 646430 w 2563018"/>
              <a:gd name="connsiteY11-2812" fmla="*/ 2529385 h 2529385"/>
              <a:gd name="connsiteX12-2813" fmla="*/ 646430 w 2563018"/>
              <a:gd name="connsiteY12-2814" fmla="*/ 2529385 h 2529385"/>
              <a:gd name="connsiteX13-2815" fmla="*/ 646430 w 2563018"/>
              <a:gd name="connsiteY13-2816" fmla="*/ 1065583 h 2529385"/>
              <a:gd name="connsiteX14-2817" fmla="*/ 646430 w 2563018"/>
              <a:gd name="connsiteY14-2818" fmla="*/ 1065632 h 2529385"/>
              <a:gd name="connsiteX15-2819" fmla="*/ 0 w 2563018"/>
              <a:gd name="connsiteY15-2820" fmla="*/ 1065632 h 2529385"/>
              <a:gd name="connsiteX16-2821" fmla="*/ 23342 w 2563018"/>
              <a:gd name="connsiteY16-2822" fmla="*/ 1057227 h 2529385"/>
              <a:gd name="connsiteX0-2823" fmla="*/ 23342 w 2563018"/>
              <a:gd name="connsiteY0-2824" fmla="*/ 1057227 h 2529385"/>
              <a:gd name="connsiteX1-2825" fmla="*/ 27197 w 2563018"/>
              <a:gd name="connsiteY1-2826" fmla="*/ 1043139 h 2529385"/>
              <a:gd name="connsiteX2-2827" fmla="*/ 1284810 w 2563018"/>
              <a:gd name="connsiteY2-2828" fmla="*/ 3028 h 2529385"/>
              <a:gd name="connsiteX3-2829" fmla="*/ 1300955 w 2563018"/>
              <a:gd name="connsiteY3-2830" fmla="*/ 3064 h 2529385"/>
              <a:gd name="connsiteX4-2831" fmla="*/ 2558568 w 2563018"/>
              <a:gd name="connsiteY4-2832" fmla="*/ 1043175 h 2529385"/>
              <a:gd name="connsiteX5-2833" fmla="*/ 2562377 w 2563018"/>
              <a:gd name="connsiteY5-2834" fmla="*/ 1057231 h 2529385"/>
              <a:gd name="connsiteX6-2835" fmla="*/ 2550427 w 2563018"/>
              <a:gd name="connsiteY6-2836" fmla="*/ 1065631 h 2529385"/>
              <a:gd name="connsiteX7-2837" fmla="*/ 1951990 w 2563018"/>
              <a:gd name="connsiteY7-2838" fmla="*/ 1065631 h 2529385"/>
              <a:gd name="connsiteX8-2839" fmla="*/ 1939290 w 2563018"/>
              <a:gd name="connsiteY8-2840" fmla="*/ 1078331 h 2529385"/>
              <a:gd name="connsiteX9-2841" fmla="*/ 1939290 w 2563018"/>
              <a:gd name="connsiteY9-2842" fmla="*/ 2516733 h 2529385"/>
              <a:gd name="connsiteX10-2843" fmla="*/ 1926590 w 2563018"/>
              <a:gd name="connsiteY10-2844" fmla="*/ 2529385 h 2529385"/>
              <a:gd name="connsiteX11-2845" fmla="*/ 659130 w 2563018"/>
              <a:gd name="connsiteY11-2846" fmla="*/ 2529385 h 2529385"/>
              <a:gd name="connsiteX12-2847" fmla="*/ 646430 w 2563018"/>
              <a:gd name="connsiteY12-2848" fmla="*/ 2529385 h 2529385"/>
              <a:gd name="connsiteX13-2849" fmla="*/ 646430 w 2563018"/>
              <a:gd name="connsiteY13-2850" fmla="*/ 1065583 h 2529385"/>
              <a:gd name="connsiteX14-2851" fmla="*/ 646430 w 2563018"/>
              <a:gd name="connsiteY14-2852" fmla="*/ 1065632 h 2529385"/>
              <a:gd name="connsiteX15-2853" fmla="*/ 0 w 2563018"/>
              <a:gd name="connsiteY15-2854" fmla="*/ 1065632 h 2529385"/>
              <a:gd name="connsiteX16-2855" fmla="*/ 23342 w 2563018"/>
              <a:gd name="connsiteY16-2856" fmla="*/ 1057227 h 2529385"/>
              <a:gd name="connsiteX0-2857" fmla="*/ 23342 w 2563018"/>
              <a:gd name="connsiteY0-2858" fmla="*/ 1057227 h 2529385"/>
              <a:gd name="connsiteX1-2859" fmla="*/ 27197 w 2563018"/>
              <a:gd name="connsiteY1-2860" fmla="*/ 1043139 h 2529385"/>
              <a:gd name="connsiteX2-2861" fmla="*/ 1284810 w 2563018"/>
              <a:gd name="connsiteY2-2862" fmla="*/ 3028 h 2529385"/>
              <a:gd name="connsiteX3-2863" fmla="*/ 1300955 w 2563018"/>
              <a:gd name="connsiteY3-2864" fmla="*/ 3064 h 2529385"/>
              <a:gd name="connsiteX4-2865" fmla="*/ 2558568 w 2563018"/>
              <a:gd name="connsiteY4-2866" fmla="*/ 1043175 h 2529385"/>
              <a:gd name="connsiteX5-2867" fmla="*/ 2562377 w 2563018"/>
              <a:gd name="connsiteY5-2868" fmla="*/ 1057231 h 2529385"/>
              <a:gd name="connsiteX6-2869" fmla="*/ 2550427 w 2563018"/>
              <a:gd name="connsiteY6-2870" fmla="*/ 1065631 h 2529385"/>
              <a:gd name="connsiteX7-2871" fmla="*/ 1951990 w 2563018"/>
              <a:gd name="connsiteY7-2872" fmla="*/ 1065631 h 2529385"/>
              <a:gd name="connsiteX8-2873" fmla="*/ 1939290 w 2563018"/>
              <a:gd name="connsiteY8-2874" fmla="*/ 1078331 h 2529385"/>
              <a:gd name="connsiteX9-2875" fmla="*/ 1939290 w 2563018"/>
              <a:gd name="connsiteY9-2876" fmla="*/ 2516733 h 2529385"/>
              <a:gd name="connsiteX10-2877" fmla="*/ 1926590 w 2563018"/>
              <a:gd name="connsiteY10-2878" fmla="*/ 2529385 h 2529385"/>
              <a:gd name="connsiteX11-2879" fmla="*/ 659130 w 2563018"/>
              <a:gd name="connsiteY11-2880" fmla="*/ 2529385 h 2529385"/>
              <a:gd name="connsiteX12-2881" fmla="*/ 646430 w 2563018"/>
              <a:gd name="connsiteY12-2882" fmla="*/ 2529385 h 2529385"/>
              <a:gd name="connsiteX13-2883" fmla="*/ 646430 w 2563018"/>
              <a:gd name="connsiteY13-2884" fmla="*/ 1065583 h 2529385"/>
              <a:gd name="connsiteX14-2885" fmla="*/ 646430 w 2563018"/>
              <a:gd name="connsiteY14-2886" fmla="*/ 1065632 h 2529385"/>
              <a:gd name="connsiteX15-2887" fmla="*/ 0 w 2563018"/>
              <a:gd name="connsiteY15-2888" fmla="*/ 1065632 h 2529385"/>
              <a:gd name="connsiteX16-2889" fmla="*/ 23342 w 2563018"/>
              <a:gd name="connsiteY16-2890" fmla="*/ 1057227 h 2529385"/>
              <a:gd name="connsiteX0-2891" fmla="*/ 23342 w 2563018"/>
              <a:gd name="connsiteY0-2892" fmla="*/ 1057227 h 2529385"/>
              <a:gd name="connsiteX1-2893" fmla="*/ 27197 w 2563018"/>
              <a:gd name="connsiteY1-2894" fmla="*/ 1043139 h 2529385"/>
              <a:gd name="connsiteX2-2895" fmla="*/ 1284810 w 2563018"/>
              <a:gd name="connsiteY2-2896" fmla="*/ 3028 h 2529385"/>
              <a:gd name="connsiteX3-2897" fmla="*/ 1300955 w 2563018"/>
              <a:gd name="connsiteY3-2898" fmla="*/ 3064 h 2529385"/>
              <a:gd name="connsiteX4-2899" fmla="*/ 2558568 w 2563018"/>
              <a:gd name="connsiteY4-2900" fmla="*/ 1043175 h 2529385"/>
              <a:gd name="connsiteX5-2901" fmla="*/ 2562377 w 2563018"/>
              <a:gd name="connsiteY5-2902" fmla="*/ 1057231 h 2529385"/>
              <a:gd name="connsiteX6-2903" fmla="*/ 2550427 w 2563018"/>
              <a:gd name="connsiteY6-2904" fmla="*/ 1065631 h 2529385"/>
              <a:gd name="connsiteX7-2905" fmla="*/ 1951990 w 2563018"/>
              <a:gd name="connsiteY7-2906" fmla="*/ 1065631 h 2529385"/>
              <a:gd name="connsiteX8-2907" fmla="*/ 1939290 w 2563018"/>
              <a:gd name="connsiteY8-2908" fmla="*/ 1078331 h 2529385"/>
              <a:gd name="connsiteX9-2909" fmla="*/ 1939290 w 2563018"/>
              <a:gd name="connsiteY9-2910" fmla="*/ 2516733 h 2529385"/>
              <a:gd name="connsiteX10-2911" fmla="*/ 1926590 w 2563018"/>
              <a:gd name="connsiteY10-2912" fmla="*/ 2529385 h 2529385"/>
              <a:gd name="connsiteX11-2913" fmla="*/ 659130 w 2563018"/>
              <a:gd name="connsiteY11-2914" fmla="*/ 2529385 h 2529385"/>
              <a:gd name="connsiteX12-2915" fmla="*/ 646430 w 2563018"/>
              <a:gd name="connsiteY12-2916" fmla="*/ 2529385 h 2529385"/>
              <a:gd name="connsiteX13-2917" fmla="*/ 646430 w 2563018"/>
              <a:gd name="connsiteY13-2918" fmla="*/ 1065583 h 2529385"/>
              <a:gd name="connsiteX14-2919" fmla="*/ 646430 w 2563018"/>
              <a:gd name="connsiteY14-2920" fmla="*/ 1065632 h 2529385"/>
              <a:gd name="connsiteX15-2921" fmla="*/ 0 w 2563018"/>
              <a:gd name="connsiteY15-2922" fmla="*/ 1065632 h 2529385"/>
              <a:gd name="connsiteX16-2923" fmla="*/ 23342 w 2563018"/>
              <a:gd name="connsiteY16-2924" fmla="*/ 1057227 h 2529385"/>
              <a:gd name="connsiteX0-2925" fmla="*/ 23342 w 2563018"/>
              <a:gd name="connsiteY0-2926" fmla="*/ 1057227 h 2529385"/>
              <a:gd name="connsiteX1-2927" fmla="*/ 27197 w 2563018"/>
              <a:gd name="connsiteY1-2928" fmla="*/ 1043139 h 2529385"/>
              <a:gd name="connsiteX2-2929" fmla="*/ 1284810 w 2563018"/>
              <a:gd name="connsiteY2-2930" fmla="*/ 3028 h 2529385"/>
              <a:gd name="connsiteX3-2931" fmla="*/ 1300955 w 2563018"/>
              <a:gd name="connsiteY3-2932" fmla="*/ 3064 h 2529385"/>
              <a:gd name="connsiteX4-2933" fmla="*/ 2558568 w 2563018"/>
              <a:gd name="connsiteY4-2934" fmla="*/ 1043175 h 2529385"/>
              <a:gd name="connsiteX5-2935" fmla="*/ 2562377 w 2563018"/>
              <a:gd name="connsiteY5-2936" fmla="*/ 1057231 h 2529385"/>
              <a:gd name="connsiteX6-2937" fmla="*/ 2550427 w 2563018"/>
              <a:gd name="connsiteY6-2938" fmla="*/ 1065631 h 2529385"/>
              <a:gd name="connsiteX7-2939" fmla="*/ 1951990 w 2563018"/>
              <a:gd name="connsiteY7-2940" fmla="*/ 1065631 h 2529385"/>
              <a:gd name="connsiteX8-2941" fmla="*/ 1939290 w 2563018"/>
              <a:gd name="connsiteY8-2942" fmla="*/ 1078331 h 2529385"/>
              <a:gd name="connsiteX9-2943" fmla="*/ 1939290 w 2563018"/>
              <a:gd name="connsiteY9-2944" fmla="*/ 2516733 h 2529385"/>
              <a:gd name="connsiteX10-2945" fmla="*/ 1926590 w 2563018"/>
              <a:gd name="connsiteY10-2946" fmla="*/ 2529385 h 2529385"/>
              <a:gd name="connsiteX11-2947" fmla="*/ 659130 w 2563018"/>
              <a:gd name="connsiteY11-2948" fmla="*/ 2529385 h 2529385"/>
              <a:gd name="connsiteX12-2949" fmla="*/ 646430 w 2563018"/>
              <a:gd name="connsiteY12-2950" fmla="*/ 2516685 h 2529385"/>
              <a:gd name="connsiteX13-2951" fmla="*/ 646430 w 2563018"/>
              <a:gd name="connsiteY13-2952" fmla="*/ 1065583 h 2529385"/>
              <a:gd name="connsiteX14-2953" fmla="*/ 646430 w 2563018"/>
              <a:gd name="connsiteY14-2954" fmla="*/ 1065632 h 2529385"/>
              <a:gd name="connsiteX15-2955" fmla="*/ 0 w 2563018"/>
              <a:gd name="connsiteY15-2956" fmla="*/ 1065632 h 2529385"/>
              <a:gd name="connsiteX16-2957" fmla="*/ 23342 w 2563018"/>
              <a:gd name="connsiteY16-2958" fmla="*/ 1057227 h 2529385"/>
              <a:gd name="connsiteX0-2959" fmla="*/ 23342 w 2563018"/>
              <a:gd name="connsiteY0-2960" fmla="*/ 1057227 h 2529385"/>
              <a:gd name="connsiteX1-2961" fmla="*/ 27197 w 2563018"/>
              <a:gd name="connsiteY1-2962" fmla="*/ 1043139 h 2529385"/>
              <a:gd name="connsiteX2-2963" fmla="*/ 1284810 w 2563018"/>
              <a:gd name="connsiteY2-2964" fmla="*/ 3028 h 2529385"/>
              <a:gd name="connsiteX3-2965" fmla="*/ 1300955 w 2563018"/>
              <a:gd name="connsiteY3-2966" fmla="*/ 3064 h 2529385"/>
              <a:gd name="connsiteX4-2967" fmla="*/ 2558568 w 2563018"/>
              <a:gd name="connsiteY4-2968" fmla="*/ 1043175 h 2529385"/>
              <a:gd name="connsiteX5-2969" fmla="*/ 2562377 w 2563018"/>
              <a:gd name="connsiteY5-2970" fmla="*/ 1057231 h 2529385"/>
              <a:gd name="connsiteX6-2971" fmla="*/ 2550427 w 2563018"/>
              <a:gd name="connsiteY6-2972" fmla="*/ 1065631 h 2529385"/>
              <a:gd name="connsiteX7-2973" fmla="*/ 1951990 w 2563018"/>
              <a:gd name="connsiteY7-2974" fmla="*/ 1065631 h 2529385"/>
              <a:gd name="connsiteX8-2975" fmla="*/ 1939290 w 2563018"/>
              <a:gd name="connsiteY8-2976" fmla="*/ 1078331 h 2529385"/>
              <a:gd name="connsiteX9-2977" fmla="*/ 1939290 w 2563018"/>
              <a:gd name="connsiteY9-2978" fmla="*/ 2516733 h 2529385"/>
              <a:gd name="connsiteX10-2979" fmla="*/ 1926590 w 2563018"/>
              <a:gd name="connsiteY10-2980" fmla="*/ 2529385 h 2529385"/>
              <a:gd name="connsiteX11-2981" fmla="*/ 659130 w 2563018"/>
              <a:gd name="connsiteY11-2982" fmla="*/ 2529385 h 2529385"/>
              <a:gd name="connsiteX12-2983" fmla="*/ 646430 w 2563018"/>
              <a:gd name="connsiteY12-2984" fmla="*/ 2516685 h 2529385"/>
              <a:gd name="connsiteX13-2985" fmla="*/ 646430 w 2563018"/>
              <a:gd name="connsiteY13-2986" fmla="*/ 1065583 h 2529385"/>
              <a:gd name="connsiteX14-2987" fmla="*/ 646430 w 2563018"/>
              <a:gd name="connsiteY14-2988" fmla="*/ 1065632 h 2529385"/>
              <a:gd name="connsiteX15-2989" fmla="*/ 0 w 2563018"/>
              <a:gd name="connsiteY15-2990" fmla="*/ 1065632 h 2529385"/>
              <a:gd name="connsiteX16-2991" fmla="*/ 23342 w 2563018"/>
              <a:gd name="connsiteY16-2992" fmla="*/ 1057227 h 2529385"/>
              <a:gd name="connsiteX0-2993" fmla="*/ 23342 w 2563018"/>
              <a:gd name="connsiteY0-2994" fmla="*/ 1057227 h 2529385"/>
              <a:gd name="connsiteX1-2995" fmla="*/ 27197 w 2563018"/>
              <a:gd name="connsiteY1-2996" fmla="*/ 1043139 h 2529385"/>
              <a:gd name="connsiteX2-2997" fmla="*/ 1284810 w 2563018"/>
              <a:gd name="connsiteY2-2998" fmla="*/ 3028 h 2529385"/>
              <a:gd name="connsiteX3-2999" fmla="*/ 1300955 w 2563018"/>
              <a:gd name="connsiteY3-3000" fmla="*/ 3064 h 2529385"/>
              <a:gd name="connsiteX4-3001" fmla="*/ 2558568 w 2563018"/>
              <a:gd name="connsiteY4-3002" fmla="*/ 1043175 h 2529385"/>
              <a:gd name="connsiteX5-3003" fmla="*/ 2562377 w 2563018"/>
              <a:gd name="connsiteY5-3004" fmla="*/ 1057231 h 2529385"/>
              <a:gd name="connsiteX6-3005" fmla="*/ 2550427 w 2563018"/>
              <a:gd name="connsiteY6-3006" fmla="*/ 1065631 h 2529385"/>
              <a:gd name="connsiteX7-3007" fmla="*/ 1951990 w 2563018"/>
              <a:gd name="connsiteY7-3008" fmla="*/ 1065631 h 2529385"/>
              <a:gd name="connsiteX8-3009" fmla="*/ 1939290 w 2563018"/>
              <a:gd name="connsiteY8-3010" fmla="*/ 1078331 h 2529385"/>
              <a:gd name="connsiteX9-3011" fmla="*/ 1939290 w 2563018"/>
              <a:gd name="connsiteY9-3012" fmla="*/ 2516733 h 2529385"/>
              <a:gd name="connsiteX10-3013" fmla="*/ 1926590 w 2563018"/>
              <a:gd name="connsiteY10-3014" fmla="*/ 2529385 h 2529385"/>
              <a:gd name="connsiteX11-3015" fmla="*/ 659130 w 2563018"/>
              <a:gd name="connsiteY11-3016" fmla="*/ 2529385 h 2529385"/>
              <a:gd name="connsiteX12-3017" fmla="*/ 646430 w 2563018"/>
              <a:gd name="connsiteY12-3018" fmla="*/ 2516685 h 2529385"/>
              <a:gd name="connsiteX13-3019" fmla="*/ 646430 w 2563018"/>
              <a:gd name="connsiteY13-3020" fmla="*/ 1065583 h 2529385"/>
              <a:gd name="connsiteX14-3021" fmla="*/ 646430 w 2563018"/>
              <a:gd name="connsiteY14-3022" fmla="*/ 1065632 h 2529385"/>
              <a:gd name="connsiteX15-3023" fmla="*/ 0 w 2563018"/>
              <a:gd name="connsiteY15-3024" fmla="*/ 1065632 h 2529385"/>
              <a:gd name="connsiteX16-3025" fmla="*/ 23342 w 2563018"/>
              <a:gd name="connsiteY16-3026" fmla="*/ 1057227 h 2529385"/>
              <a:gd name="connsiteX0-3027" fmla="*/ 23342 w 2563018"/>
              <a:gd name="connsiteY0-3028" fmla="*/ 1057227 h 2529385"/>
              <a:gd name="connsiteX1-3029" fmla="*/ 27197 w 2563018"/>
              <a:gd name="connsiteY1-3030" fmla="*/ 1043139 h 2529385"/>
              <a:gd name="connsiteX2-3031" fmla="*/ 1284810 w 2563018"/>
              <a:gd name="connsiteY2-3032" fmla="*/ 3028 h 2529385"/>
              <a:gd name="connsiteX3-3033" fmla="*/ 1300955 w 2563018"/>
              <a:gd name="connsiteY3-3034" fmla="*/ 3064 h 2529385"/>
              <a:gd name="connsiteX4-3035" fmla="*/ 2558568 w 2563018"/>
              <a:gd name="connsiteY4-3036" fmla="*/ 1043175 h 2529385"/>
              <a:gd name="connsiteX5-3037" fmla="*/ 2562377 w 2563018"/>
              <a:gd name="connsiteY5-3038" fmla="*/ 1057231 h 2529385"/>
              <a:gd name="connsiteX6-3039" fmla="*/ 2550427 w 2563018"/>
              <a:gd name="connsiteY6-3040" fmla="*/ 1065631 h 2529385"/>
              <a:gd name="connsiteX7-3041" fmla="*/ 1951990 w 2563018"/>
              <a:gd name="connsiteY7-3042" fmla="*/ 1065631 h 2529385"/>
              <a:gd name="connsiteX8-3043" fmla="*/ 1939290 w 2563018"/>
              <a:gd name="connsiteY8-3044" fmla="*/ 1078331 h 2529385"/>
              <a:gd name="connsiteX9-3045" fmla="*/ 1939290 w 2563018"/>
              <a:gd name="connsiteY9-3046" fmla="*/ 2516733 h 2529385"/>
              <a:gd name="connsiteX10-3047" fmla="*/ 1926590 w 2563018"/>
              <a:gd name="connsiteY10-3048" fmla="*/ 2529385 h 2529385"/>
              <a:gd name="connsiteX11-3049" fmla="*/ 659130 w 2563018"/>
              <a:gd name="connsiteY11-3050" fmla="*/ 2529385 h 2529385"/>
              <a:gd name="connsiteX12-3051" fmla="*/ 646430 w 2563018"/>
              <a:gd name="connsiteY12-3052" fmla="*/ 2516685 h 2529385"/>
              <a:gd name="connsiteX13-3053" fmla="*/ 646430 w 2563018"/>
              <a:gd name="connsiteY13-3054" fmla="*/ 1078282 h 2529385"/>
              <a:gd name="connsiteX14-3055" fmla="*/ 646430 w 2563018"/>
              <a:gd name="connsiteY14-3056" fmla="*/ 1065632 h 2529385"/>
              <a:gd name="connsiteX15-3057" fmla="*/ 0 w 2563018"/>
              <a:gd name="connsiteY15-3058" fmla="*/ 1065632 h 2529385"/>
              <a:gd name="connsiteX16-3059" fmla="*/ 23342 w 2563018"/>
              <a:gd name="connsiteY16-3060" fmla="*/ 1057227 h 2529385"/>
              <a:gd name="connsiteX0-3061" fmla="*/ 23342 w 2563018"/>
              <a:gd name="connsiteY0-3062" fmla="*/ 1057227 h 2529385"/>
              <a:gd name="connsiteX1-3063" fmla="*/ 27197 w 2563018"/>
              <a:gd name="connsiteY1-3064" fmla="*/ 1043139 h 2529385"/>
              <a:gd name="connsiteX2-3065" fmla="*/ 1284810 w 2563018"/>
              <a:gd name="connsiteY2-3066" fmla="*/ 3028 h 2529385"/>
              <a:gd name="connsiteX3-3067" fmla="*/ 1300955 w 2563018"/>
              <a:gd name="connsiteY3-3068" fmla="*/ 3064 h 2529385"/>
              <a:gd name="connsiteX4-3069" fmla="*/ 2558568 w 2563018"/>
              <a:gd name="connsiteY4-3070" fmla="*/ 1043175 h 2529385"/>
              <a:gd name="connsiteX5-3071" fmla="*/ 2562377 w 2563018"/>
              <a:gd name="connsiteY5-3072" fmla="*/ 1057231 h 2529385"/>
              <a:gd name="connsiteX6-3073" fmla="*/ 2550427 w 2563018"/>
              <a:gd name="connsiteY6-3074" fmla="*/ 1065631 h 2529385"/>
              <a:gd name="connsiteX7-3075" fmla="*/ 1951990 w 2563018"/>
              <a:gd name="connsiteY7-3076" fmla="*/ 1065631 h 2529385"/>
              <a:gd name="connsiteX8-3077" fmla="*/ 1939290 w 2563018"/>
              <a:gd name="connsiteY8-3078" fmla="*/ 1078331 h 2529385"/>
              <a:gd name="connsiteX9-3079" fmla="*/ 1939290 w 2563018"/>
              <a:gd name="connsiteY9-3080" fmla="*/ 2516733 h 2529385"/>
              <a:gd name="connsiteX10-3081" fmla="*/ 1926590 w 2563018"/>
              <a:gd name="connsiteY10-3082" fmla="*/ 2529385 h 2529385"/>
              <a:gd name="connsiteX11-3083" fmla="*/ 659130 w 2563018"/>
              <a:gd name="connsiteY11-3084" fmla="*/ 2529385 h 2529385"/>
              <a:gd name="connsiteX12-3085" fmla="*/ 646430 w 2563018"/>
              <a:gd name="connsiteY12-3086" fmla="*/ 2516685 h 2529385"/>
              <a:gd name="connsiteX13-3087" fmla="*/ 646430 w 2563018"/>
              <a:gd name="connsiteY13-3088" fmla="*/ 1078282 h 2529385"/>
              <a:gd name="connsiteX14-3089" fmla="*/ 646430 w 2563018"/>
              <a:gd name="connsiteY14-3090" fmla="*/ 1065632 h 2529385"/>
              <a:gd name="connsiteX15-3091" fmla="*/ 0 w 2563018"/>
              <a:gd name="connsiteY15-3092" fmla="*/ 1065632 h 2529385"/>
              <a:gd name="connsiteX16-3093" fmla="*/ 23342 w 2563018"/>
              <a:gd name="connsiteY16-3094" fmla="*/ 1057227 h 2529385"/>
              <a:gd name="connsiteX0-3095" fmla="*/ 23342 w 2563018"/>
              <a:gd name="connsiteY0-3096" fmla="*/ 1057227 h 2529385"/>
              <a:gd name="connsiteX1-3097" fmla="*/ 27197 w 2563018"/>
              <a:gd name="connsiteY1-3098" fmla="*/ 1043139 h 2529385"/>
              <a:gd name="connsiteX2-3099" fmla="*/ 1284810 w 2563018"/>
              <a:gd name="connsiteY2-3100" fmla="*/ 3028 h 2529385"/>
              <a:gd name="connsiteX3-3101" fmla="*/ 1300955 w 2563018"/>
              <a:gd name="connsiteY3-3102" fmla="*/ 3064 h 2529385"/>
              <a:gd name="connsiteX4-3103" fmla="*/ 2558568 w 2563018"/>
              <a:gd name="connsiteY4-3104" fmla="*/ 1043175 h 2529385"/>
              <a:gd name="connsiteX5-3105" fmla="*/ 2562377 w 2563018"/>
              <a:gd name="connsiteY5-3106" fmla="*/ 1057231 h 2529385"/>
              <a:gd name="connsiteX6-3107" fmla="*/ 2550427 w 2563018"/>
              <a:gd name="connsiteY6-3108" fmla="*/ 1065631 h 2529385"/>
              <a:gd name="connsiteX7-3109" fmla="*/ 1951990 w 2563018"/>
              <a:gd name="connsiteY7-3110" fmla="*/ 1065631 h 2529385"/>
              <a:gd name="connsiteX8-3111" fmla="*/ 1939290 w 2563018"/>
              <a:gd name="connsiteY8-3112" fmla="*/ 1078331 h 2529385"/>
              <a:gd name="connsiteX9-3113" fmla="*/ 1939290 w 2563018"/>
              <a:gd name="connsiteY9-3114" fmla="*/ 2516733 h 2529385"/>
              <a:gd name="connsiteX10-3115" fmla="*/ 1926590 w 2563018"/>
              <a:gd name="connsiteY10-3116" fmla="*/ 2529385 h 2529385"/>
              <a:gd name="connsiteX11-3117" fmla="*/ 659130 w 2563018"/>
              <a:gd name="connsiteY11-3118" fmla="*/ 2529385 h 2529385"/>
              <a:gd name="connsiteX12-3119" fmla="*/ 646430 w 2563018"/>
              <a:gd name="connsiteY12-3120" fmla="*/ 2516685 h 2529385"/>
              <a:gd name="connsiteX13-3121" fmla="*/ 646430 w 2563018"/>
              <a:gd name="connsiteY13-3122" fmla="*/ 1078282 h 2529385"/>
              <a:gd name="connsiteX14-3123" fmla="*/ 646430 w 2563018"/>
              <a:gd name="connsiteY14-3124" fmla="*/ 1065632 h 2529385"/>
              <a:gd name="connsiteX15-3125" fmla="*/ 0 w 2563018"/>
              <a:gd name="connsiteY15-3126" fmla="*/ 1065632 h 2529385"/>
              <a:gd name="connsiteX16-3127" fmla="*/ 23342 w 2563018"/>
              <a:gd name="connsiteY16-3128" fmla="*/ 1057227 h 2529385"/>
              <a:gd name="connsiteX0-3129" fmla="*/ 23342 w 2563018"/>
              <a:gd name="connsiteY0-3130" fmla="*/ 1057227 h 2529385"/>
              <a:gd name="connsiteX1-3131" fmla="*/ 27197 w 2563018"/>
              <a:gd name="connsiteY1-3132" fmla="*/ 1043139 h 2529385"/>
              <a:gd name="connsiteX2-3133" fmla="*/ 1284810 w 2563018"/>
              <a:gd name="connsiteY2-3134" fmla="*/ 3028 h 2529385"/>
              <a:gd name="connsiteX3-3135" fmla="*/ 1300955 w 2563018"/>
              <a:gd name="connsiteY3-3136" fmla="*/ 3064 h 2529385"/>
              <a:gd name="connsiteX4-3137" fmla="*/ 2558568 w 2563018"/>
              <a:gd name="connsiteY4-3138" fmla="*/ 1043175 h 2529385"/>
              <a:gd name="connsiteX5-3139" fmla="*/ 2562377 w 2563018"/>
              <a:gd name="connsiteY5-3140" fmla="*/ 1057231 h 2529385"/>
              <a:gd name="connsiteX6-3141" fmla="*/ 2550427 w 2563018"/>
              <a:gd name="connsiteY6-3142" fmla="*/ 1065631 h 2529385"/>
              <a:gd name="connsiteX7-3143" fmla="*/ 1951990 w 2563018"/>
              <a:gd name="connsiteY7-3144" fmla="*/ 1065631 h 2529385"/>
              <a:gd name="connsiteX8-3145" fmla="*/ 1939290 w 2563018"/>
              <a:gd name="connsiteY8-3146" fmla="*/ 1078331 h 2529385"/>
              <a:gd name="connsiteX9-3147" fmla="*/ 1939290 w 2563018"/>
              <a:gd name="connsiteY9-3148" fmla="*/ 2516733 h 2529385"/>
              <a:gd name="connsiteX10-3149" fmla="*/ 1926590 w 2563018"/>
              <a:gd name="connsiteY10-3150" fmla="*/ 2529385 h 2529385"/>
              <a:gd name="connsiteX11-3151" fmla="*/ 659130 w 2563018"/>
              <a:gd name="connsiteY11-3152" fmla="*/ 2529385 h 2529385"/>
              <a:gd name="connsiteX12-3153" fmla="*/ 646430 w 2563018"/>
              <a:gd name="connsiteY12-3154" fmla="*/ 2516685 h 2529385"/>
              <a:gd name="connsiteX13-3155" fmla="*/ 646430 w 2563018"/>
              <a:gd name="connsiteY13-3156" fmla="*/ 1078282 h 2529385"/>
              <a:gd name="connsiteX14-3157" fmla="*/ 633730 w 2563018"/>
              <a:gd name="connsiteY14-3158" fmla="*/ 1065632 h 2529385"/>
              <a:gd name="connsiteX15-3159" fmla="*/ 0 w 2563018"/>
              <a:gd name="connsiteY15-3160" fmla="*/ 1065632 h 2529385"/>
              <a:gd name="connsiteX16-3161" fmla="*/ 23342 w 2563018"/>
              <a:gd name="connsiteY16-3162" fmla="*/ 1057227 h 2529385"/>
              <a:gd name="connsiteX0-3163" fmla="*/ 23342 w 2563018"/>
              <a:gd name="connsiteY0-3164" fmla="*/ 1057227 h 2529385"/>
              <a:gd name="connsiteX1-3165" fmla="*/ 27197 w 2563018"/>
              <a:gd name="connsiteY1-3166" fmla="*/ 1043139 h 2529385"/>
              <a:gd name="connsiteX2-3167" fmla="*/ 1284810 w 2563018"/>
              <a:gd name="connsiteY2-3168" fmla="*/ 3028 h 2529385"/>
              <a:gd name="connsiteX3-3169" fmla="*/ 1300955 w 2563018"/>
              <a:gd name="connsiteY3-3170" fmla="*/ 3064 h 2529385"/>
              <a:gd name="connsiteX4-3171" fmla="*/ 2558568 w 2563018"/>
              <a:gd name="connsiteY4-3172" fmla="*/ 1043175 h 2529385"/>
              <a:gd name="connsiteX5-3173" fmla="*/ 2562377 w 2563018"/>
              <a:gd name="connsiteY5-3174" fmla="*/ 1057231 h 2529385"/>
              <a:gd name="connsiteX6-3175" fmla="*/ 2550427 w 2563018"/>
              <a:gd name="connsiteY6-3176" fmla="*/ 1065631 h 2529385"/>
              <a:gd name="connsiteX7-3177" fmla="*/ 1951990 w 2563018"/>
              <a:gd name="connsiteY7-3178" fmla="*/ 1065631 h 2529385"/>
              <a:gd name="connsiteX8-3179" fmla="*/ 1939290 w 2563018"/>
              <a:gd name="connsiteY8-3180" fmla="*/ 1078331 h 2529385"/>
              <a:gd name="connsiteX9-3181" fmla="*/ 1939290 w 2563018"/>
              <a:gd name="connsiteY9-3182" fmla="*/ 2516733 h 2529385"/>
              <a:gd name="connsiteX10-3183" fmla="*/ 1926590 w 2563018"/>
              <a:gd name="connsiteY10-3184" fmla="*/ 2529385 h 2529385"/>
              <a:gd name="connsiteX11-3185" fmla="*/ 659130 w 2563018"/>
              <a:gd name="connsiteY11-3186" fmla="*/ 2529385 h 2529385"/>
              <a:gd name="connsiteX12-3187" fmla="*/ 646430 w 2563018"/>
              <a:gd name="connsiteY12-3188" fmla="*/ 2516685 h 2529385"/>
              <a:gd name="connsiteX13-3189" fmla="*/ 646430 w 2563018"/>
              <a:gd name="connsiteY13-3190" fmla="*/ 1078282 h 2529385"/>
              <a:gd name="connsiteX14-3191" fmla="*/ 633730 w 2563018"/>
              <a:gd name="connsiteY14-3192" fmla="*/ 1065632 h 2529385"/>
              <a:gd name="connsiteX15-3193" fmla="*/ 0 w 2563018"/>
              <a:gd name="connsiteY15-3194" fmla="*/ 1065632 h 2529385"/>
              <a:gd name="connsiteX16-3195" fmla="*/ 23342 w 2563018"/>
              <a:gd name="connsiteY16-3196" fmla="*/ 1057227 h 2529385"/>
              <a:gd name="connsiteX0-3197" fmla="*/ 23342 w 2563018"/>
              <a:gd name="connsiteY0-3198" fmla="*/ 1057227 h 2529385"/>
              <a:gd name="connsiteX1-3199" fmla="*/ 27197 w 2563018"/>
              <a:gd name="connsiteY1-3200" fmla="*/ 1043139 h 2529385"/>
              <a:gd name="connsiteX2-3201" fmla="*/ 1284810 w 2563018"/>
              <a:gd name="connsiteY2-3202" fmla="*/ 3028 h 2529385"/>
              <a:gd name="connsiteX3-3203" fmla="*/ 1300955 w 2563018"/>
              <a:gd name="connsiteY3-3204" fmla="*/ 3064 h 2529385"/>
              <a:gd name="connsiteX4-3205" fmla="*/ 2558568 w 2563018"/>
              <a:gd name="connsiteY4-3206" fmla="*/ 1043175 h 2529385"/>
              <a:gd name="connsiteX5-3207" fmla="*/ 2562377 w 2563018"/>
              <a:gd name="connsiteY5-3208" fmla="*/ 1057231 h 2529385"/>
              <a:gd name="connsiteX6-3209" fmla="*/ 2550427 w 2563018"/>
              <a:gd name="connsiteY6-3210" fmla="*/ 1065631 h 2529385"/>
              <a:gd name="connsiteX7-3211" fmla="*/ 1951990 w 2563018"/>
              <a:gd name="connsiteY7-3212" fmla="*/ 1065631 h 2529385"/>
              <a:gd name="connsiteX8-3213" fmla="*/ 1939290 w 2563018"/>
              <a:gd name="connsiteY8-3214" fmla="*/ 1078331 h 2529385"/>
              <a:gd name="connsiteX9-3215" fmla="*/ 1939290 w 2563018"/>
              <a:gd name="connsiteY9-3216" fmla="*/ 2516733 h 2529385"/>
              <a:gd name="connsiteX10-3217" fmla="*/ 1926590 w 2563018"/>
              <a:gd name="connsiteY10-3218" fmla="*/ 2529385 h 2529385"/>
              <a:gd name="connsiteX11-3219" fmla="*/ 659130 w 2563018"/>
              <a:gd name="connsiteY11-3220" fmla="*/ 2529385 h 2529385"/>
              <a:gd name="connsiteX12-3221" fmla="*/ 646430 w 2563018"/>
              <a:gd name="connsiteY12-3222" fmla="*/ 2516685 h 2529385"/>
              <a:gd name="connsiteX13-3223" fmla="*/ 646430 w 2563018"/>
              <a:gd name="connsiteY13-3224" fmla="*/ 1078282 h 2529385"/>
              <a:gd name="connsiteX14-3225" fmla="*/ 633730 w 2563018"/>
              <a:gd name="connsiteY14-3226" fmla="*/ 1065632 h 2529385"/>
              <a:gd name="connsiteX15-3227" fmla="*/ 0 w 2563018"/>
              <a:gd name="connsiteY15-3228" fmla="*/ 1065632 h 2529385"/>
              <a:gd name="connsiteX16-3229" fmla="*/ 23342 w 2563018"/>
              <a:gd name="connsiteY16-3230" fmla="*/ 1057227 h 2529385"/>
              <a:gd name="connsiteX0-3231" fmla="*/ 7051 w 2546727"/>
              <a:gd name="connsiteY0-3232" fmla="*/ 1057227 h 2529385"/>
              <a:gd name="connsiteX1-3233" fmla="*/ 10906 w 2546727"/>
              <a:gd name="connsiteY1-3234" fmla="*/ 1043139 h 2529385"/>
              <a:gd name="connsiteX2-3235" fmla="*/ 1268519 w 2546727"/>
              <a:gd name="connsiteY2-3236" fmla="*/ 3028 h 2529385"/>
              <a:gd name="connsiteX3-3237" fmla="*/ 1284664 w 2546727"/>
              <a:gd name="connsiteY3-3238" fmla="*/ 3064 h 2529385"/>
              <a:gd name="connsiteX4-3239" fmla="*/ 2542277 w 2546727"/>
              <a:gd name="connsiteY4-3240" fmla="*/ 1043175 h 2529385"/>
              <a:gd name="connsiteX5-3241" fmla="*/ 2546086 w 2546727"/>
              <a:gd name="connsiteY5-3242" fmla="*/ 1057231 h 2529385"/>
              <a:gd name="connsiteX6-3243" fmla="*/ 2534136 w 2546727"/>
              <a:gd name="connsiteY6-3244" fmla="*/ 1065631 h 2529385"/>
              <a:gd name="connsiteX7-3245" fmla="*/ 1935699 w 2546727"/>
              <a:gd name="connsiteY7-3246" fmla="*/ 1065631 h 2529385"/>
              <a:gd name="connsiteX8-3247" fmla="*/ 1922999 w 2546727"/>
              <a:gd name="connsiteY8-3248" fmla="*/ 1078331 h 2529385"/>
              <a:gd name="connsiteX9-3249" fmla="*/ 1922999 w 2546727"/>
              <a:gd name="connsiteY9-3250" fmla="*/ 2516733 h 2529385"/>
              <a:gd name="connsiteX10-3251" fmla="*/ 1910299 w 2546727"/>
              <a:gd name="connsiteY10-3252" fmla="*/ 2529385 h 2529385"/>
              <a:gd name="connsiteX11-3253" fmla="*/ 642839 w 2546727"/>
              <a:gd name="connsiteY11-3254" fmla="*/ 2529385 h 2529385"/>
              <a:gd name="connsiteX12-3255" fmla="*/ 630139 w 2546727"/>
              <a:gd name="connsiteY12-3256" fmla="*/ 2516685 h 2529385"/>
              <a:gd name="connsiteX13-3257" fmla="*/ 630139 w 2546727"/>
              <a:gd name="connsiteY13-3258" fmla="*/ 1078282 h 2529385"/>
              <a:gd name="connsiteX14-3259" fmla="*/ 617439 w 2546727"/>
              <a:gd name="connsiteY14-3260" fmla="*/ 1065632 h 2529385"/>
              <a:gd name="connsiteX15-3261" fmla="*/ 19002 w 2546727"/>
              <a:gd name="connsiteY15-3262" fmla="*/ 1065632 h 2529385"/>
              <a:gd name="connsiteX16-3263" fmla="*/ 7051 w 2546727"/>
              <a:gd name="connsiteY16-3264" fmla="*/ 1057227 h 2529385"/>
              <a:gd name="connsiteX0-3265" fmla="*/ 634 w 2540310"/>
              <a:gd name="connsiteY0-3266" fmla="*/ 1057227 h 2529385"/>
              <a:gd name="connsiteX1-3267" fmla="*/ 4489 w 2540310"/>
              <a:gd name="connsiteY1-3268" fmla="*/ 1043139 h 2529385"/>
              <a:gd name="connsiteX2-3269" fmla="*/ 1262102 w 2540310"/>
              <a:gd name="connsiteY2-3270" fmla="*/ 3028 h 2529385"/>
              <a:gd name="connsiteX3-3271" fmla="*/ 1278247 w 2540310"/>
              <a:gd name="connsiteY3-3272" fmla="*/ 3064 h 2529385"/>
              <a:gd name="connsiteX4-3273" fmla="*/ 2535860 w 2540310"/>
              <a:gd name="connsiteY4-3274" fmla="*/ 1043175 h 2529385"/>
              <a:gd name="connsiteX5-3275" fmla="*/ 2539669 w 2540310"/>
              <a:gd name="connsiteY5-3276" fmla="*/ 1057231 h 2529385"/>
              <a:gd name="connsiteX6-3277" fmla="*/ 2527719 w 2540310"/>
              <a:gd name="connsiteY6-3278" fmla="*/ 1065631 h 2529385"/>
              <a:gd name="connsiteX7-3279" fmla="*/ 1929282 w 2540310"/>
              <a:gd name="connsiteY7-3280" fmla="*/ 1065631 h 2529385"/>
              <a:gd name="connsiteX8-3281" fmla="*/ 1916582 w 2540310"/>
              <a:gd name="connsiteY8-3282" fmla="*/ 1078331 h 2529385"/>
              <a:gd name="connsiteX9-3283" fmla="*/ 1916582 w 2540310"/>
              <a:gd name="connsiteY9-3284" fmla="*/ 2516733 h 2529385"/>
              <a:gd name="connsiteX10-3285" fmla="*/ 1903882 w 2540310"/>
              <a:gd name="connsiteY10-3286" fmla="*/ 2529385 h 2529385"/>
              <a:gd name="connsiteX11-3287" fmla="*/ 636422 w 2540310"/>
              <a:gd name="connsiteY11-3288" fmla="*/ 2529385 h 2529385"/>
              <a:gd name="connsiteX12-3289" fmla="*/ 623722 w 2540310"/>
              <a:gd name="connsiteY12-3290" fmla="*/ 2516685 h 2529385"/>
              <a:gd name="connsiteX13-3291" fmla="*/ 623722 w 2540310"/>
              <a:gd name="connsiteY13-3292" fmla="*/ 1078282 h 2529385"/>
              <a:gd name="connsiteX14-3293" fmla="*/ 611022 w 2540310"/>
              <a:gd name="connsiteY14-3294" fmla="*/ 1065632 h 2529385"/>
              <a:gd name="connsiteX15-3295" fmla="*/ 12585 w 2540310"/>
              <a:gd name="connsiteY15-3296" fmla="*/ 1065632 h 2529385"/>
              <a:gd name="connsiteX16-3297" fmla="*/ 634 w 2540310"/>
              <a:gd name="connsiteY16-3298" fmla="*/ 1057227 h 2529385"/>
              <a:gd name="connsiteX0-3299" fmla="*/ 634 w 2540310"/>
              <a:gd name="connsiteY0-3300" fmla="*/ 1057227 h 2529385"/>
              <a:gd name="connsiteX1-3301" fmla="*/ 4489 w 2540310"/>
              <a:gd name="connsiteY1-3302" fmla="*/ 1043139 h 2529385"/>
              <a:gd name="connsiteX2-3303" fmla="*/ 1262102 w 2540310"/>
              <a:gd name="connsiteY2-3304" fmla="*/ 3028 h 2529385"/>
              <a:gd name="connsiteX3-3305" fmla="*/ 1278247 w 2540310"/>
              <a:gd name="connsiteY3-3306" fmla="*/ 3064 h 2529385"/>
              <a:gd name="connsiteX4-3307" fmla="*/ 2535860 w 2540310"/>
              <a:gd name="connsiteY4-3308" fmla="*/ 1043175 h 2529385"/>
              <a:gd name="connsiteX5-3309" fmla="*/ 2539669 w 2540310"/>
              <a:gd name="connsiteY5-3310" fmla="*/ 1057231 h 2529385"/>
              <a:gd name="connsiteX6-3311" fmla="*/ 2527719 w 2540310"/>
              <a:gd name="connsiteY6-3312" fmla="*/ 1065631 h 2529385"/>
              <a:gd name="connsiteX7-3313" fmla="*/ 1929282 w 2540310"/>
              <a:gd name="connsiteY7-3314" fmla="*/ 1065631 h 2529385"/>
              <a:gd name="connsiteX8-3315" fmla="*/ 1916582 w 2540310"/>
              <a:gd name="connsiteY8-3316" fmla="*/ 1078331 h 2529385"/>
              <a:gd name="connsiteX9-3317" fmla="*/ 1916582 w 2540310"/>
              <a:gd name="connsiteY9-3318" fmla="*/ 2516733 h 2529385"/>
              <a:gd name="connsiteX10-3319" fmla="*/ 1903882 w 2540310"/>
              <a:gd name="connsiteY10-3320" fmla="*/ 2529385 h 2529385"/>
              <a:gd name="connsiteX11-3321" fmla="*/ 636422 w 2540310"/>
              <a:gd name="connsiteY11-3322" fmla="*/ 2529385 h 2529385"/>
              <a:gd name="connsiteX12-3323" fmla="*/ 623722 w 2540310"/>
              <a:gd name="connsiteY12-3324" fmla="*/ 2516685 h 2529385"/>
              <a:gd name="connsiteX13-3325" fmla="*/ 623722 w 2540310"/>
              <a:gd name="connsiteY13-3326" fmla="*/ 1078282 h 2529385"/>
              <a:gd name="connsiteX14-3327" fmla="*/ 611022 w 2540310"/>
              <a:gd name="connsiteY14-3328" fmla="*/ 1065632 h 2529385"/>
              <a:gd name="connsiteX15-3329" fmla="*/ 12585 w 2540310"/>
              <a:gd name="connsiteY15-3330" fmla="*/ 1065632 h 2529385"/>
              <a:gd name="connsiteX16-3331" fmla="*/ 634 w 2540310"/>
              <a:gd name="connsiteY16-3332" fmla="*/ 1057227 h 2529385"/>
              <a:gd name="connsiteX0-3333" fmla="*/ 634 w 2540310"/>
              <a:gd name="connsiteY0-3334" fmla="*/ 1057227 h 2529385"/>
              <a:gd name="connsiteX1-3335" fmla="*/ 4489 w 2540310"/>
              <a:gd name="connsiteY1-3336" fmla="*/ 1043139 h 2529385"/>
              <a:gd name="connsiteX2-3337" fmla="*/ 1262102 w 2540310"/>
              <a:gd name="connsiteY2-3338" fmla="*/ 3028 h 2529385"/>
              <a:gd name="connsiteX3-3339" fmla="*/ 1278247 w 2540310"/>
              <a:gd name="connsiteY3-3340" fmla="*/ 3064 h 2529385"/>
              <a:gd name="connsiteX4-3341" fmla="*/ 2535860 w 2540310"/>
              <a:gd name="connsiteY4-3342" fmla="*/ 1043175 h 2529385"/>
              <a:gd name="connsiteX5-3343" fmla="*/ 2539669 w 2540310"/>
              <a:gd name="connsiteY5-3344" fmla="*/ 1057231 h 2529385"/>
              <a:gd name="connsiteX6-3345" fmla="*/ 2527719 w 2540310"/>
              <a:gd name="connsiteY6-3346" fmla="*/ 1065631 h 2529385"/>
              <a:gd name="connsiteX7-3347" fmla="*/ 1929282 w 2540310"/>
              <a:gd name="connsiteY7-3348" fmla="*/ 1065631 h 2529385"/>
              <a:gd name="connsiteX8-3349" fmla="*/ 1916582 w 2540310"/>
              <a:gd name="connsiteY8-3350" fmla="*/ 1078331 h 2529385"/>
              <a:gd name="connsiteX9-3351" fmla="*/ 1916582 w 2540310"/>
              <a:gd name="connsiteY9-3352" fmla="*/ 2516733 h 2529385"/>
              <a:gd name="connsiteX10-3353" fmla="*/ 1903882 w 2540310"/>
              <a:gd name="connsiteY10-3354" fmla="*/ 2529385 h 2529385"/>
              <a:gd name="connsiteX11-3355" fmla="*/ 636422 w 2540310"/>
              <a:gd name="connsiteY11-3356" fmla="*/ 2529385 h 2529385"/>
              <a:gd name="connsiteX12-3357" fmla="*/ 623722 w 2540310"/>
              <a:gd name="connsiteY12-3358" fmla="*/ 2516685 h 2529385"/>
              <a:gd name="connsiteX13-3359" fmla="*/ 623722 w 2540310"/>
              <a:gd name="connsiteY13-3360" fmla="*/ 1078282 h 2529385"/>
              <a:gd name="connsiteX14-3361" fmla="*/ 611022 w 2540310"/>
              <a:gd name="connsiteY14-3362" fmla="*/ 1065632 h 2529385"/>
              <a:gd name="connsiteX15-3363" fmla="*/ 12585 w 2540310"/>
              <a:gd name="connsiteY15-3364" fmla="*/ 1065632 h 2529385"/>
              <a:gd name="connsiteX16-3365" fmla="*/ 23975 w 2540310"/>
              <a:gd name="connsiteY16-3366" fmla="*/ 1048823 h 2529385"/>
              <a:gd name="connsiteX0-3367" fmla="*/ 21683 w 2538018"/>
              <a:gd name="connsiteY0-3368" fmla="*/ 1048823 h 2529385"/>
              <a:gd name="connsiteX1-3369" fmla="*/ 2197 w 2538018"/>
              <a:gd name="connsiteY1-3370" fmla="*/ 1043139 h 2529385"/>
              <a:gd name="connsiteX2-3371" fmla="*/ 1259810 w 2538018"/>
              <a:gd name="connsiteY2-3372" fmla="*/ 3028 h 2529385"/>
              <a:gd name="connsiteX3-3373" fmla="*/ 1275955 w 2538018"/>
              <a:gd name="connsiteY3-3374" fmla="*/ 3064 h 2529385"/>
              <a:gd name="connsiteX4-3375" fmla="*/ 2533568 w 2538018"/>
              <a:gd name="connsiteY4-3376" fmla="*/ 1043175 h 2529385"/>
              <a:gd name="connsiteX5-3377" fmla="*/ 2537377 w 2538018"/>
              <a:gd name="connsiteY5-3378" fmla="*/ 1057231 h 2529385"/>
              <a:gd name="connsiteX6-3379" fmla="*/ 2525427 w 2538018"/>
              <a:gd name="connsiteY6-3380" fmla="*/ 1065631 h 2529385"/>
              <a:gd name="connsiteX7-3381" fmla="*/ 1926990 w 2538018"/>
              <a:gd name="connsiteY7-3382" fmla="*/ 1065631 h 2529385"/>
              <a:gd name="connsiteX8-3383" fmla="*/ 1914290 w 2538018"/>
              <a:gd name="connsiteY8-3384" fmla="*/ 1078331 h 2529385"/>
              <a:gd name="connsiteX9-3385" fmla="*/ 1914290 w 2538018"/>
              <a:gd name="connsiteY9-3386" fmla="*/ 2516733 h 2529385"/>
              <a:gd name="connsiteX10-3387" fmla="*/ 1901590 w 2538018"/>
              <a:gd name="connsiteY10-3388" fmla="*/ 2529385 h 2529385"/>
              <a:gd name="connsiteX11-3389" fmla="*/ 634130 w 2538018"/>
              <a:gd name="connsiteY11-3390" fmla="*/ 2529385 h 2529385"/>
              <a:gd name="connsiteX12-3391" fmla="*/ 621430 w 2538018"/>
              <a:gd name="connsiteY12-3392" fmla="*/ 2516685 h 2529385"/>
              <a:gd name="connsiteX13-3393" fmla="*/ 621430 w 2538018"/>
              <a:gd name="connsiteY13-3394" fmla="*/ 1078282 h 2529385"/>
              <a:gd name="connsiteX14-3395" fmla="*/ 608730 w 2538018"/>
              <a:gd name="connsiteY14-3396" fmla="*/ 1065632 h 2529385"/>
              <a:gd name="connsiteX15-3397" fmla="*/ 10293 w 2538018"/>
              <a:gd name="connsiteY15-3398" fmla="*/ 1065632 h 2529385"/>
              <a:gd name="connsiteX16-3399" fmla="*/ 21683 w 2538018"/>
              <a:gd name="connsiteY16-3400" fmla="*/ 1048823 h 2529385"/>
              <a:gd name="connsiteX0-3401" fmla="*/ 19963 w 2536298"/>
              <a:gd name="connsiteY0-3402" fmla="*/ 1048823 h 2529385"/>
              <a:gd name="connsiteX1-3403" fmla="*/ 477 w 2536298"/>
              <a:gd name="connsiteY1-3404" fmla="*/ 1043139 h 2529385"/>
              <a:gd name="connsiteX2-3405" fmla="*/ 1258090 w 2536298"/>
              <a:gd name="connsiteY2-3406" fmla="*/ 3028 h 2529385"/>
              <a:gd name="connsiteX3-3407" fmla="*/ 1274235 w 2536298"/>
              <a:gd name="connsiteY3-3408" fmla="*/ 3064 h 2529385"/>
              <a:gd name="connsiteX4-3409" fmla="*/ 2531848 w 2536298"/>
              <a:gd name="connsiteY4-3410" fmla="*/ 1043175 h 2529385"/>
              <a:gd name="connsiteX5-3411" fmla="*/ 2535657 w 2536298"/>
              <a:gd name="connsiteY5-3412" fmla="*/ 1057231 h 2529385"/>
              <a:gd name="connsiteX6-3413" fmla="*/ 2523707 w 2536298"/>
              <a:gd name="connsiteY6-3414" fmla="*/ 1065631 h 2529385"/>
              <a:gd name="connsiteX7-3415" fmla="*/ 1925270 w 2536298"/>
              <a:gd name="connsiteY7-3416" fmla="*/ 1065631 h 2529385"/>
              <a:gd name="connsiteX8-3417" fmla="*/ 1912570 w 2536298"/>
              <a:gd name="connsiteY8-3418" fmla="*/ 1078331 h 2529385"/>
              <a:gd name="connsiteX9-3419" fmla="*/ 1912570 w 2536298"/>
              <a:gd name="connsiteY9-3420" fmla="*/ 2516733 h 2529385"/>
              <a:gd name="connsiteX10-3421" fmla="*/ 1899870 w 2536298"/>
              <a:gd name="connsiteY10-3422" fmla="*/ 2529385 h 2529385"/>
              <a:gd name="connsiteX11-3423" fmla="*/ 632410 w 2536298"/>
              <a:gd name="connsiteY11-3424" fmla="*/ 2529385 h 2529385"/>
              <a:gd name="connsiteX12-3425" fmla="*/ 619710 w 2536298"/>
              <a:gd name="connsiteY12-3426" fmla="*/ 2516685 h 2529385"/>
              <a:gd name="connsiteX13-3427" fmla="*/ 619710 w 2536298"/>
              <a:gd name="connsiteY13-3428" fmla="*/ 1078282 h 2529385"/>
              <a:gd name="connsiteX14-3429" fmla="*/ 607010 w 2536298"/>
              <a:gd name="connsiteY14-3430" fmla="*/ 1065632 h 2529385"/>
              <a:gd name="connsiteX15-3431" fmla="*/ 8573 w 2536298"/>
              <a:gd name="connsiteY15-3432" fmla="*/ 1065632 h 2529385"/>
              <a:gd name="connsiteX16-3433" fmla="*/ 19963 w 2536298"/>
              <a:gd name="connsiteY16-3434" fmla="*/ 1048823 h 2529385"/>
              <a:gd name="connsiteX0-3435" fmla="*/ 19486 w 2535821"/>
              <a:gd name="connsiteY0-3436" fmla="*/ 1048823 h 2529385"/>
              <a:gd name="connsiteX1-3437" fmla="*/ 0 w 2535821"/>
              <a:gd name="connsiteY1-3438" fmla="*/ 1043139 h 2529385"/>
              <a:gd name="connsiteX2-3439" fmla="*/ 1257613 w 2535821"/>
              <a:gd name="connsiteY2-3440" fmla="*/ 3028 h 2529385"/>
              <a:gd name="connsiteX3-3441" fmla="*/ 1273758 w 2535821"/>
              <a:gd name="connsiteY3-3442" fmla="*/ 3064 h 2529385"/>
              <a:gd name="connsiteX4-3443" fmla="*/ 2531371 w 2535821"/>
              <a:gd name="connsiteY4-3444" fmla="*/ 1043175 h 2529385"/>
              <a:gd name="connsiteX5-3445" fmla="*/ 2535180 w 2535821"/>
              <a:gd name="connsiteY5-3446" fmla="*/ 1057231 h 2529385"/>
              <a:gd name="connsiteX6-3447" fmla="*/ 2523230 w 2535821"/>
              <a:gd name="connsiteY6-3448" fmla="*/ 1065631 h 2529385"/>
              <a:gd name="connsiteX7-3449" fmla="*/ 1924793 w 2535821"/>
              <a:gd name="connsiteY7-3450" fmla="*/ 1065631 h 2529385"/>
              <a:gd name="connsiteX8-3451" fmla="*/ 1912093 w 2535821"/>
              <a:gd name="connsiteY8-3452" fmla="*/ 1078331 h 2529385"/>
              <a:gd name="connsiteX9-3453" fmla="*/ 1912093 w 2535821"/>
              <a:gd name="connsiteY9-3454" fmla="*/ 2516733 h 2529385"/>
              <a:gd name="connsiteX10-3455" fmla="*/ 1899393 w 2535821"/>
              <a:gd name="connsiteY10-3456" fmla="*/ 2529385 h 2529385"/>
              <a:gd name="connsiteX11-3457" fmla="*/ 631933 w 2535821"/>
              <a:gd name="connsiteY11-3458" fmla="*/ 2529385 h 2529385"/>
              <a:gd name="connsiteX12-3459" fmla="*/ 619233 w 2535821"/>
              <a:gd name="connsiteY12-3460" fmla="*/ 2516685 h 2529385"/>
              <a:gd name="connsiteX13-3461" fmla="*/ 619233 w 2535821"/>
              <a:gd name="connsiteY13-3462" fmla="*/ 1078282 h 2529385"/>
              <a:gd name="connsiteX14-3463" fmla="*/ 606533 w 2535821"/>
              <a:gd name="connsiteY14-3464" fmla="*/ 1065632 h 2529385"/>
              <a:gd name="connsiteX15-3465" fmla="*/ 8096 w 2535821"/>
              <a:gd name="connsiteY15-3466" fmla="*/ 1065632 h 2529385"/>
              <a:gd name="connsiteX16-3467" fmla="*/ 19486 w 2535821"/>
              <a:gd name="connsiteY16-3468" fmla="*/ 1048823 h 2529385"/>
              <a:gd name="connsiteX0-3469" fmla="*/ 12185 w 2528520"/>
              <a:gd name="connsiteY0-3470" fmla="*/ 1048823 h 2529385"/>
              <a:gd name="connsiteX1-3471" fmla="*/ 19895 w 2528520"/>
              <a:gd name="connsiteY1-3472" fmla="*/ 1020645 h 2529385"/>
              <a:gd name="connsiteX2-3473" fmla="*/ 1250312 w 2528520"/>
              <a:gd name="connsiteY2-3474" fmla="*/ 3028 h 2529385"/>
              <a:gd name="connsiteX3-3475" fmla="*/ 1266457 w 2528520"/>
              <a:gd name="connsiteY3-3476" fmla="*/ 3064 h 2529385"/>
              <a:gd name="connsiteX4-3477" fmla="*/ 2524070 w 2528520"/>
              <a:gd name="connsiteY4-3478" fmla="*/ 1043175 h 2529385"/>
              <a:gd name="connsiteX5-3479" fmla="*/ 2527879 w 2528520"/>
              <a:gd name="connsiteY5-3480" fmla="*/ 1057231 h 2529385"/>
              <a:gd name="connsiteX6-3481" fmla="*/ 2515929 w 2528520"/>
              <a:gd name="connsiteY6-3482" fmla="*/ 1065631 h 2529385"/>
              <a:gd name="connsiteX7-3483" fmla="*/ 1917492 w 2528520"/>
              <a:gd name="connsiteY7-3484" fmla="*/ 1065631 h 2529385"/>
              <a:gd name="connsiteX8-3485" fmla="*/ 1904792 w 2528520"/>
              <a:gd name="connsiteY8-3486" fmla="*/ 1078331 h 2529385"/>
              <a:gd name="connsiteX9-3487" fmla="*/ 1904792 w 2528520"/>
              <a:gd name="connsiteY9-3488" fmla="*/ 2516733 h 2529385"/>
              <a:gd name="connsiteX10-3489" fmla="*/ 1892092 w 2528520"/>
              <a:gd name="connsiteY10-3490" fmla="*/ 2529385 h 2529385"/>
              <a:gd name="connsiteX11-3491" fmla="*/ 624632 w 2528520"/>
              <a:gd name="connsiteY11-3492" fmla="*/ 2529385 h 2529385"/>
              <a:gd name="connsiteX12-3493" fmla="*/ 611932 w 2528520"/>
              <a:gd name="connsiteY12-3494" fmla="*/ 2516685 h 2529385"/>
              <a:gd name="connsiteX13-3495" fmla="*/ 611932 w 2528520"/>
              <a:gd name="connsiteY13-3496" fmla="*/ 1078282 h 2529385"/>
              <a:gd name="connsiteX14-3497" fmla="*/ 599232 w 2528520"/>
              <a:gd name="connsiteY14-3498" fmla="*/ 1065632 h 2529385"/>
              <a:gd name="connsiteX15-3499" fmla="*/ 795 w 2528520"/>
              <a:gd name="connsiteY15-3500" fmla="*/ 1065632 h 2529385"/>
              <a:gd name="connsiteX16-3501" fmla="*/ 12185 w 2528520"/>
              <a:gd name="connsiteY16-3502" fmla="*/ 1048823 h 2529385"/>
              <a:gd name="connsiteX0-3503" fmla="*/ 12185 w 2528520"/>
              <a:gd name="connsiteY0-3504" fmla="*/ 1048823 h 2529385"/>
              <a:gd name="connsiteX1-3505" fmla="*/ 19895 w 2528520"/>
              <a:gd name="connsiteY1-3506" fmla="*/ 1020645 h 2529385"/>
              <a:gd name="connsiteX2-3507" fmla="*/ 1250312 w 2528520"/>
              <a:gd name="connsiteY2-3508" fmla="*/ 3028 h 2529385"/>
              <a:gd name="connsiteX3-3509" fmla="*/ 1266457 w 2528520"/>
              <a:gd name="connsiteY3-3510" fmla="*/ 3064 h 2529385"/>
              <a:gd name="connsiteX4-3511" fmla="*/ 2524070 w 2528520"/>
              <a:gd name="connsiteY4-3512" fmla="*/ 1043175 h 2529385"/>
              <a:gd name="connsiteX5-3513" fmla="*/ 2527879 w 2528520"/>
              <a:gd name="connsiteY5-3514" fmla="*/ 1057231 h 2529385"/>
              <a:gd name="connsiteX6-3515" fmla="*/ 2515929 w 2528520"/>
              <a:gd name="connsiteY6-3516" fmla="*/ 1065631 h 2529385"/>
              <a:gd name="connsiteX7-3517" fmla="*/ 1917492 w 2528520"/>
              <a:gd name="connsiteY7-3518" fmla="*/ 1065631 h 2529385"/>
              <a:gd name="connsiteX8-3519" fmla="*/ 1904792 w 2528520"/>
              <a:gd name="connsiteY8-3520" fmla="*/ 1078331 h 2529385"/>
              <a:gd name="connsiteX9-3521" fmla="*/ 1904792 w 2528520"/>
              <a:gd name="connsiteY9-3522" fmla="*/ 2516733 h 2529385"/>
              <a:gd name="connsiteX10-3523" fmla="*/ 1892092 w 2528520"/>
              <a:gd name="connsiteY10-3524" fmla="*/ 2529385 h 2529385"/>
              <a:gd name="connsiteX11-3525" fmla="*/ 624632 w 2528520"/>
              <a:gd name="connsiteY11-3526" fmla="*/ 2529385 h 2529385"/>
              <a:gd name="connsiteX12-3527" fmla="*/ 611932 w 2528520"/>
              <a:gd name="connsiteY12-3528" fmla="*/ 2516685 h 2529385"/>
              <a:gd name="connsiteX13-3529" fmla="*/ 611932 w 2528520"/>
              <a:gd name="connsiteY13-3530" fmla="*/ 1078282 h 2529385"/>
              <a:gd name="connsiteX14-3531" fmla="*/ 599232 w 2528520"/>
              <a:gd name="connsiteY14-3532" fmla="*/ 1065632 h 2529385"/>
              <a:gd name="connsiteX15-3533" fmla="*/ 795 w 2528520"/>
              <a:gd name="connsiteY15-3534" fmla="*/ 1065632 h 2529385"/>
              <a:gd name="connsiteX16-3535" fmla="*/ 12185 w 2528520"/>
              <a:gd name="connsiteY16-3536" fmla="*/ 1048823 h 2529385"/>
              <a:gd name="connsiteX0-3537" fmla="*/ 12185 w 2528520"/>
              <a:gd name="connsiteY0-3538" fmla="*/ 1048823 h 2529385"/>
              <a:gd name="connsiteX1-3539" fmla="*/ 19895 w 2528520"/>
              <a:gd name="connsiteY1-3540" fmla="*/ 1020645 h 2529385"/>
              <a:gd name="connsiteX2-3541" fmla="*/ 1250312 w 2528520"/>
              <a:gd name="connsiteY2-3542" fmla="*/ 3028 h 2529385"/>
              <a:gd name="connsiteX3-3543" fmla="*/ 1266457 w 2528520"/>
              <a:gd name="connsiteY3-3544" fmla="*/ 3064 h 2529385"/>
              <a:gd name="connsiteX4-3545" fmla="*/ 2524070 w 2528520"/>
              <a:gd name="connsiteY4-3546" fmla="*/ 1043175 h 2529385"/>
              <a:gd name="connsiteX5-3547" fmla="*/ 2527879 w 2528520"/>
              <a:gd name="connsiteY5-3548" fmla="*/ 1057231 h 2529385"/>
              <a:gd name="connsiteX6-3549" fmla="*/ 2515929 w 2528520"/>
              <a:gd name="connsiteY6-3550" fmla="*/ 1065631 h 2529385"/>
              <a:gd name="connsiteX7-3551" fmla="*/ 1917492 w 2528520"/>
              <a:gd name="connsiteY7-3552" fmla="*/ 1065631 h 2529385"/>
              <a:gd name="connsiteX8-3553" fmla="*/ 1904792 w 2528520"/>
              <a:gd name="connsiteY8-3554" fmla="*/ 1078331 h 2529385"/>
              <a:gd name="connsiteX9-3555" fmla="*/ 1904792 w 2528520"/>
              <a:gd name="connsiteY9-3556" fmla="*/ 2516733 h 2529385"/>
              <a:gd name="connsiteX10-3557" fmla="*/ 1892092 w 2528520"/>
              <a:gd name="connsiteY10-3558" fmla="*/ 2529385 h 2529385"/>
              <a:gd name="connsiteX11-3559" fmla="*/ 624632 w 2528520"/>
              <a:gd name="connsiteY11-3560" fmla="*/ 2529385 h 2529385"/>
              <a:gd name="connsiteX12-3561" fmla="*/ 611932 w 2528520"/>
              <a:gd name="connsiteY12-3562" fmla="*/ 2516685 h 2529385"/>
              <a:gd name="connsiteX13-3563" fmla="*/ 611932 w 2528520"/>
              <a:gd name="connsiteY13-3564" fmla="*/ 1078282 h 2529385"/>
              <a:gd name="connsiteX14-3565" fmla="*/ 599232 w 2528520"/>
              <a:gd name="connsiteY14-3566" fmla="*/ 1065632 h 2529385"/>
              <a:gd name="connsiteX15-3567" fmla="*/ 795 w 2528520"/>
              <a:gd name="connsiteY15-3568" fmla="*/ 1065632 h 2529385"/>
              <a:gd name="connsiteX16-3569" fmla="*/ 12185 w 2528520"/>
              <a:gd name="connsiteY16-3570" fmla="*/ 1048823 h 2529385"/>
              <a:gd name="connsiteX0-3571" fmla="*/ 12185 w 2528520"/>
              <a:gd name="connsiteY0-3572" fmla="*/ 1048274 h 2528836"/>
              <a:gd name="connsiteX1-3573" fmla="*/ 19895 w 2528520"/>
              <a:gd name="connsiteY1-3574" fmla="*/ 1020096 h 2528836"/>
              <a:gd name="connsiteX2-3575" fmla="*/ 1242215 w 2528520"/>
              <a:gd name="connsiteY2-3576" fmla="*/ 9173 h 2528836"/>
              <a:gd name="connsiteX3-3577" fmla="*/ 1266457 w 2528520"/>
              <a:gd name="connsiteY3-3578" fmla="*/ 2515 h 2528836"/>
              <a:gd name="connsiteX4-3579" fmla="*/ 2524070 w 2528520"/>
              <a:gd name="connsiteY4-3580" fmla="*/ 1042626 h 2528836"/>
              <a:gd name="connsiteX5-3581" fmla="*/ 2527879 w 2528520"/>
              <a:gd name="connsiteY5-3582" fmla="*/ 1056682 h 2528836"/>
              <a:gd name="connsiteX6-3583" fmla="*/ 2515929 w 2528520"/>
              <a:gd name="connsiteY6-3584" fmla="*/ 1065082 h 2528836"/>
              <a:gd name="connsiteX7-3585" fmla="*/ 1917492 w 2528520"/>
              <a:gd name="connsiteY7-3586" fmla="*/ 1065082 h 2528836"/>
              <a:gd name="connsiteX8-3587" fmla="*/ 1904792 w 2528520"/>
              <a:gd name="connsiteY8-3588" fmla="*/ 1077782 h 2528836"/>
              <a:gd name="connsiteX9-3589" fmla="*/ 1904792 w 2528520"/>
              <a:gd name="connsiteY9-3590" fmla="*/ 2516184 h 2528836"/>
              <a:gd name="connsiteX10-3591" fmla="*/ 1892092 w 2528520"/>
              <a:gd name="connsiteY10-3592" fmla="*/ 2528836 h 2528836"/>
              <a:gd name="connsiteX11-3593" fmla="*/ 624632 w 2528520"/>
              <a:gd name="connsiteY11-3594" fmla="*/ 2528836 h 2528836"/>
              <a:gd name="connsiteX12-3595" fmla="*/ 611932 w 2528520"/>
              <a:gd name="connsiteY12-3596" fmla="*/ 2516136 h 2528836"/>
              <a:gd name="connsiteX13-3597" fmla="*/ 611932 w 2528520"/>
              <a:gd name="connsiteY13-3598" fmla="*/ 1077733 h 2528836"/>
              <a:gd name="connsiteX14-3599" fmla="*/ 599232 w 2528520"/>
              <a:gd name="connsiteY14-3600" fmla="*/ 1065083 h 2528836"/>
              <a:gd name="connsiteX15-3601" fmla="*/ 795 w 2528520"/>
              <a:gd name="connsiteY15-3602" fmla="*/ 1065083 h 2528836"/>
              <a:gd name="connsiteX16-3603" fmla="*/ 12185 w 2528520"/>
              <a:gd name="connsiteY16-3604" fmla="*/ 1048274 h 2528836"/>
              <a:gd name="connsiteX0-3605" fmla="*/ 12185 w 2528520"/>
              <a:gd name="connsiteY0-3606" fmla="*/ 1047650 h 2528212"/>
              <a:gd name="connsiteX1-3607" fmla="*/ 19895 w 2528520"/>
              <a:gd name="connsiteY1-3608" fmla="*/ 1019472 h 2528212"/>
              <a:gd name="connsiteX2-3609" fmla="*/ 1242215 w 2528520"/>
              <a:gd name="connsiteY2-3610" fmla="*/ 8549 h 2528212"/>
              <a:gd name="connsiteX3-3611" fmla="*/ 1266457 w 2528520"/>
              <a:gd name="connsiteY3-3612" fmla="*/ 1891 h 2528212"/>
              <a:gd name="connsiteX4-3613" fmla="*/ 2524070 w 2528520"/>
              <a:gd name="connsiteY4-3614" fmla="*/ 1042002 h 2528212"/>
              <a:gd name="connsiteX5-3615" fmla="*/ 2527879 w 2528520"/>
              <a:gd name="connsiteY5-3616" fmla="*/ 1056058 h 2528212"/>
              <a:gd name="connsiteX6-3617" fmla="*/ 2515929 w 2528520"/>
              <a:gd name="connsiteY6-3618" fmla="*/ 1064458 h 2528212"/>
              <a:gd name="connsiteX7-3619" fmla="*/ 1917492 w 2528520"/>
              <a:gd name="connsiteY7-3620" fmla="*/ 1064458 h 2528212"/>
              <a:gd name="connsiteX8-3621" fmla="*/ 1904792 w 2528520"/>
              <a:gd name="connsiteY8-3622" fmla="*/ 1077158 h 2528212"/>
              <a:gd name="connsiteX9-3623" fmla="*/ 1904792 w 2528520"/>
              <a:gd name="connsiteY9-3624" fmla="*/ 2515560 h 2528212"/>
              <a:gd name="connsiteX10-3625" fmla="*/ 1892092 w 2528520"/>
              <a:gd name="connsiteY10-3626" fmla="*/ 2528212 h 2528212"/>
              <a:gd name="connsiteX11-3627" fmla="*/ 624632 w 2528520"/>
              <a:gd name="connsiteY11-3628" fmla="*/ 2528212 h 2528212"/>
              <a:gd name="connsiteX12-3629" fmla="*/ 611932 w 2528520"/>
              <a:gd name="connsiteY12-3630" fmla="*/ 2515512 h 2528212"/>
              <a:gd name="connsiteX13-3631" fmla="*/ 611932 w 2528520"/>
              <a:gd name="connsiteY13-3632" fmla="*/ 1077109 h 2528212"/>
              <a:gd name="connsiteX14-3633" fmla="*/ 599232 w 2528520"/>
              <a:gd name="connsiteY14-3634" fmla="*/ 1064459 h 2528212"/>
              <a:gd name="connsiteX15-3635" fmla="*/ 795 w 2528520"/>
              <a:gd name="connsiteY15-3636" fmla="*/ 1064459 h 2528212"/>
              <a:gd name="connsiteX16-3637" fmla="*/ 12185 w 2528520"/>
              <a:gd name="connsiteY16-3638" fmla="*/ 1047650 h 2528212"/>
              <a:gd name="connsiteX0-3639" fmla="*/ 12185 w 2528520"/>
              <a:gd name="connsiteY0-3640" fmla="*/ 1046485 h 2527047"/>
              <a:gd name="connsiteX1-3641" fmla="*/ 19895 w 2528520"/>
              <a:gd name="connsiteY1-3642" fmla="*/ 1018307 h 2527047"/>
              <a:gd name="connsiteX2-3643" fmla="*/ 1242215 w 2528520"/>
              <a:gd name="connsiteY2-3644" fmla="*/ 7384 h 2527047"/>
              <a:gd name="connsiteX3-3645" fmla="*/ 1266457 w 2528520"/>
              <a:gd name="connsiteY3-3646" fmla="*/ 726 h 2527047"/>
              <a:gd name="connsiteX4-3647" fmla="*/ 2524070 w 2528520"/>
              <a:gd name="connsiteY4-3648" fmla="*/ 1040837 h 2527047"/>
              <a:gd name="connsiteX5-3649" fmla="*/ 2527879 w 2528520"/>
              <a:gd name="connsiteY5-3650" fmla="*/ 1054893 h 2527047"/>
              <a:gd name="connsiteX6-3651" fmla="*/ 2515929 w 2528520"/>
              <a:gd name="connsiteY6-3652" fmla="*/ 1063293 h 2527047"/>
              <a:gd name="connsiteX7-3653" fmla="*/ 1917492 w 2528520"/>
              <a:gd name="connsiteY7-3654" fmla="*/ 1063293 h 2527047"/>
              <a:gd name="connsiteX8-3655" fmla="*/ 1904792 w 2528520"/>
              <a:gd name="connsiteY8-3656" fmla="*/ 1075993 h 2527047"/>
              <a:gd name="connsiteX9-3657" fmla="*/ 1904792 w 2528520"/>
              <a:gd name="connsiteY9-3658" fmla="*/ 2514395 h 2527047"/>
              <a:gd name="connsiteX10-3659" fmla="*/ 1892092 w 2528520"/>
              <a:gd name="connsiteY10-3660" fmla="*/ 2527047 h 2527047"/>
              <a:gd name="connsiteX11-3661" fmla="*/ 624632 w 2528520"/>
              <a:gd name="connsiteY11-3662" fmla="*/ 2527047 h 2527047"/>
              <a:gd name="connsiteX12-3663" fmla="*/ 611932 w 2528520"/>
              <a:gd name="connsiteY12-3664" fmla="*/ 2514347 h 2527047"/>
              <a:gd name="connsiteX13-3665" fmla="*/ 611932 w 2528520"/>
              <a:gd name="connsiteY13-3666" fmla="*/ 1075944 h 2527047"/>
              <a:gd name="connsiteX14-3667" fmla="*/ 599232 w 2528520"/>
              <a:gd name="connsiteY14-3668" fmla="*/ 1063294 h 2527047"/>
              <a:gd name="connsiteX15-3669" fmla="*/ 795 w 2528520"/>
              <a:gd name="connsiteY15-3670" fmla="*/ 1063294 h 2527047"/>
              <a:gd name="connsiteX16-3671" fmla="*/ 12185 w 2528520"/>
              <a:gd name="connsiteY16-3672" fmla="*/ 1046485 h 2527047"/>
              <a:gd name="connsiteX0-3673" fmla="*/ 12185 w 2528520"/>
              <a:gd name="connsiteY0-3674" fmla="*/ 1045174 h 2525736"/>
              <a:gd name="connsiteX1-3675" fmla="*/ 19895 w 2528520"/>
              <a:gd name="connsiteY1-3676" fmla="*/ 1016996 h 2525736"/>
              <a:gd name="connsiteX2-3677" fmla="*/ 1242215 w 2528520"/>
              <a:gd name="connsiteY2-3678" fmla="*/ 6073 h 2525736"/>
              <a:gd name="connsiteX3-3679" fmla="*/ 1274549 w 2528520"/>
              <a:gd name="connsiteY3-3680" fmla="*/ 6109 h 2525736"/>
              <a:gd name="connsiteX4-3681" fmla="*/ 2524070 w 2528520"/>
              <a:gd name="connsiteY4-3682" fmla="*/ 1039526 h 2525736"/>
              <a:gd name="connsiteX5-3683" fmla="*/ 2527879 w 2528520"/>
              <a:gd name="connsiteY5-3684" fmla="*/ 1053582 h 2525736"/>
              <a:gd name="connsiteX6-3685" fmla="*/ 2515929 w 2528520"/>
              <a:gd name="connsiteY6-3686" fmla="*/ 1061982 h 2525736"/>
              <a:gd name="connsiteX7-3687" fmla="*/ 1917492 w 2528520"/>
              <a:gd name="connsiteY7-3688" fmla="*/ 1061982 h 2525736"/>
              <a:gd name="connsiteX8-3689" fmla="*/ 1904792 w 2528520"/>
              <a:gd name="connsiteY8-3690" fmla="*/ 1074682 h 2525736"/>
              <a:gd name="connsiteX9-3691" fmla="*/ 1904792 w 2528520"/>
              <a:gd name="connsiteY9-3692" fmla="*/ 2513084 h 2525736"/>
              <a:gd name="connsiteX10-3693" fmla="*/ 1892092 w 2528520"/>
              <a:gd name="connsiteY10-3694" fmla="*/ 2525736 h 2525736"/>
              <a:gd name="connsiteX11-3695" fmla="*/ 624632 w 2528520"/>
              <a:gd name="connsiteY11-3696" fmla="*/ 2525736 h 2525736"/>
              <a:gd name="connsiteX12-3697" fmla="*/ 611932 w 2528520"/>
              <a:gd name="connsiteY12-3698" fmla="*/ 2513036 h 2525736"/>
              <a:gd name="connsiteX13-3699" fmla="*/ 611932 w 2528520"/>
              <a:gd name="connsiteY13-3700" fmla="*/ 1074633 h 2525736"/>
              <a:gd name="connsiteX14-3701" fmla="*/ 599232 w 2528520"/>
              <a:gd name="connsiteY14-3702" fmla="*/ 1061983 h 2525736"/>
              <a:gd name="connsiteX15-3703" fmla="*/ 795 w 2528520"/>
              <a:gd name="connsiteY15-3704" fmla="*/ 1061983 h 2525736"/>
              <a:gd name="connsiteX16-3705" fmla="*/ 12185 w 2528520"/>
              <a:gd name="connsiteY16-3706" fmla="*/ 1045174 h 2525736"/>
              <a:gd name="connsiteX0-3707" fmla="*/ 12185 w 2528520"/>
              <a:gd name="connsiteY0-3708" fmla="*/ 1045174 h 2525736"/>
              <a:gd name="connsiteX1-3709" fmla="*/ 19895 w 2528520"/>
              <a:gd name="connsiteY1-3710" fmla="*/ 1016996 h 2525736"/>
              <a:gd name="connsiteX2-3711" fmla="*/ 1242215 w 2528520"/>
              <a:gd name="connsiteY2-3712" fmla="*/ 6073 h 2525736"/>
              <a:gd name="connsiteX3-3713" fmla="*/ 1274549 w 2528520"/>
              <a:gd name="connsiteY3-3714" fmla="*/ 6109 h 2525736"/>
              <a:gd name="connsiteX4-3715" fmla="*/ 2524070 w 2528520"/>
              <a:gd name="connsiteY4-3716" fmla="*/ 1039526 h 2525736"/>
              <a:gd name="connsiteX5-3717" fmla="*/ 2527879 w 2528520"/>
              <a:gd name="connsiteY5-3718" fmla="*/ 1053582 h 2525736"/>
              <a:gd name="connsiteX6-3719" fmla="*/ 2515929 w 2528520"/>
              <a:gd name="connsiteY6-3720" fmla="*/ 1061982 h 2525736"/>
              <a:gd name="connsiteX7-3721" fmla="*/ 1917492 w 2528520"/>
              <a:gd name="connsiteY7-3722" fmla="*/ 1061982 h 2525736"/>
              <a:gd name="connsiteX8-3723" fmla="*/ 1904792 w 2528520"/>
              <a:gd name="connsiteY8-3724" fmla="*/ 1074682 h 2525736"/>
              <a:gd name="connsiteX9-3725" fmla="*/ 1904792 w 2528520"/>
              <a:gd name="connsiteY9-3726" fmla="*/ 2513084 h 2525736"/>
              <a:gd name="connsiteX10-3727" fmla="*/ 1892092 w 2528520"/>
              <a:gd name="connsiteY10-3728" fmla="*/ 2525736 h 2525736"/>
              <a:gd name="connsiteX11-3729" fmla="*/ 624632 w 2528520"/>
              <a:gd name="connsiteY11-3730" fmla="*/ 2525736 h 2525736"/>
              <a:gd name="connsiteX12-3731" fmla="*/ 611932 w 2528520"/>
              <a:gd name="connsiteY12-3732" fmla="*/ 2513036 h 2525736"/>
              <a:gd name="connsiteX13-3733" fmla="*/ 611932 w 2528520"/>
              <a:gd name="connsiteY13-3734" fmla="*/ 1074633 h 2525736"/>
              <a:gd name="connsiteX14-3735" fmla="*/ 599232 w 2528520"/>
              <a:gd name="connsiteY14-3736" fmla="*/ 1061983 h 2525736"/>
              <a:gd name="connsiteX15-3737" fmla="*/ 795 w 2528520"/>
              <a:gd name="connsiteY15-3738" fmla="*/ 1061983 h 2525736"/>
              <a:gd name="connsiteX16-3739" fmla="*/ 12185 w 2528520"/>
              <a:gd name="connsiteY16-3740" fmla="*/ 1045174 h 2525736"/>
              <a:gd name="connsiteX0-3741" fmla="*/ 12185 w 2528520"/>
              <a:gd name="connsiteY0-3742" fmla="*/ 1045174 h 2525736"/>
              <a:gd name="connsiteX1-3743" fmla="*/ 19895 w 2528520"/>
              <a:gd name="connsiteY1-3744" fmla="*/ 1016996 h 2525736"/>
              <a:gd name="connsiteX2-3745" fmla="*/ 1242215 w 2528520"/>
              <a:gd name="connsiteY2-3746" fmla="*/ 6073 h 2525736"/>
              <a:gd name="connsiteX3-3747" fmla="*/ 1274549 w 2528520"/>
              <a:gd name="connsiteY3-3748" fmla="*/ 6109 h 2525736"/>
              <a:gd name="connsiteX4-3749" fmla="*/ 2524070 w 2528520"/>
              <a:gd name="connsiteY4-3750" fmla="*/ 1039526 h 2525736"/>
              <a:gd name="connsiteX5-3751" fmla="*/ 2527879 w 2528520"/>
              <a:gd name="connsiteY5-3752" fmla="*/ 1053582 h 2525736"/>
              <a:gd name="connsiteX6-3753" fmla="*/ 2515929 w 2528520"/>
              <a:gd name="connsiteY6-3754" fmla="*/ 1061982 h 2525736"/>
              <a:gd name="connsiteX7-3755" fmla="*/ 1917492 w 2528520"/>
              <a:gd name="connsiteY7-3756" fmla="*/ 1061982 h 2525736"/>
              <a:gd name="connsiteX8-3757" fmla="*/ 1904792 w 2528520"/>
              <a:gd name="connsiteY8-3758" fmla="*/ 1074682 h 2525736"/>
              <a:gd name="connsiteX9-3759" fmla="*/ 1904792 w 2528520"/>
              <a:gd name="connsiteY9-3760" fmla="*/ 2513084 h 2525736"/>
              <a:gd name="connsiteX10-3761" fmla="*/ 1892092 w 2528520"/>
              <a:gd name="connsiteY10-3762" fmla="*/ 2525736 h 2525736"/>
              <a:gd name="connsiteX11-3763" fmla="*/ 624632 w 2528520"/>
              <a:gd name="connsiteY11-3764" fmla="*/ 2525736 h 2525736"/>
              <a:gd name="connsiteX12-3765" fmla="*/ 611932 w 2528520"/>
              <a:gd name="connsiteY12-3766" fmla="*/ 2513036 h 2525736"/>
              <a:gd name="connsiteX13-3767" fmla="*/ 611932 w 2528520"/>
              <a:gd name="connsiteY13-3768" fmla="*/ 1074633 h 2525736"/>
              <a:gd name="connsiteX14-3769" fmla="*/ 599232 w 2528520"/>
              <a:gd name="connsiteY14-3770" fmla="*/ 1061983 h 2525736"/>
              <a:gd name="connsiteX15-3771" fmla="*/ 795 w 2528520"/>
              <a:gd name="connsiteY15-3772" fmla="*/ 1061983 h 2525736"/>
              <a:gd name="connsiteX16-3773" fmla="*/ 12185 w 2528520"/>
              <a:gd name="connsiteY16-3774" fmla="*/ 1045174 h 2525736"/>
              <a:gd name="connsiteX0-3775" fmla="*/ 12185 w 2528315"/>
              <a:gd name="connsiteY0-3776" fmla="*/ 1045174 h 2525736"/>
              <a:gd name="connsiteX1-3777" fmla="*/ 19895 w 2528315"/>
              <a:gd name="connsiteY1-3778" fmla="*/ 1016996 h 2525736"/>
              <a:gd name="connsiteX2-3779" fmla="*/ 1242215 w 2528315"/>
              <a:gd name="connsiteY2-3780" fmla="*/ 6073 h 2525736"/>
              <a:gd name="connsiteX3-3781" fmla="*/ 1274549 w 2528315"/>
              <a:gd name="connsiteY3-3782" fmla="*/ 6109 h 2525736"/>
              <a:gd name="connsiteX4-3783" fmla="*/ 2496871 w 2528315"/>
              <a:gd name="connsiteY4-3784" fmla="*/ 1017031 h 2525736"/>
              <a:gd name="connsiteX5-3785" fmla="*/ 2527879 w 2528315"/>
              <a:gd name="connsiteY5-3786" fmla="*/ 1053582 h 2525736"/>
              <a:gd name="connsiteX6-3787" fmla="*/ 2515929 w 2528315"/>
              <a:gd name="connsiteY6-3788" fmla="*/ 1061982 h 2525736"/>
              <a:gd name="connsiteX7-3789" fmla="*/ 1917492 w 2528315"/>
              <a:gd name="connsiteY7-3790" fmla="*/ 1061982 h 2525736"/>
              <a:gd name="connsiteX8-3791" fmla="*/ 1904792 w 2528315"/>
              <a:gd name="connsiteY8-3792" fmla="*/ 1074682 h 2525736"/>
              <a:gd name="connsiteX9-3793" fmla="*/ 1904792 w 2528315"/>
              <a:gd name="connsiteY9-3794" fmla="*/ 2513084 h 2525736"/>
              <a:gd name="connsiteX10-3795" fmla="*/ 1892092 w 2528315"/>
              <a:gd name="connsiteY10-3796" fmla="*/ 2525736 h 2525736"/>
              <a:gd name="connsiteX11-3797" fmla="*/ 624632 w 2528315"/>
              <a:gd name="connsiteY11-3798" fmla="*/ 2525736 h 2525736"/>
              <a:gd name="connsiteX12-3799" fmla="*/ 611932 w 2528315"/>
              <a:gd name="connsiteY12-3800" fmla="*/ 2513036 h 2525736"/>
              <a:gd name="connsiteX13-3801" fmla="*/ 611932 w 2528315"/>
              <a:gd name="connsiteY13-3802" fmla="*/ 1074633 h 2525736"/>
              <a:gd name="connsiteX14-3803" fmla="*/ 599232 w 2528315"/>
              <a:gd name="connsiteY14-3804" fmla="*/ 1061983 h 2525736"/>
              <a:gd name="connsiteX15-3805" fmla="*/ 795 w 2528315"/>
              <a:gd name="connsiteY15-3806" fmla="*/ 1061983 h 2525736"/>
              <a:gd name="connsiteX16-3807" fmla="*/ 12185 w 2528315"/>
              <a:gd name="connsiteY16-3808" fmla="*/ 1045174 h 2525736"/>
              <a:gd name="connsiteX0-3809" fmla="*/ 12185 w 2527958"/>
              <a:gd name="connsiteY0-3810" fmla="*/ 1045174 h 2525736"/>
              <a:gd name="connsiteX1-3811" fmla="*/ 19895 w 2527958"/>
              <a:gd name="connsiteY1-3812" fmla="*/ 1016996 h 2525736"/>
              <a:gd name="connsiteX2-3813" fmla="*/ 1242215 w 2527958"/>
              <a:gd name="connsiteY2-3814" fmla="*/ 6073 h 2525736"/>
              <a:gd name="connsiteX3-3815" fmla="*/ 1274549 w 2527958"/>
              <a:gd name="connsiteY3-3816" fmla="*/ 6109 h 2525736"/>
              <a:gd name="connsiteX4-3817" fmla="*/ 2496871 w 2527958"/>
              <a:gd name="connsiteY4-3818" fmla="*/ 1017031 h 2525736"/>
              <a:gd name="connsiteX5-3819" fmla="*/ 2527879 w 2527958"/>
              <a:gd name="connsiteY5-3820" fmla="*/ 1053582 h 2525736"/>
              <a:gd name="connsiteX6-3821" fmla="*/ 2515929 w 2527958"/>
              <a:gd name="connsiteY6-3822" fmla="*/ 1061982 h 2525736"/>
              <a:gd name="connsiteX7-3823" fmla="*/ 1917492 w 2527958"/>
              <a:gd name="connsiteY7-3824" fmla="*/ 1061982 h 2525736"/>
              <a:gd name="connsiteX8-3825" fmla="*/ 1904792 w 2527958"/>
              <a:gd name="connsiteY8-3826" fmla="*/ 1074682 h 2525736"/>
              <a:gd name="connsiteX9-3827" fmla="*/ 1904792 w 2527958"/>
              <a:gd name="connsiteY9-3828" fmla="*/ 2513084 h 2525736"/>
              <a:gd name="connsiteX10-3829" fmla="*/ 1892092 w 2527958"/>
              <a:gd name="connsiteY10-3830" fmla="*/ 2525736 h 2525736"/>
              <a:gd name="connsiteX11-3831" fmla="*/ 624632 w 2527958"/>
              <a:gd name="connsiteY11-3832" fmla="*/ 2525736 h 2525736"/>
              <a:gd name="connsiteX12-3833" fmla="*/ 611932 w 2527958"/>
              <a:gd name="connsiteY12-3834" fmla="*/ 2513036 h 2525736"/>
              <a:gd name="connsiteX13-3835" fmla="*/ 611932 w 2527958"/>
              <a:gd name="connsiteY13-3836" fmla="*/ 1074633 h 2525736"/>
              <a:gd name="connsiteX14-3837" fmla="*/ 599232 w 2527958"/>
              <a:gd name="connsiteY14-3838" fmla="*/ 1061983 h 2525736"/>
              <a:gd name="connsiteX15-3839" fmla="*/ 795 w 2527958"/>
              <a:gd name="connsiteY15-3840" fmla="*/ 1061983 h 2525736"/>
              <a:gd name="connsiteX16-3841" fmla="*/ 12185 w 2527958"/>
              <a:gd name="connsiteY16-3842" fmla="*/ 1045174 h 2525736"/>
              <a:gd name="connsiteX0-3843" fmla="*/ 12185 w 2527879"/>
              <a:gd name="connsiteY0-3844" fmla="*/ 1045174 h 2525736"/>
              <a:gd name="connsiteX1-3845" fmla="*/ 19895 w 2527879"/>
              <a:gd name="connsiteY1-3846" fmla="*/ 1016996 h 2525736"/>
              <a:gd name="connsiteX2-3847" fmla="*/ 1242215 w 2527879"/>
              <a:gd name="connsiteY2-3848" fmla="*/ 6073 h 2525736"/>
              <a:gd name="connsiteX3-3849" fmla="*/ 1274549 w 2527879"/>
              <a:gd name="connsiteY3-3850" fmla="*/ 6109 h 2525736"/>
              <a:gd name="connsiteX4-3851" fmla="*/ 2496871 w 2527879"/>
              <a:gd name="connsiteY4-3852" fmla="*/ 1017031 h 2525736"/>
              <a:gd name="connsiteX5-3853" fmla="*/ 2527879 w 2527879"/>
              <a:gd name="connsiteY5-3854" fmla="*/ 1053582 h 2525736"/>
              <a:gd name="connsiteX6-3855" fmla="*/ 2515929 w 2527879"/>
              <a:gd name="connsiteY6-3856" fmla="*/ 1061982 h 2525736"/>
              <a:gd name="connsiteX7-3857" fmla="*/ 1917492 w 2527879"/>
              <a:gd name="connsiteY7-3858" fmla="*/ 1061982 h 2525736"/>
              <a:gd name="connsiteX8-3859" fmla="*/ 1904792 w 2527879"/>
              <a:gd name="connsiteY8-3860" fmla="*/ 1074682 h 2525736"/>
              <a:gd name="connsiteX9-3861" fmla="*/ 1904792 w 2527879"/>
              <a:gd name="connsiteY9-3862" fmla="*/ 2513084 h 2525736"/>
              <a:gd name="connsiteX10-3863" fmla="*/ 1892092 w 2527879"/>
              <a:gd name="connsiteY10-3864" fmla="*/ 2525736 h 2525736"/>
              <a:gd name="connsiteX11-3865" fmla="*/ 624632 w 2527879"/>
              <a:gd name="connsiteY11-3866" fmla="*/ 2525736 h 2525736"/>
              <a:gd name="connsiteX12-3867" fmla="*/ 611932 w 2527879"/>
              <a:gd name="connsiteY12-3868" fmla="*/ 2513036 h 2525736"/>
              <a:gd name="connsiteX13-3869" fmla="*/ 611932 w 2527879"/>
              <a:gd name="connsiteY13-3870" fmla="*/ 1074633 h 2525736"/>
              <a:gd name="connsiteX14-3871" fmla="*/ 599232 w 2527879"/>
              <a:gd name="connsiteY14-3872" fmla="*/ 1061983 h 2525736"/>
              <a:gd name="connsiteX15-3873" fmla="*/ 795 w 2527879"/>
              <a:gd name="connsiteY15-3874" fmla="*/ 1061983 h 2525736"/>
              <a:gd name="connsiteX16-3875" fmla="*/ 12185 w 2527879"/>
              <a:gd name="connsiteY16-3876" fmla="*/ 1045174 h 2525736"/>
              <a:gd name="connsiteX0-3877" fmla="*/ 12185 w 2520339"/>
              <a:gd name="connsiteY0-3878" fmla="*/ 1045174 h 2525736"/>
              <a:gd name="connsiteX1-3879" fmla="*/ 19895 w 2520339"/>
              <a:gd name="connsiteY1-3880" fmla="*/ 1016996 h 2525736"/>
              <a:gd name="connsiteX2-3881" fmla="*/ 1242215 w 2520339"/>
              <a:gd name="connsiteY2-3882" fmla="*/ 6073 h 2525736"/>
              <a:gd name="connsiteX3-3883" fmla="*/ 1274549 w 2520339"/>
              <a:gd name="connsiteY3-3884" fmla="*/ 6109 h 2525736"/>
              <a:gd name="connsiteX4-3885" fmla="*/ 2496871 w 2520339"/>
              <a:gd name="connsiteY4-3886" fmla="*/ 1017031 h 2525736"/>
              <a:gd name="connsiteX5-3887" fmla="*/ 2504535 w 2520339"/>
              <a:gd name="connsiteY5-3888" fmla="*/ 1045181 h 2525736"/>
              <a:gd name="connsiteX6-3889" fmla="*/ 2515929 w 2520339"/>
              <a:gd name="connsiteY6-3890" fmla="*/ 1061982 h 2525736"/>
              <a:gd name="connsiteX7-3891" fmla="*/ 1917492 w 2520339"/>
              <a:gd name="connsiteY7-3892" fmla="*/ 1061982 h 2525736"/>
              <a:gd name="connsiteX8-3893" fmla="*/ 1904792 w 2520339"/>
              <a:gd name="connsiteY8-3894" fmla="*/ 1074682 h 2525736"/>
              <a:gd name="connsiteX9-3895" fmla="*/ 1904792 w 2520339"/>
              <a:gd name="connsiteY9-3896" fmla="*/ 2513084 h 2525736"/>
              <a:gd name="connsiteX10-3897" fmla="*/ 1892092 w 2520339"/>
              <a:gd name="connsiteY10-3898" fmla="*/ 2525736 h 2525736"/>
              <a:gd name="connsiteX11-3899" fmla="*/ 624632 w 2520339"/>
              <a:gd name="connsiteY11-3900" fmla="*/ 2525736 h 2525736"/>
              <a:gd name="connsiteX12-3901" fmla="*/ 611932 w 2520339"/>
              <a:gd name="connsiteY12-3902" fmla="*/ 2513036 h 2525736"/>
              <a:gd name="connsiteX13-3903" fmla="*/ 611932 w 2520339"/>
              <a:gd name="connsiteY13-3904" fmla="*/ 1074633 h 2525736"/>
              <a:gd name="connsiteX14-3905" fmla="*/ 599232 w 2520339"/>
              <a:gd name="connsiteY14-3906" fmla="*/ 1061983 h 2525736"/>
              <a:gd name="connsiteX15-3907" fmla="*/ 795 w 2520339"/>
              <a:gd name="connsiteY15-3908" fmla="*/ 1061983 h 2525736"/>
              <a:gd name="connsiteX16-3909" fmla="*/ 12185 w 2520339"/>
              <a:gd name="connsiteY16-3910" fmla="*/ 1045174 h 2525736"/>
              <a:gd name="connsiteX0-3911" fmla="*/ 12185 w 2516723"/>
              <a:gd name="connsiteY0-3912" fmla="*/ 1045174 h 2525736"/>
              <a:gd name="connsiteX1-3913" fmla="*/ 19895 w 2516723"/>
              <a:gd name="connsiteY1-3914" fmla="*/ 1016996 h 2525736"/>
              <a:gd name="connsiteX2-3915" fmla="*/ 1242215 w 2516723"/>
              <a:gd name="connsiteY2-3916" fmla="*/ 6073 h 2525736"/>
              <a:gd name="connsiteX3-3917" fmla="*/ 1274549 w 2516723"/>
              <a:gd name="connsiteY3-3918" fmla="*/ 6109 h 2525736"/>
              <a:gd name="connsiteX4-3919" fmla="*/ 2496871 w 2516723"/>
              <a:gd name="connsiteY4-3920" fmla="*/ 1017031 h 2525736"/>
              <a:gd name="connsiteX5-3921" fmla="*/ 2504535 w 2516723"/>
              <a:gd name="connsiteY5-3922" fmla="*/ 1045181 h 2525736"/>
              <a:gd name="connsiteX6-3923" fmla="*/ 2515929 w 2516723"/>
              <a:gd name="connsiteY6-3924" fmla="*/ 1061982 h 2525736"/>
              <a:gd name="connsiteX7-3925" fmla="*/ 1917492 w 2516723"/>
              <a:gd name="connsiteY7-3926" fmla="*/ 1061982 h 2525736"/>
              <a:gd name="connsiteX8-3927" fmla="*/ 1904792 w 2516723"/>
              <a:gd name="connsiteY8-3928" fmla="*/ 1074682 h 2525736"/>
              <a:gd name="connsiteX9-3929" fmla="*/ 1904792 w 2516723"/>
              <a:gd name="connsiteY9-3930" fmla="*/ 2513084 h 2525736"/>
              <a:gd name="connsiteX10-3931" fmla="*/ 1892092 w 2516723"/>
              <a:gd name="connsiteY10-3932" fmla="*/ 2525736 h 2525736"/>
              <a:gd name="connsiteX11-3933" fmla="*/ 624632 w 2516723"/>
              <a:gd name="connsiteY11-3934" fmla="*/ 2525736 h 2525736"/>
              <a:gd name="connsiteX12-3935" fmla="*/ 611932 w 2516723"/>
              <a:gd name="connsiteY12-3936" fmla="*/ 2513036 h 2525736"/>
              <a:gd name="connsiteX13-3937" fmla="*/ 611932 w 2516723"/>
              <a:gd name="connsiteY13-3938" fmla="*/ 1074633 h 2525736"/>
              <a:gd name="connsiteX14-3939" fmla="*/ 599232 w 2516723"/>
              <a:gd name="connsiteY14-3940" fmla="*/ 1061983 h 2525736"/>
              <a:gd name="connsiteX15-3941" fmla="*/ 795 w 2516723"/>
              <a:gd name="connsiteY15-3942" fmla="*/ 1061983 h 2525736"/>
              <a:gd name="connsiteX16-3943" fmla="*/ 12185 w 2516723"/>
              <a:gd name="connsiteY16-3944" fmla="*/ 1045174 h 2525736"/>
              <a:gd name="connsiteX0-3945" fmla="*/ 12185 w 2515929"/>
              <a:gd name="connsiteY0-3946" fmla="*/ 1045174 h 2525736"/>
              <a:gd name="connsiteX1-3947" fmla="*/ 19895 w 2515929"/>
              <a:gd name="connsiteY1-3948" fmla="*/ 1016996 h 2525736"/>
              <a:gd name="connsiteX2-3949" fmla="*/ 1242215 w 2515929"/>
              <a:gd name="connsiteY2-3950" fmla="*/ 6073 h 2525736"/>
              <a:gd name="connsiteX3-3951" fmla="*/ 1274549 w 2515929"/>
              <a:gd name="connsiteY3-3952" fmla="*/ 6109 h 2525736"/>
              <a:gd name="connsiteX4-3953" fmla="*/ 2496871 w 2515929"/>
              <a:gd name="connsiteY4-3954" fmla="*/ 1017031 h 2525736"/>
              <a:gd name="connsiteX5-3955" fmla="*/ 2504535 w 2515929"/>
              <a:gd name="connsiteY5-3956" fmla="*/ 1045181 h 2525736"/>
              <a:gd name="connsiteX6-3957" fmla="*/ 2515929 w 2515929"/>
              <a:gd name="connsiteY6-3958" fmla="*/ 1061982 h 2525736"/>
              <a:gd name="connsiteX7-3959" fmla="*/ 1917492 w 2515929"/>
              <a:gd name="connsiteY7-3960" fmla="*/ 1061982 h 2525736"/>
              <a:gd name="connsiteX8-3961" fmla="*/ 1904792 w 2515929"/>
              <a:gd name="connsiteY8-3962" fmla="*/ 1074682 h 2525736"/>
              <a:gd name="connsiteX9-3963" fmla="*/ 1904792 w 2515929"/>
              <a:gd name="connsiteY9-3964" fmla="*/ 2513084 h 2525736"/>
              <a:gd name="connsiteX10-3965" fmla="*/ 1892092 w 2515929"/>
              <a:gd name="connsiteY10-3966" fmla="*/ 2525736 h 2525736"/>
              <a:gd name="connsiteX11-3967" fmla="*/ 624632 w 2515929"/>
              <a:gd name="connsiteY11-3968" fmla="*/ 2525736 h 2525736"/>
              <a:gd name="connsiteX12-3969" fmla="*/ 611932 w 2515929"/>
              <a:gd name="connsiteY12-3970" fmla="*/ 2513036 h 2525736"/>
              <a:gd name="connsiteX13-3971" fmla="*/ 611932 w 2515929"/>
              <a:gd name="connsiteY13-3972" fmla="*/ 1074633 h 2525736"/>
              <a:gd name="connsiteX14-3973" fmla="*/ 599232 w 2515929"/>
              <a:gd name="connsiteY14-3974" fmla="*/ 1061983 h 2525736"/>
              <a:gd name="connsiteX15-3975" fmla="*/ 795 w 2515929"/>
              <a:gd name="connsiteY15-3976" fmla="*/ 1061983 h 2525736"/>
              <a:gd name="connsiteX16-3977" fmla="*/ 12185 w 2515929"/>
              <a:gd name="connsiteY16-3978" fmla="*/ 1045174 h 2525736"/>
              <a:gd name="connsiteX0-3979" fmla="*/ 12185 w 2505809"/>
              <a:gd name="connsiteY0-3980" fmla="*/ 1045174 h 2525736"/>
              <a:gd name="connsiteX1-3981" fmla="*/ 19895 w 2505809"/>
              <a:gd name="connsiteY1-3982" fmla="*/ 1016996 h 2525736"/>
              <a:gd name="connsiteX2-3983" fmla="*/ 1242215 w 2505809"/>
              <a:gd name="connsiteY2-3984" fmla="*/ 6073 h 2525736"/>
              <a:gd name="connsiteX3-3985" fmla="*/ 1274549 w 2505809"/>
              <a:gd name="connsiteY3-3986" fmla="*/ 6109 h 2525736"/>
              <a:gd name="connsiteX4-3987" fmla="*/ 2496871 w 2505809"/>
              <a:gd name="connsiteY4-3988" fmla="*/ 1017031 h 2525736"/>
              <a:gd name="connsiteX5-3989" fmla="*/ 2504535 w 2505809"/>
              <a:gd name="connsiteY5-3990" fmla="*/ 1045181 h 2525736"/>
              <a:gd name="connsiteX6-3991" fmla="*/ 2480635 w 2505809"/>
              <a:gd name="connsiteY6-3992" fmla="*/ 1061981 h 2525736"/>
              <a:gd name="connsiteX7-3993" fmla="*/ 1917492 w 2505809"/>
              <a:gd name="connsiteY7-3994" fmla="*/ 1061982 h 2525736"/>
              <a:gd name="connsiteX8-3995" fmla="*/ 1904792 w 2505809"/>
              <a:gd name="connsiteY8-3996" fmla="*/ 1074682 h 2525736"/>
              <a:gd name="connsiteX9-3997" fmla="*/ 1904792 w 2505809"/>
              <a:gd name="connsiteY9-3998" fmla="*/ 2513084 h 2525736"/>
              <a:gd name="connsiteX10-3999" fmla="*/ 1892092 w 2505809"/>
              <a:gd name="connsiteY10-4000" fmla="*/ 2525736 h 2525736"/>
              <a:gd name="connsiteX11-4001" fmla="*/ 624632 w 2505809"/>
              <a:gd name="connsiteY11-4002" fmla="*/ 2525736 h 2525736"/>
              <a:gd name="connsiteX12-4003" fmla="*/ 611932 w 2505809"/>
              <a:gd name="connsiteY12-4004" fmla="*/ 2513036 h 2525736"/>
              <a:gd name="connsiteX13-4005" fmla="*/ 611932 w 2505809"/>
              <a:gd name="connsiteY13-4006" fmla="*/ 1074633 h 2525736"/>
              <a:gd name="connsiteX14-4007" fmla="*/ 599232 w 2505809"/>
              <a:gd name="connsiteY14-4008" fmla="*/ 1061983 h 2525736"/>
              <a:gd name="connsiteX15-4009" fmla="*/ 795 w 2505809"/>
              <a:gd name="connsiteY15-4010" fmla="*/ 1061983 h 2525736"/>
              <a:gd name="connsiteX16-4011" fmla="*/ 12185 w 2505809"/>
              <a:gd name="connsiteY16-4012" fmla="*/ 1045174 h 2525736"/>
              <a:gd name="connsiteX0-4013" fmla="*/ 12185 w 2505809"/>
              <a:gd name="connsiteY0-4014" fmla="*/ 1045174 h 2525736"/>
              <a:gd name="connsiteX1-4015" fmla="*/ 19895 w 2505809"/>
              <a:gd name="connsiteY1-4016" fmla="*/ 1016996 h 2525736"/>
              <a:gd name="connsiteX2-4017" fmla="*/ 1242215 w 2505809"/>
              <a:gd name="connsiteY2-4018" fmla="*/ 6073 h 2525736"/>
              <a:gd name="connsiteX3-4019" fmla="*/ 1274549 w 2505809"/>
              <a:gd name="connsiteY3-4020" fmla="*/ 6109 h 2525736"/>
              <a:gd name="connsiteX4-4021" fmla="*/ 2496871 w 2505809"/>
              <a:gd name="connsiteY4-4022" fmla="*/ 1017031 h 2525736"/>
              <a:gd name="connsiteX5-4023" fmla="*/ 2504535 w 2505809"/>
              <a:gd name="connsiteY5-4024" fmla="*/ 1045181 h 2525736"/>
              <a:gd name="connsiteX6-4025" fmla="*/ 2480635 w 2505809"/>
              <a:gd name="connsiteY6-4026" fmla="*/ 1061981 h 2525736"/>
              <a:gd name="connsiteX7-4027" fmla="*/ 1917492 w 2505809"/>
              <a:gd name="connsiteY7-4028" fmla="*/ 1061982 h 2525736"/>
              <a:gd name="connsiteX8-4029" fmla="*/ 1904792 w 2505809"/>
              <a:gd name="connsiteY8-4030" fmla="*/ 1074682 h 2525736"/>
              <a:gd name="connsiteX9-4031" fmla="*/ 1904792 w 2505809"/>
              <a:gd name="connsiteY9-4032" fmla="*/ 2513084 h 2525736"/>
              <a:gd name="connsiteX10-4033" fmla="*/ 1892092 w 2505809"/>
              <a:gd name="connsiteY10-4034" fmla="*/ 2525736 h 2525736"/>
              <a:gd name="connsiteX11-4035" fmla="*/ 624632 w 2505809"/>
              <a:gd name="connsiteY11-4036" fmla="*/ 2525736 h 2525736"/>
              <a:gd name="connsiteX12-4037" fmla="*/ 611932 w 2505809"/>
              <a:gd name="connsiteY12-4038" fmla="*/ 2513036 h 2525736"/>
              <a:gd name="connsiteX13-4039" fmla="*/ 611932 w 2505809"/>
              <a:gd name="connsiteY13-4040" fmla="*/ 1074633 h 2525736"/>
              <a:gd name="connsiteX14-4041" fmla="*/ 599232 w 2505809"/>
              <a:gd name="connsiteY14-4042" fmla="*/ 1061983 h 2525736"/>
              <a:gd name="connsiteX15-4043" fmla="*/ 795 w 2505809"/>
              <a:gd name="connsiteY15-4044" fmla="*/ 1061983 h 2525736"/>
              <a:gd name="connsiteX16-4045" fmla="*/ 12185 w 2505809"/>
              <a:gd name="connsiteY16-4046" fmla="*/ 1045174 h 2525736"/>
              <a:gd name="connsiteX0-4047" fmla="*/ 12185 w 2505809"/>
              <a:gd name="connsiteY0-4048" fmla="*/ 1045174 h 2525736"/>
              <a:gd name="connsiteX1-4049" fmla="*/ 19895 w 2505809"/>
              <a:gd name="connsiteY1-4050" fmla="*/ 1016996 h 2525736"/>
              <a:gd name="connsiteX2-4051" fmla="*/ 1242215 w 2505809"/>
              <a:gd name="connsiteY2-4052" fmla="*/ 6073 h 2525736"/>
              <a:gd name="connsiteX3-4053" fmla="*/ 1274549 w 2505809"/>
              <a:gd name="connsiteY3-4054" fmla="*/ 6109 h 2525736"/>
              <a:gd name="connsiteX4-4055" fmla="*/ 2496871 w 2505809"/>
              <a:gd name="connsiteY4-4056" fmla="*/ 1017031 h 2525736"/>
              <a:gd name="connsiteX5-4057" fmla="*/ 2504535 w 2505809"/>
              <a:gd name="connsiteY5-4058" fmla="*/ 1045181 h 2525736"/>
              <a:gd name="connsiteX6-4059" fmla="*/ 2480635 w 2505809"/>
              <a:gd name="connsiteY6-4060" fmla="*/ 1061981 h 2525736"/>
              <a:gd name="connsiteX7-4061" fmla="*/ 1917492 w 2505809"/>
              <a:gd name="connsiteY7-4062" fmla="*/ 1061982 h 2525736"/>
              <a:gd name="connsiteX8-4063" fmla="*/ 1904792 w 2505809"/>
              <a:gd name="connsiteY8-4064" fmla="*/ 1074682 h 2525736"/>
              <a:gd name="connsiteX9-4065" fmla="*/ 1904792 w 2505809"/>
              <a:gd name="connsiteY9-4066" fmla="*/ 2513084 h 2525736"/>
              <a:gd name="connsiteX10-4067" fmla="*/ 1892092 w 2505809"/>
              <a:gd name="connsiteY10-4068" fmla="*/ 2525736 h 2525736"/>
              <a:gd name="connsiteX11-4069" fmla="*/ 624632 w 2505809"/>
              <a:gd name="connsiteY11-4070" fmla="*/ 2525736 h 2525736"/>
              <a:gd name="connsiteX12-4071" fmla="*/ 611932 w 2505809"/>
              <a:gd name="connsiteY12-4072" fmla="*/ 2513036 h 2525736"/>
              <a:gd name="connsiteX13-4073" fmla="*/ 611932 w 2505809"/>
              <a:gd name="connsiteY13-4074" fmla="*/ 1074633 h 2525736"/>
              <a:gd name="connsiteX14-4075" fmla="*/ 599232 w 2505809"/>
              <a:gd name="connsiteY14-4076" fmla="*/ 1061983 h 2525736"/>
              <a:gd name="connsiteX15-4077" fmla="*/ 795 w 2505809"/>
              <a:gd name="connsiteY15-4078" fmla="*/ 1061983 h 2525736"/>
              <a:gd name="connsiteX16-4079" fmla="*/ 12185 w 2505809"/>
              <a:gd name="connsiteY16-4080" fmla="*/ 1045174 h 2525736"/>
              <a:gd name="connsiteX0-4081" fmla="*/ 12185 w 2505809"/>
              <a:gd name="connsiteY0-4082" fmla="*/ 1045174 h 2525736"/>
              <a:gd name="connsiteX1-4083" fmla="*/ 19895 w 2505809"/>
              <a:gd name="connsiteY1-4084" fmla="*/ 1016996 h 2525736"/>
              <a:gd name="connsiteX2-4085" fmla="*/ 1242215 w 2505809"/>
              <a:gd name="connsiteY2-4086" fmla="*/ 6073 h 2525736"/>
              <a:gd name="connsiteX3-4087" fmla="*/ 1274549 w 2505809"/>
              <a:gd name="connsiteY3-4088" fmla="*/ 6109 h 2525736"/>
              <a:gd name="connsiteX4-4089" fmla="*/ 2496871 w 2505809"/>
              <a:gd name="connsiteY4-4090" fmla="*/ 1017031 h 2525736"/>
              <a:gd name="connsiteX5-4091" fmla="*/ 2504535 w 2505809"/>
              <a:gd name="connsiteY5-4092" fmla="*/ 1045181 h 2525736"/>
              <a:gd name="connsiteX6-4093" fmla="*/ 2480635 w 2505809"/>
              <a:gd name="connsiteY6-4094" fmla="*/ 1061981 h 2525736"/>
              <a:gd name="connsiteX7-4095" fmla="*/ 1930192 w 2505809"/>
              <a:gd name="connsiteY7-4096" fmla="*/ 1061981 h 2525736"/>
              <a:gd name="connsiteX8-4097" fmla="*/ 1904792 w 2505809"/>
              <a:gd name="connsiteY8-4098" fmla="*/ 1074682 h 2525736"/>
              <a:gd name="connsiteX9-4099" fmla="*/ 1904792 w 2505809"/>
              <a:gd name="connsiteY9-4100" fmla="*/ 2513084 h 2525736"/>
              <a:gd name="connsiteX10-4101" fmla="*/ 1892092 w 2505809"/>
              <a:gd name="connsiteY10-4102" fmla="*/ 2525736 h 2525736"/>
              <a:gd name="connsiteX11-4103" fmla="*/ 624632 w 2505809"/>
              <a:gd name="connsiteY11-4104" fmla="*/ 2525736 h 2525736"/>
              <a:gd name="connsiteX12-4105" fmla="*/ 611932 w 2505809"/>
              <a:gd name="connsiteY12-4106" fmla="*/ 2513036 h 2525736"/>
              <a:gd name="connsiteX13-4107" fmla="*/ 611932 w 2505809"/>
              <a:gd name="connsiteY13-4108" fmla="*/ 1074633 h 2525736"/>
              <a:gd name="connsiteX14-4109" fmla="*/ 599232 w 2505809"/>
              <a:gd name="connsiteY14-4110" fmla="*/ 1061983 h 2525736"/>
              <a:gd name="connsiteX15-4111" fmla="*/ 795 w 2505809"/>
              <a:gd name="connsiteY15-4112" fmla="*/ 1061983 h 2525736"/>
              <a:gd name="connsiteX16-4113" fmla="*/ 12185 w 2505809"/>
              <a:gd name="connsiteY16-4114" fmla="*/ 1045174 h 2525736"/>
              <a:gd name="connsiteX0-4115" fmla="*/ 12185 w 2505809"/>
              <a:gd name="connsiteY0-4116" fmla="*/ 1045174 h 2525736"/>
              <a:gd name="connsiteX1-4117" fmla="*/ 19895 w 2505809"/>
              <a:gd name="connsiteY1-4118" fmla="*/ 1016996 h 2525736"/>
              <a:gd name="connsiteX2-4119" fmla="*/ 1242215 w 2505809"/>
              <a:gd name="connsiteY2-4120" fmla="*/ 6073 h 2525736"/>
              <a:gd name="connsiteX3-4121" fmla="*/ 1274549 w 2505809"/>
              <a:gd name="connsiteY3-4122" fmla="*/ 6109 h 2525736"/>
              <a:gd name="connsiteX4-4123" fmla="*/ 2496871 w 2505809"/>
              <a:gd name="connsiteY4-4124" fmla="*/ 1017031 h 2525736"/>
              <a:gd name="connsiteX5-4125" fmla="*/ 2504535 w 2505809"/>
              <a:gd name="connsiteY5-4126" fmla="*/ 1045181 h 2525736"/>
              <a:gd name="connsiteX6-4127" fmla="*/ 2480635 w 2505809"/>
              <a:gd name="connsiteY6-4128" fmla="*/ 1061981 h 2525736"/>
              <a:gd name="connsiteX7-4129" fmla="*/ 1930192 w 2505809"/>
              <a:gd name="connsiteY7-4130" fmla="*/ 1061981 h 2525736"/>
              <a:gd name="connsiteX8-4131" fmla="*/ 1904792 w 2505809"/>
              <a:gd name="connsiteY8-4132" fmla="*/ 1074682 h 2525736"/>
              <a:gd name="connsiteX9-4133" fmla="*/ 1904792 w 2505809"/>
              <a:gd name="connsiteY9-4134" fmla="*/ 2513084 h 2525736"/>
              <a:gd name="connsiteX10-4135" fmla="*/ 1892092 w 2505809"/>
              <a:gd name="connsiteY10-4136" fmla="*/ 2525736 h 2525736"/>
              <a:gd name="connsiteX11-4137" fmla="*/ 624632 w 2505809"/>
              <a:gd name="connsiteY11-4138" fmla="*/ 2525736 h 2525736"/>
              <a:gd name="connsiteX12-4139" fmla="*/ 611932 w 2505809"/>
              <a:gd name="connsiteY12-4140" fmla="*/ 2513036 h 2525736"/>
              <a:gd name="connsiteX13-4141" fmla="*/ 611932 w 2505809"/>
              <a:gd name="connsiteY13-4142" fmla="*/ 1074633 h 2525736"/>
              <a:gd name="connsiteX14-4143" fmla="*/ 599232 w 2505809"/>
              <a:gd name="connsiteY14-4144" fmla="*/ 1061983 h 2525736"/>
              <a:gd name="connsiteX15-4145" fmla="*/ 795 w 2505809"/>
              <a:gd name="connsiteY15-4146" fmla="*/ 1061983 h 2525736"/>
              <a:gd name="connsiteX16-4147" fmla="*/ 12185 w 2505809"/>
              <a:gd name="connsiteY16-4148" fmla="*/ 1045174 h 2525736"/>
              <a:gd name="connsiteX0-4149" fmla="*/ 12185 w 2505809"/>
              <a:gd name="connsiteY0-4150" fmla="*/ 1045174 h 2525736"/>
              <a:gd name="connsiteX1-4151" fmla="*/ 19895 w 2505809"/>
              <a:gd name="connsiteY1-4152" fmla="*/ 1016996 h 2525736"/>
              <a:gd name="connsiteX2-4153" fmla="*/ 1242215 w 2505809"/>
              <a:gd name="connsiteY2-4154" fmla="*/ 6073 h 2525736"/>
              <a:gd name="connsiteX3-4155" fmla="*/ 1274549 w 2505809"/>
              <a:gd name="connsiteY3-4156" fmla="*/ 6109 h 2525736"/>
              <a:gd name="connsiteX4-4157" fmla="*/ 2496871 w 2505809"/>
              <a:gd name="connsiteY4-4158" fmla="*/ 1017031 h 2525736"/>
              <a:gd name="connsiteX5-4159" fmla="*/ 2504535 w 2505809"/>
              <a:gd name="connsiteY5-4160" fmla="*/ 1045181 h 2525736"/>
              <a:gd name="connsiteX6-4161" fmla="*/ 2480635 w 2505809"/>
              <a:gd name="connsiteY6-4162" fmla="*/ 1061981 h 2525736"/>
              <a:gd name="connsiteX7-4163" fmla="*/ 1930192 w 2505809"/>
              <a:gd name="connsiteY7-4164" fmla="*/ 1061981 h 2525736"/>
              <a:gd name="connsiteX8-4165" fmla="*/ 1904792 w 2505809"/>
              <a:gd name="connsiteY8-4166" fmla="*/ 1074682 h 2525736"/>
              <a:gd name="connsiteX9-4167" fmla="*/ 1904792 w 2505809"/>
              <a:gd name="connsiteY9-4168" fmla="*/ 2513084 h 2525736"/>
              <a:gd name="connsiteX10-4169" fmla="*/ 1892092 w 2505809"/>
              <a:gd name="connsiteY10-4170" fmla="*/ 2525736 h 2525736"/>
              <a:gd name="connsiteX11-4171" fmla="*/ 624632 w 2505809"/>
              <a:gd name="connsiteY11-4172" fmla="*/ 2525736 h 2525736"/>
              <a:gd name="connsiteX12-4173" fmla="*/ 611932 w 2505809"/>
              <a:gd name="connsiteY12-4174" fmla="*/ 2513036 h 2525736"/>
              <a:gd name="connsiteX13-4175" fmla="*/ 611932 w 2505809"/>
              <a:gd name="connsiteY13-4176" fmla="*/ 1074633 h 2525736"/>
              <a:gd name="connsiteX14-4177" fmla="*/ 599232 w 2505809"/>
              <a:gd name="connsiteY14-4178" fmla="*/ 1061983 h 2525736"/>
              <a:gd name="connsiteX15-4179" fmla="*/ 795 w 2505809"/>
              <a:gd name="connsiteY15-4180" fmla="*/ 1061983 h 2525736"/>
              <a:gd name="connsiteX16-4181" fmla="*/ 12185 w 2505809"/>
              <a:gd name="connsiteY16-4182" fmla="*/ 1045174 h 2525736"/>
              <a:gd name="connsiteX0-4183" fmla="*/ 12185 w 2505809"/>
              <a:gd name="connsiteY0-4184" fmla="*/ 1045174 h 2525736"/>
              <a:gd name="connsiteX1-4185" fmla="*/ 19895 w 2505809"/>
              <a:gd name="connsiteY1-4186" fmla="*/ 1016996 h 2525736"/>
              <a:gd name="connsiteX2-4187" fmla="*/ 1242215 w 2505809"/>
              <a:gd name="connsiteY2-4188" fmla="*/ 6073 h 2525736"/>
              <a:gd name="connsiteX3-4189" fmla="*/ 1274549 w 2505809"/>
              <a:gd name="connsiteY3-4190" fmla="*/ 6109 h 2525736"/>
              <a:gd name="connsiteX4-4191" fmla="*/ 2496871 w 2505809"/>
              <a:gd name="connsiteY4-4192" fmla="*/ 1017031 h 2525736"/>
              <a:gd name="connsiteX5-4193" fmla="*/ 2504535 w 2505809"/>
              <a:gd name="connsiteY5-4194" fmla="*/ 1045181 h 2525736"/>
              <a:gd name="connsiteX6-4195" fmla="*/ 2480635 w 2505809"/>
              <a:gd name="connsiteY6-4196" fmla="*/ 1061981 h 2525736"/>
              <a:gd name="connsiteX7-4197" fmla="*/ 1930192 w 2505809"/>
              <a:gd name="connsiteY7-4198" fmla="*/ 1061981 h 2525736"/>
              <a:gd name="connsiteX8-4199" fmla="*/ 1904792 w 2505809"/>
              <a:gd name="connsiteY8-4200" fmla="*/ 1087380 h 2525736"/>
              <a:gd name="connsiteX9-4201" fmla="*/ 1904792 w 2505809"/>
              <a:gd name="connsiteY9-4202" fmla="*/ 2513084 h 2525736"/>
              <a:gd name="connsiteX10-4203" fmla="*/ 1892092 w 2505809"/>
              <a:gd name="connsiteY10-4204" fmla="*/ 2525736 h 2525736"/>
              <a:gd name="connsiteX11-4205" fmla="*/ 624632 w 2505809"/>
              <a:gd name="connsiteY11-4206" fmla="*/ 2525736 h 2525736"/>
              <a:gd name="connsiteX12-4207" fmla="*/ 611932 w 2505809"/>
              <a:gd name="connsiteY12-4208" fmla="*/ 2513036 h 2525736"/>
              <a:gd name="connsiteX13-4209" fmla="*/ 611932 w 2505809"/>
              <a:gd name="connsiteY13-4210" fmla="*/ 1074633 h 2525736"/>
              <a:gd name="connsiteX14-4211" fmla="*/ 599232 w 2505809"/>
              <a:gd name="connsiteY14-4212" fmla="*/ 1061983 h 2525736"/>
              <a:gd name="connsiteX15-4213" fmla="*/ 795 w 2505809"/>
              <a:gd name="connsiteY15-4214" fmla="*/ 1061983 h 2525736"/>
              <a:gd name="connsiteX16-4215" fmla="*/ 12185 w 2505809"/>
              <a:gd name="connsiteY16-4216" fmla="*/ 1045174 h 2525736"/>
              <a:gd name="connsiteX0-4217" fmla="*/ 12185 w 2505809"/>
              <a:gd name="connsiteY0-4218" fmla="*/ 1045174 h 2525736"/>
              <a:gd name="connsiteX1-4219" fmla="*/ 19895 w 2505809"/>
              <a:gd name="connsiteY1-4220" fmla="*/ 1016996 h 2525736"/>
              <a:gd name="connsiteX2-4221" fmla="*/ 1242215 w 2505809"/>
              <a:gd name="connsiteY2-4222" fmla="*/ 6073 h 2525736"/>
              <a:gd name="connsiteX3-4223" fmla="*/ 1274549 w 2505809"/>
              <a:gd name="connsiteY3-4224" fmla="*/ 6109 h 2525736"/>
              <a:gd name="connsiteX4-4225" fmla="*/ 2496871 w 2505809"/>
              <a:gd name="connsiteY4-4226" fmla="*/ 1017031 h 2525736"/>
              <a:gd name="connsiteX5-4227" fmla="*/ 2504535 w 2505809"/>
              <a:gd name="connsiteY5-4228" fmla="*/ 1045181 h 2525736"/>
              <a:gd name="connsiteX6-4229" fmla="*/ 2480635 w 2505809"/>
              <a:gd name="connsiteY6-4230" fmla="*/ 1061981 h 2525736"/>
              <a:gd name="connsiteX7-4231" fmla="*/ 1930192 w 2505809"/>
              <a:gd name="connsiteY7-4232" fmla="*/ 1061981 h 2525736"/>
              <a:gd name="connsiteX8-4233" fmla="*/ 1904792 w 2505809"/>
              <a:gd name="connsiteY8-4234" fmla="*/ 1087380 h 2525736"/>
              <a:gd name="connsiteX9-4235" fmla="*/ 1904792 w 2505809"/>
              <a:gd name="connsiteY9-4236" fmla="*/ 2513084 h 2525736"/>
              <a:gd name="connsiteX10-4237" fmla="*/ 1892092 w 2505809"/>
              <a:gd name="connsiteY10-4238" fmla="*/ 2525736 h 2525736"/>
              <a:gd name="connsiteX11-4239" fmla="*/ 624632 w 2505809"/>
              <a:gd name="connsiteY11-4240" fmla="*/ 2525736 h 2525736"/>
              <a:gd name="connsiteX12-4241" fmla="*/ 611932 w 2505809"/>
              <a:gd name="connsiteY12-4242" fmla="*/ 2513036 h 2525736"/>
              <a:gd name="connsiteX13-4243" fmla="*/ 611932 w 2505809"/>
              <a:gd name="connsiteY13-4244" fmla="*/ 1074633 h 2525736"/>
              <a:gd name="connsiteX14-4245" fmla="*/ 599232 w 2505809"/>
              <a:gd name="connsiteY14-4246" fmla="*/ 1061983 h 2525736"/>
              <a:gd name="connsiteX15-4247" fmla="*/ 795 w 2505809"/>
              <a:gd name="connsiteY15-4248" fmla="*/ 1061983 h 2525736"/>
              <a:gd name="connsiteX16-4249" fmla="*/ 12185 w 2505809"/>
              <a:gd name="connsiteY16-4250" fmla="*/ 1045174 h 2525736"/>
              <a:gd name="connsiteX0-4251" fmla="*/ 12185 w 2505809"/>
              <a:gd name="connsiteY0-4252" fmla="*/ 1045174 h 2525736"/>
              <a:gd name="connsiteX1-4253" fmla="*/ 19895 w 2505809"/>
              <a:gd name="connsiteY1-4254" fmla="*/ 1016996 h 2525736"/>
              <a:gd name="connsiteX2-4255" fmla="*/ 1242215 w 2505809"/>
              <a:gd name="connsiteY2-4256" fmla="*/ 6073 h 2525736"/>
              <a:gd name="connsiteX3-4257" fmla="*/ 1274549 w 2505809"/>
              <a:gd name="connsiteY3-4258" fmla="*/ 6109 h 2525736"/>
              <a:gd name="connsiteX4-4259" fmla="*/ 2496871 w 2505809"/>
              <a:gd name="connsiteY4-4260" fmla="*/ 1017031 h 2525736"/>
              <a:gd name="connsiteX5-4261" fmla="*/ 2504535 w 2505809"/>
              <a:gd name="connsiteY5-4262" fmla="*/ 1045181 h 2525736"/>
              <a:gd name="connsiteX6-4263" fmla="*/ 2480635 w 2505809"/>
              <a:gd name="connsiteY6-4264" fmla="*/ 1061981 h 2525736"/>
              <a:gd name="connsiteX7-4265" fmla="*/ 1930192 w 2505809"/>
              <a:gd name="connsiteY7-4266" fmla="*/ 1061981 h 2525736"/>
              <a:gd name="connsiteX8-4267" fmla="*/ 1904792 w 2505809"/>
              <a:gd name="connsiteY8-4268" fmla="*/ 1087380 h 2525736"/>
              <a:gd name="connsiteX9-4269" fmla="*/ 1904792 w 2505809"/>
              <a:gd name="connsiteY9-4270" fmla="*/ 2513084 h 2525736"/>
              <a:gd name="connsiteX10-4271" fmla="*/ 1892092 w 2505809"/>
              <a:gd name="connsiteY10-4272" fmla="*/ 2525736 h 2525736"/>
              <a:gd name="connsiteX11-4273" fmla="*/ 624632 w 2505809"/>
              <a:gd name="connsiteY11-4274" fmla="*/ 2525736 h 2525736"/>
              <a:gd name="connsiteX12-4275" fmla="*/ 611932 w 2505809"/>
              <a:gd name="connsiteY12-4276" fmla="*/ 2513036 h 2525736"/>
              <a:gd name="connsiteX13-4277" fmla="*/ 611932 w 2505809"/>
              <a:gd name="connsiteY13-4278" fmla="*/ 1074633 h 2525736"/>
              <a:gd name="connsiteX14-4279" fmla="*/ 599232 w 2505809"/>
              <a:gd name="connsiteY14-4280" fmla="*/ 1061983 h 2525736"/>
              <a:gd name="connsiteX15-4281" fmla="*/ 795 w 2505809"/>
              <a:gd name="connsiteY15-4282" fmla="*/ 1061983 h 2525736"/>
              <a:gd name="connsiteX16-4283" fmla="*/ 12185 w 2505809"/>
              <a:gd name="connsiteY16-4284" fmla="*/ 1045174 h 2525736"/>
              <a:gd name="connsiteX0-4285" fmla="*/ 12185 w 2505809"/>
              <a:gd name="connsiteY0-4286" fmla="*/ 1045174 h 2525736"/>
              <a:gd name="connsiteX1-4287" fmla="*/ 19895 w 2505809"/>
              <a:gd name="connsiteY1-4288" fmla="*/ 1016996 h 2525736"/>
              <a:gd name="connsiteX2-4289" fmla="*/ 1242215 w 2505809"/>
              <a:gd name="connsiteY2-4290" fmla="*/ 6073 h 2525736"/>
              <a:gd name="connsiteX3-4291" fmla="*/ 1274549 w 2505809"/>
              <a:gd name="connsiteY3-4292" fmla="*/ 6109 h 2525736"/>
              <a:gd name="connsiteX4-4293" fmla="*/ 2496871 w 2505809"/>
              <a:gd name="connsiteY4-4294" fmla="*/ 1017031 h 2525736"/>
              <a:gd name="connsiteX5-4295" fmla="*/ 2504535 w 2505809"/>
              <a:gd name="connsiteY5-4296" fmla="*/ 1045181 h 2525736"/>
              <a:gd name="connsiteX6-4297" fmla="*/ 2480635 w 2505809"/>
              <a:gd name="connsiteY6-4298" fmla="*/ 1061981 h 2525736"/>
              <a:gd name="connsiteX7-4299" fmla="*/ 1930192 w 2505809"/>
              <a:gd name="connsiteY7-4300" fmla="*/ 1061981 h 2525736"/>
              <a:gd name="connsiteX8-4301" fmla="*/ 1904792 w 2505809"/>
              <a:gd name="connsiteY8-4302" fmla="*/ 1087380 h 2525736"/>
              <a:gd name="connsiteX9-4303" fmla="*/ 1904792 w 2505809"/>
              <a:gd name="connsiteY9-4304" fmla="*/ 2500383 h 2525736"/>
              <a:gd name="connsiteX10-4305" fmla="*/ 1892092 w 2505809"/>
              <a:gd name="connsiteY10-4306" fmla="*/ 2525736 h 2525736"/>
              <a:gd name="connsiteX11-4307" fmla="*/ 624632 w 2505809"/>
              <a:gd name="connsiteY11-4308" fmla="*/ 2525736 h 2525736"/>
              <a:gd name="connsiteX12-4309" fmla="*/ 611932 w 2505809"/>
              <a:gd name="connsiteY12-4310" fmla="*/ 2513036 h 2525736"/>
              <a:gd name="connsiteX13-4311" fmla="*/ 611932 w 2505809"/>
              <a:gd name="connsiteY13-4312" fmla="*/ 1074633 h 2525736"/>
              <a:gd name="connsiteX14-4313" fmla="*/ 599232 w 2505809"/>
              <a:gd name="connsiteY14-4314" fmla="*/ 1061983 h 2525736"/>
              <a:gd name="connsiteX15-4315" fmla="*/ 795 w 2505809"/>
              <a:gd name="connsiteY15-4316" fmla="*/ 1061983 h 2525736"/>
              <a:gd name="connsiteX16-4317" fmla="*/ 12185 w 2505809"/>
              <a:gd name="connsiteY16-4318" fmla="*/ 1045174 h 2525736"/>
              <a:gd name="connsiteX0-4319" fmla="*/ 12185 w 2505809"/>
              <a:gd name="connsiteY0-4320" fmla="*/ 1045174 h 2525736"/>
              <a:gd name="connsiteX1-4321" fmla="*/ 19895 w 2505809"/>
              <a:gd name="connsiteY1-4322" fmla="*/ 1016996 h 2525736"/>
              <a:gd name="connsiteX2-4323" fmla="*/ 1242215 w 2505809"/>
              <a:gd name="connsiteY2-4324" fmla="*/ 6073 h 2525736"/>
              <a:gd name="connsiteX3-4325" fmla="*/ 1274549 w 2505809"/>
              <a:gd name="connsiteY3-4326" fmla="*/ 6109 h 2525736"/>
              <a:gd name="connsiteX4-4327" fmla="*/ 2496871 w 2505809"/>
              <a:gd name="connsiteY4-4328" fmla="*/ 1017031 h 2525736"/>
              <a:gd name="connsiteX5-4329" fmla="*/ 2504535 w 2505809"/>
              <a:gd name="connsiteY5-4330" fmla="*/ 1045181 h 2525736"/>
              <a:gd name="connsiteX6-4331" fmla="*/ 2480635 w 2505809"/>
              <a:gd name="connsiteY6-4332" fmla="*/ 1061981 h 2525736"/>
              <a:gd name="connsiteX7-4333" fmla="*/ 1930192 w 2505809"/>
              <a:gd name="connsiteY7-4334" fmla="*/ 1061981 h 2525736"/>
              <a:gd name="connsiteX8-4335" fmla="*/ 1904792 w 2505809"/>
              <a:gd name="connsiteY8-4336" fmla="*/ 1087380 h 2525736"/>
              <a:gd name="connsiteX9-4337" fmla="*/ 1904792 w 2505809"/>
              <a:gd name="connsiteY9-4338" fmla="*/ 2500383 h 2525736"/>
              <a:gd name="connsiteX10-4339" fmla="*/ 1892092 w 2505809"/>
              <a:gd name="connsiteY10-4340" fmla="*/ 2525736 h 2525736"/>
              <a:gd name="connsiteX11-4341" fmla="*/ 624632 w 2505809"/>
              <a:gd name="connsiteY11-4342" fmla="*/ 2525736 h 2525736"/>
              <a:gd name="connsiteX12-4343" fmla="*/ 611932 w 2505809"/>
              <a:gd name="connsiteY12-4344" fmla="*/ 2513036 h 2525736"/>
              <a:gd name="connsiteX13-4345" fmla="*/ 611932 w 2505809"/>
              <a:gd name="connsiteY13-4346" fmla="*/ 1074633 h 2525736"/>
              <a:gd name="connsiteX14-4347" fmla="*/ 599232 w 2505809"/>
              <a:gd name="connsiteY14-4348" fmla="*/ 1061983 h 2525736"/>
              <a:gd name="connsiteX15-4349" fmla="*/ 795 w 2505809"/>
              <a:gd name="connsiteY15-4350" fmla="*/ 1061983 h 2525736"/>
              <a:gd name="connsiteX16-4351" fmla="*/ 12185 w 2505809"/>
              <a:gd name="connsiteY16-4352" fmla="*/ 1045174 h 2525736"/>
              <a:gd name="connsiteX0-4353" fmla="*/ 12185 w 2505809"/>
              <a:gd name="connsiteY0-4354" fmla="*/ 1045174 h 2525736"/>
              <a:gd name="connsiteX1-4355" fmla="*/ 19895 w 2505809"/>
              <a:gd name="connsiteY1-4356" fmla="*/ 1016996 h 2525736"/>
              <a:gd name="connsiteX2-4357" fmla="*/ 1242215 w 2505809"/>
              <a:gd name="connsiteY2-4358" fmla="*/ 6073 h 2525736"/>
              <a:gd name="connsiteX3-4359" fmla="*/ 1274549 w 2505809"/>
              <a:gd name="connsiteY3-4360" fmla="*/ 6109 h 2525736"/>
              <a:gd name="connsiteX4-4361" fmla="*/ 2496871 w 2505809"/>
              <a:gd name="connsiteY4-4362" fmla="*/ 1017031 h 2525736"/>
              <a:gd name="connsiteX5-4363" fmla="*/ 2504535 w 2505809"/>
              <a:gd name="connsiteY5-4364" fmla="*/ 1045181 h 2525736"/>
              <a:gd name="connsiteX6-4365" fmla="*/ 2480635 w 2505809"/>
              <a:gd name="connsiteY6-4366" fmla="*/ 1061981 h 2525736"/>
              <a:gd name="connsiteX7-4367" fmla="*/ 1930192 w 2505809"/>
              <a:gd name="connsiteY7-4368" fmla="*/ 1061981 h 2525736"/>
              <a:gd name="connsiteX8-4369" fmla="*/ 1904792 w 2505809"/>
              <a:gd name="connsiteY8-4370" fmla="*/ 1087380 h 2525736"/>
              <a:gd name="connsiteX9-4371" fmla="*/ 1904792 w 2505809"/>
              <a:gd name="connsiteY9-4372" fmla="*/ 2500383 h 2525736"/>
              <a:gd name="connsiteX10-4373" fmla="*/ 1892092 w 2505809"/>
              <a:gd name="connsiteY10-4374" fmla="*/ 2525736 h 2525736"/>
              <a:gd name="connsiteX11-4375" fmla="*/ 624632 w 2505809"/>
              <a:gd name="connsiteY11-4376" fmla="*/ 2525736 h 2525736"/>
              <a:gd name="connsiteX12-4377" fmla="*/ 611932 w 2505809"/>
              <a:gd name="connsiteY12-4378" fmla="*/ 2513036 h 2525736"/>
              <a:gd name="connsiteX13-4379" fmla="*/ 611932 w 2505809"/>
              <a:gd name="connsiteY13-4380" fmla="*/ 1074633 h 2525736"/>
              <a:gd name="connsiteX14-4381" fmla="*/ 599232 w 2505809"/>
              <a:gd name="connsiteY14-4382" fmla="*/ 1061983 h 2525736"/>
              <a:gd name="connsiteX15-4383" fmla="*/ 795 w 2505809"/>
              <a:gd name="connsiteY15-4384" fmla="*/ 1061983 h 2525736"/>
              <a:gd name="connsiteX16-4385" fmla="*/ 12185 w 2505809"/>
              <a:gd name="connsiteY16-4386" fmla="*/ 1045174 h 2525736"/>
              <a:gd name="connsiteX0-4387" fmla="*/ 12185 w 2505809"/>
              <a:gd name="connsiteY0-4388" fmla="*/ 1045174 h 2525736"/>
              <a:gd name="connsiteX1-4389" fmla="*/ 19895 w 2505809"/>
              <a:gd name="connsiteY1-4390" fmla="*/ 1016996 h 2525736"/>
              <a:gd name="connsiteX2-4391" fmla="*/ 1242215 w 2505809"/>
              <a:gd name="connsiteY2-4392" fmla="*/ 6073 h 2525736"/>
              <a:gd name="connsiteX3-4393" fmla="*/ 1274549 w 2505809"/>
              <a:gd name="connsiteY3-4394" fmla="*/ 6109 h 2525736"/>
              <a:gd name="connsiteX4-4395" fmla="*/ 2496871 w 2505809"/>
              <a:gd name="connsiteY4-4396" fmla="*/ 1017031 h 2525736"/>
              <a:gd name="connsiteX5-4397" fmla="*/ 2504535 w 2505809"/>
              <a:gd name="connsiteY5-4398" fmla="*/ 1045181 h 2525736"/>
              <a:gd name="connsiteX6-4399" fmla="*/ 2480635 w 2505809"/>
              <a:gd name="connsiteY6-4400" fmla="*/ 1061981 h 2525736"/>
              <a:gd name="connsiteX7-4401" fmla="*/ 1930192 w 2505809"/>
              <a:gd name="connsiteY7-4402" fmla="*/ 1061981 h 2525736"/>
              <a:gd name="connsiteX8-4403" fmla="*/ 1904792 w 2505809"/>
              <a:gd name="connsiteY8-4404" fmla="*/ 1087380 h 2525736"/>
              <a:gd name="connsiteX9-4405" fmla="*/ 1904792 w 2505809"/>
              <a:gd name="connsiteY9-4406" fmla="*/ 2500383 h 2525736"/>
              <a:gd name="connsiteX10-4407" fmla="*/ 1879392 w 2505809"/>
              <a:gd name="connsiteY10-4408" fmla="*/ 2525734 h 2525736"/>
              <a:gd name="connsiteX11-4409" fmla="*/ 624632 w 2505809"/>
              <a:gd name="connsiteY11-4410" fmla="*/ 2525736 h 2525736"/>
              <a:gd name="connsiteX12-4411" fmla="*/ 611932 w 2505809"/>
              <a:gd name="connsiteY12-4412" fmla="*/ 2513036 h 2525736"/>
              <a:gd name="connsiteX13-4413" fmla="*/ 611932 w 2505809"/>
              <a:gd name="connsiteY13-4414" fmla="*/ 1074633 h 2525736"/>
              <a:gd name="connsiteX14-4415" fmla="*/ 599232 w 2505809"/>
              <a:gd name="connsiteY14-4416" fmla="*/ 1061983 h 2525736"/>
              <a:gd name="connsiteX15-4417" fmla="*/ 795 w 2505809"/>
              <a:gd name="connsiteY15-4418" fmla="*/ 1061983 h 2525736"/>
              <a:gd name="connsiteX16-4419" fmla="*/ 12185 w 2505809"/>
              <a:gd name="connsiteY16-4420" fmla="*/ 1045174 h 2525736"/>
              <a:gd name="connsiteX0-4421" fmla="*/ 12185 w 2505809"/>
              <a:gd name="connsiteY0-4422" fmla="*/ 1045174 h 2525736"/>
              <a:gd name="connsiteX1-4423" fmla="*/ 19895 w 2505809"/>
              <a:gd name="connsiteY1-4424" fmla="*/ 1016996 h 2525736"/>
              <a:gd name="connsiteX2-4425" fmla="*/ 1242215 w 2505809"/>
              <a:gd name="connsiteY2-4426" fmla="*/ 6073 h 2525736"/>
              <a:gd name="connsiteX3-4427" fmla="*/ 1274549 w 2505809"/>
              <a:gd name="connsiteY3-4428" fmla="*/ 6109 h 2525736"/>
              <a:gd name="connsiteX4-4429" fmla="*/ 2496871 w 2505809"/>
              <a:gd name="connsiteY4-4430" fmla="*/ 1017031 h 2525736"/>
              <a:gd name="connsiteX5-4431" fmla="*/ 2504535 w 2505809"/>
              <a:gd name="connsiteY5-4432" fmla="*/ 1045181 h 2525736"/>
              <a:gd name="connsiteX6-4433" fmla="*/ 2480635 w 2505809"/>
              <a:gd name="connsiteY6-4434" fmla="*/ 1061981 h 2525736"/>
              <a:gd name="connsiteX7-4435" fmla="*/ 1930192 w 2505809"/>
              <a:gd name="connsiteY7-4436" fmla="*/ 1061981 h 2525736"/>
              <a:gd name="connsiteX8-4437" fmla="*/ 1904792 w 2505809"/>
              <a:gd name="connsiteY8-4438" fmla="*/ 1087380 h 2525736"/>
              <a:gd name="connsiteX9-4439" fmla="*/ 1904792 w 2505809"/>
              <a:gd name="connsiteY9-4440" fmla="*/ 2500383 h 2525736"/>
              <a:gd name="connsiteX10-4441" fmla="*/ 1879392 w 2505809"/>
              <a:gd name="connsiteY10-4442" fmla="*/ 2525734 h 2525736"/>
              <a:gd name="connsiteX11-4443" fmla="*/ 624632 w 2505809"/>
              <a:gd name="connsiteY11-4444" fmla="*/ 2525736 h 2525736"/>
              <a:gd name="connsiteX12-4445" fmla="*/ 611932 w 2505809"/>
              <a:gd name="connsiteY12-4446" fmla="*/ 2513036 h 2525736"/>
              <a:gd name="connsiteX13-4447" fmla="*/ 611932 w 2505809"/>
              <a:gd name="connsiteY13-4448" fmla="*/ 1074633 h 2525736"/>
              <a:gd name="connsiteX14-4449" fmla="*/ 599232 w 2505809"/>
              <a:gd name="connsiteY14-4450" fmla="*/ 1061983 h 2525736"/>
              <a:gd name="connsiteX15-4451" fmla="*/ 795 w 2505809"/>
              <a:gd name="connsiteY15-4452" fmla="*/ 1061983 h 2525736"/>
              <a:gd name="connsiteX16-4453" fmla="*/ 12185 w 2505809"/>
              <a:gd name="connsiteY16-4454" fmla="*/ 1045174 h 2525736"/>
              <a:gd name="connsiteX0-4455" fmla="*/ 12185 w 2505809"/>
              <a:gd name="connsiteY0-4456" fmla="*/ 1045174 h 2525736"/>
              <a:gd name="connsiteX1-4457" fmla="*/ 19895 w 2505809"/>
              <a:gd name="connsiteY1-4458" fmla="*/ 1016996 h 2525736"/>
              <a:gd name="connsiteX2-4459" fmla="*/ 1242215 w 2505809"/>
              <a:gd name="connsiteY2-4460" fmla="*/ 6073 h 2525736"/>
              <a:gd name="connsiteX3-4461" fmla="*/ 1274549 w 2505809"/>
              <a:gd name="connsiteY3-4462" fmla="*/ 6109 h 2525736"/>
              <a:gd name="connsiteX4-4463" fmla="*/ 2496871 w 2505809"/>
              <a:gd name="connsiteY4-4464" fmla="*/ 1017031 h 2525736"/>
              <a:gd name="connsiteX5-4465" fmla="*/ 2504535 w 2505809"/>
              <a:gd name="connsiteY5-4466" fmla="*/ 1045181 h 2525736"/>
              <a:gd name="connsiteX6-4467" fmla="*/ 2480635 w 2505809"/>
              <a:gd name="connsiteY6-4468" fmla="*/ 1061981 h 2525736"/>
              <a:gd name="connsiteX7-4469" fmla="*/ 1930192 w 2505809"/>
              <a:gd name="connsiteY7-4470" fmla="*/ 1061981 h 2525736"/>
              <a:gd name="connsiteX8-4471" fmla="*/ 1904792 w 2505809"/>
              <a:gd name="connsiteY8-4472" fmla="*/ 1087380 h 2525736"/>
              <a:gd name="connsiteX9-4473" fmla="*/ 1904792 w 2505809"/>
              <a:gd name="connsiteY9-4474" fmla="*/ 2500383 h 2525736"/>
              <a:gd name="connsiteX10-4475" fmla="*/ 1879392 w 2505809"/>
              <a:gd name="connsiteY10-4476" fmla="*/ 2525734 h 2525736"/>
              <a:gd name="connsiteX11-4477" fmla="*/ 624632 w 2505809"/>
              <a:gd name="connsiteY11-4478" fmla="*/ 2525736 h 2525736"/>
              <a:gd name="connsiteX12-4479" fmla="*/ 611932 w 2505809"/>
              <a:gd name="connsiteY12-4480" fmla="*/ 2513036 h 2525736"/>
              <a:gd name="connsiteX13-4481" fmla="*/ 611932 w 2505809"/>
              <a:gd name="connsiteY13-4482" fmla="*/ 1074633 h 2525736"/>
              <a:gd name="connsiteX14-4483" fmla="*/ 599232 w 2505809"/>
              <a:gd name="connsiteY14-4484" fmla="*/ 1061983 h 2525736"/>
              <a:gd name="connsiteX15-4485" fmla="*/ 795 w 2505809"/>
              <a:gd name="connsiteY15-4486" fmla="*/ 1061983 h 2525736"/>
              <a:gd name="connsiteX16-4487" fmla="*/ 12185 w 2505809"/>
              <a:gd name="connsiteY16-4488" fmla="*/ 1045174 h 2525736"/>
              <a:gd name="connsiteX0-4489" fmla="*/ 12185 w 2505809"/>
              <a:gd name="connsiteY0-4490" fmla="*/ 1045174 h 2525734"/>
              <a:gd name="connsiteX1-4491" fmla="*/ 19895 w 2505809"/>
              <a:gd name="connsiteY1-4492" fmla="*/ 1016996 h 2525734"/>
              <a:gd name="connsiteX2-4493" fmla="*/ 1242215 w 2505809"/>
              <a:gd name="connsiteY2-4494" fmla="*/ 6073 h 2525734"/>
              <a:gd name="connsiteX3-4495" fmla="*/ 1274549 w 2505809"/>
              <a:gd name="connsiteY3-4496" fmla="*/ 6109 h 2525734"/>
              <a:gd name="connsiteX4-4497" fmla="*/ 2496871 w 2505809"/>
              <a:gd name="connsiteY4-4498" fmla="*/ 1017031 h 2525734"/>
              <a:gd name="connsiteX5-4499" fmla="*/ 2504535 w 2505809"/>
              <a:gd name="connsiteY5-4500" fmla="*/ 1045181 h 2525734"/>
              <a:gd name="connsiteX6-4501" fmla="*/ 2480635 w 2505809"/>
              <a:gd name="connsiteY6-4502" fmla="*/ 1061981 h 2525734"/>
              <a:gd name="connsiteX7-4503" fmla="*/ 1930192 w 2505809"/>
              <a:gd name="connsiteY7-4504" fmla="*/ 1061981 h 2525734"/>
              <a:gd name="connsiteX8-4505" fmla="*/ 1904792 w 2505809"/>
              <a:gd name="connsiteY8-4506" fmla="*/ 1087380 h 2525734"/>
              <a:gd name="connsiteX9-4507" fmla="*/ 1904792 w 2505809"/>
              <a:gd name="connsiteY9-4508" fmla="*/ 2500383 h 2525734"/>
              <a:gd name="connsiteX10-4509" fmla="*/ 1879392 w 2505809"/>
              <a:gd name="connsiteY10-4510" fmla="*/ 2525734 h 2525734"/>
              <a:gd name="connsiteX11-4511" fmla="*/ 637332 w 2505809"/>
              <a:gd name="connsiteY11-4512" fmla="*/ 2525734 h 2525734"/>
              <a:gd name="connsiteX12-4513" fmla="*/ 611932 w 2505809"/>
              <a:gd name="connsiteY12-4514" fmla="*/ 2513036 h 2525734"/>
              <a:gd name="connsiteX13-4515" fmla="*/ 611932 w 2505809"/>
              <a:gd name="connsiteY13-4516" fmla="*/ 1074633 h 2525734"/>
              <a:gd name="connsiteX14-4517" fmla="*/ 599232 w 2505809"/>
              <a:gd name="connsiteY14-4518" fmla="*/ 1061983 h 2525734"/>
              <a:gd name="connsiteX15-4519" fmla="*/ 795 w 2505809"/>
              <a:gd name="connsiteY15-4520" fmla="*/ 1061983 h 2525734"/>
              <a:gd name="connsiteX16-4521" fmla="*/ 12185 w 2505809"/>
              <a:gd name="connsiteY16-4522" fmla="*/ 1045174 h 2525734"/>
              <a:gd name="connsiteX0-4523" fmla="*/ 12185 w 2505809"/>
              <a:gd name="connsiteY0-4524" fmla="*/ 1045174 h 2525734"/>
              <a:gd name="connsiteX1-4525" fmla="*/ 19895 w 2505809"/>
              <a:gd name="connsiteY1-4526" fmla="*/ 1016996 h 2525734"/>
              <a:gd name="connsiteX2-4527" fmla="*/ 1242215 w 2505809"/>
              <a:gd name="connsiteY2-4528" fmla="*/ 6073 h 2525734"/>
              <a:gd name="connsiteX3-4529" fmla="*/ 1274549 w 2505809"/>
              <a:gd name="connsiteY3-4530" fmla="*/ 6109 h 2525734"/>
              <a:gd name="connsiteX4-4531" fmla="*/ 2496871 w 2505809"/>
              <a:gd name="connsiteY4-4532" fmla="*/ 1017031 h 2525734"/>
              <a:gd name="connsiteX5-4533" fmla="*/ 2504535 w 2505809"/>
              <a:gd name="connsiteY5-4534" fmla="*/ 1045181 h 2525734"/>
              <a:gd name="connsiteX6-4535" fmla="*/ 2480635 w 2505809"/>
              <a:gd name="connsiteY6-4536" fmla="*/ 1061981 h 2525734"/>
              <a:gd name="connsiteX7-4537" fmla="*/ 1930192 w 2505809"/>
              <a:gd name="connsiteY7-4538" fmla="*/ 1061981 h 2525734"/>
              <a:gd name="connsiteX8-4539" fmla="*/ 1904792 w 2505809"/>
              <a:gd name="connsiteY8-4540" fmla="*/ 1087380 h 2525734"/>
              <a:gd name="connsiteX9-4541" fmla="*/ 1904792 w 2505809"/>
              <a:gd name="connsiteY9-4542" fmla="*/ 2500383 h 2525734"/>
              <a:gd name="connsiteX10-4543" fmla="*/ 1879392 w 2505809"/>
              <a:gd name="connsiteY10-4544" fmla="*/ 2525734 h 2525734"/>
              <a:gd name="connsiteX11-4545" fmla="*/ 637332 w 2505809"/>
              <a:gd name="connsiteY11-4546" fmla="*/ 2525734 h 2525734"/>
              <a:gd name="connsiteX12-4547" fmla="*/ 611932 w 2505809"/>
              <a:gd name="connsiteY12-4548" fmla="*/ 2513036 h 2525734"/>
              <a:gd name="connsiteX13-4549" fmla="*/ 611932 w 2505809"/>
              <a:gd name="connsiteY13-4550" fmla="*/ 1074633 h 2525734"/>
              <a:gd name="connsiteX14-4551" fmla="*/ 599232 w 2505809"/>
              <a:gd name="connsiteY14-4552" fmla="*/ 1061983 h 2525734"/>
              <a:gd name="connsiteX15-4553" fmla="*/ 795 w 2505809"/>
              <a:gd name="connsiteY15-4554" fmla="*/ 1061983 h 2525734"/>
              <a:gd name="connsiteX16-4555" fmla="*/ 12185 w 2505809"/>
              <a:gd name="connsiteY16-4556" fmla="*/ 1045174 h 2525734"/>
              <a:gd name="connsiteX0-4557" fmla="*/ 12185 w 2505809"/>
              <a:gd name="connsiteY0-4558" fmla="*/ 1045174 h 2525734"/>
              <a:gd name="connsiteX1-4559" fmla="*/ 19895 w 2505809"/>
              <a:gd name="connsiteY1-4560" fmla="*/ 1016996 h 2525734"/>
              <a:gd name="connsiteX2-4561" fmla="*/ 1242215 w 2505809"/>
              <a:gd name="connsiteY2-4562" fmla="*/ 6073 h 2525734"/>
              <a:gd name="connsiteX3-4563" fmla="*/ 1274549 w 2505809"/>
              <a:gd name="connsiteY3-4564" fmla="*/ 6109 h 2525734"/>
              <a:gd name="connsiteX4-4565" fmla="*/ 2496871 w 2505809"/>
              <a:gd name="connsiteY4-4566" fmla="*/ 1017031 h 2525734"/>
              <a:gd name="connsiteX5-4567" fmla="*/ 2504535 w 2505809"/>
              <a:gd name="connsiteY5-4568" fmla="*/ 1045181 h 2525734"/>
              <a:gd name="connsiteX6-4569" fmla="*/ 2480635 w 2505809"/>
              <a:gd name="connsiteY6-4570" fmla="*/ 1061981 h 2525734"/>
              <a:gd name="connsiteX7-4571" fmla="*/ 1930192 w 2505809"/>
              <a:gd name="connsiteY7-4572" fmla="*/ 1061981 h 2525734"/>
              <a:gd name="connsiteX8-4573" fmla="*/ 1904792 w 2505809"/>
              <a:gd name="connsiteY8-4574" fmla="*/ 1087380 h 2525734"/>
              <a:gd name="connsiteX9-4575" fmla="*/ 1904792 w 2505809"/>
              <a:gd name="connsiteY9-4576" fmla="*/ 2500383 h 2525734"/>
              <a:gd name="connsiteX10-4577" fmla="*/ 1879392 w 2505809"/>
              <a:gd name="connsiteY10-4578" fmla="*/ 2525734 h 2525734"/>
              <a:gd name="connsiteX11-4579" fmla="*/ 637332 w 2505809"/>
              <a:gd name="connsiteY11-4580" fmla="*/ 2525734 h 2525734"/>
              <a:gd name="connsiteX12-4581" fmla="*/ 611932 w 2505809"/>
              <a:gd name="connsiteY12-4582" fmla="*/ 2513036 h 2525734"/>
              <a:gd name="connsiteX13-4583" fmla="*/ 611932 w 2505809"/>
              <a:gd name="connsiteY13-4584" fmla="*/ 1074633 h 2525734"/>
              <a:gd name="connsiteX14-4585" fmla="*/ 599232 w 2505809"/>
              <a:gd name="connsiteY14-4586" fmla="*/ 1061983 h 2525734"/>
              <a:gd name="connsiteX15-4587" fmla="*/ 795 w 2505809"/>
              <a:gd name="connsiteY15-4588" fmla="*/ 1061983 h 2525734"/>
              <a:gd name="connsiteX16-4589" fmla="*/ 12185 w 2505809"/>
              <a:gd name="connsiteY16-4590" fmla="*/ 1045174 h 2525734"/>
              <a:gd name="connsiteX0-4591" fmla="*/ 12185 w 2505809"/>
              <a:gd name="connsiteY0-4592" fmla="*/ 1045174 h 2525734"/>
              <a:gd name="connsiteX1-4593" fmla="*/ 19895 w 2505809"/>
              <a:gd name="connsiteY1-4594" fmla="*/ 1016996 h 2525734"/>
              <a:gd name="connsiteX2-4595" fmla="*/ 1242215 w 2505809"/>
              <a:gd name="connsiteY2-4596" fmla="*/ 6073 h 2525734"/>
              <a:gd name="connsiteX3-4597" fmla="*/ 1274549 w 2505809"/>
              <a:gd name="connsiteY3-4598" fmla="*/ 6109 h 2525734"/>
              <a:gd name="connsiteX4-4599" fmla="*/ 2496871 w 2505809"/>
              <a:gd name="connsiteY4-4600" fmla="*/ 1017031 h 2525734"/>
              <a:gd name="connsiteX5-4601" fmla="*/ 2504535 w 2505809"/>
              <a:gd name="connsiteY5-4602" fmla="*/ 1045181 h 2525734"/>
              <a:gd name="connsiteX6-4603" fmla="*/ 2480635 w 2505809"/>
              <a:gd name="connsiteY6-4604" fmla="*/ 1061981 h 2525734"/>
              <a:gd name="connsiteX7-4605" fmla="*/ 1930192 w 2505809"/>
              <a:gd name="connsiteY7-4606" fmla="*/ 1061981 h 2525734"/>
              <a:gd name="connsiteX8-4607" fmla="*/ 1904792 w 2505809"/>
              <a:gd name="connsiteY8-4608" fmla="*/ 1087380 h 2525734"/>
              <a:gd name="connsiteX9-4609" fmla="*/ 1904792 w 2505809"/>
              <a:gd name="connsiteY9-4610" fmla="*/ 2500383 h 2525734"/>
              <a:gd name="connsiteX10-4611" fmla="*/ 1879392 w 2505809"/>
              <a:gd name="connsiteY10-4612" fmla="*/ 2525734 h 2525734"/>
              <a:gd name="connsiteX11-4613" fmla="*/ 637332 w 2505809"/>
              <a:gd name="connsiteY11-4614" fmla="*/ 2525734 h 2525734"/>
              <a:gd name="connsiteX12-4615" fmla="*/ 611932 w 2505809"/>
              <a:gd name="connsiteY12-4616" fmla="*/ 2500334 h 2525734"/>
              <a:gd name="connsiteX13-4617" fmla="*/ 611932 w 2505809"/>
              <a:gd name="connsiteY13-4618" fmla="*/ 1074633 h 2525734"/>
              <a:gd name="connsiteX14-4619" fmla="*/ 599232 w 2505809"/>
              <a:gd name="connsiteY14-4620" fmla="*/ 1061983 h 2525734"/>
              <a:gd name="connsiteX15-4621" fmla="*/ 795 w 2505809"/>
              <a:gd name="connsiteY15-4622" fmla="*/ 1061983 h 2525734"/>
              <a:gd name="connsiteX16-4623" fmla="*/ 12185 w 2505809"/>
              <a:gd name="connsiteY16-4624" fmla="*/ 1045174 h 2525734"/>
              <a:gd name="connsiteX0-4625" fmla="*/ 12185 w 2505809"/>
              <a:gd name="connsiteY0-4626" fmla="*/ 1045174 h 2525734"/>
              <a:gd name="connsiteX1-4627" fmla="*/ 19895 w 2505809"/>
              <a:gd name="connsiteY1-4628" fmla="*/ 1016996 h 2525734"/>
              <a:gd name="connsiteX2-4629" fmla="*/ 1242215 w 2505809"/>
              <a:gd name="connsiteY2-4630" fmla="*/ 6073 h 2525734"/>
              <a:gd name="connsiteX3-4631" fmla="*/ 1274549 w 2505809"/>
              <a:gd name="connsiteY3-4632" fmla="*/ 6109 h 2525734"/>
              <a:gd name="connsiteX4-4633" fmla="*/ 2496871 w 2505809"/>
              <a:gd name="connsiteY4-4634" fmla="*/ 1017031 h 2525734"/>
              <a:gd name="connsiteX5-4635" fmla="*/ 2504535 w 2505809"/>
              <a:gd name="connsiteY5-4636" fmla="*/ 1045181 h 2525734"/>
              <a:gd name="connsiteX6-4637" fmla="*/ 2480635 w 2505809"/>
              <a:gd name="connsiteY6-4638" fmla="*/ 1061981 h 2525734"/>
              <a:gd name="connsiteX7-4639" fmla="*/ 1930192 w 2505809"/>
              <a:gd name="connsiteY7-4640" fmla="*/ 1061981 h 2525734"/>
              <a:gd name="connsiteX8-4641" fmla="*/ 1904792 w 2505809"/>
              <a:gd name="connsiteY8-4642" fmla="*/ 1087380 h 2525734"/>
              <a:gd name="connsiteX9-4643" fmla="*/ 1904792 w 2505809"/>
              <a:gd name="connsiteY9-4644" fmla="*/ 2500383 h 2525734"/>
              <a:gd name="connsiteX10-4645" fmla="*/ 1879392 w 2505809"/>
              <a:gd name="connsiteY10-4646" fmla="*/ 2525734 h 2525734"/>
              <a:gd name="connsiteX11-4647" fmla="*/ 637332 w 2505809"/>
              <a:gd name="connsiteY11-4648" fmla="*/ 2525734 h 2525734"/>
              <a:gd name="connsiteX12-4649" fmla="*/ 611932 w 2505809"/>
              <a:gd name="connsiteY12-4650" fmla="*/ 2500334 h 2525734"/>
              <a:gd name="connsiteX13-4651" fmla="*/ 611932 w 2505809"/>
              <a:gd name="connsiteY13-4652" fmla="*/ 1074633 h 2525734"/>
              <a:gd name="connsiteX14-4653" fmla="*/ 599232 w 2505809"/>
              <a:gd name="connsiteY14-4654" fmla="*/ 1061983 h 2525734"/>
              <a:gd name="connsiteX15-4655" fmla="*/ 795 w 2505809"/>
              <a:gd name="connsiteY15-4656" fmla="*/ 1061983 h 2525734"/>
              <a:gd name="connsiteX16-4657" fmla="*/ 12185 w 2505809"/>
              <a:gd name="connsiteY16-4658" fmla="*/ 1045174 h 2525734"/>
              <a:gd name="connsiteX0-4659" fmla="*/ 12185 w 2505809"/>
              <a:gd name="connsiteY0-4660" fmla="*/ 1045174 h 2525734"/>
              <a:gd name="connsiteX1-4661" fmla="*/ 19895 w 2505809"/>
              <a:gd name="connsiteY1-4662" fmla="*/ 1016996 h 2525734"/>
              <a:gd name="connsiteX2-4663" fmla="*/ 1242215 w 2505809"/>
              <a:gd name="connsiteY2-4664" fmla="*/ 6073 h 2525734"/>
              <a:gd name="connsiteX3-4665" fmla="*/ 1274549 w 2505809"/>
              <a:gd name="connsiteY3-4666" fmla="*/ 6109 h 2525734"/>
              <a:gd name="connsiteX4-4667" fmla="*/ 2496871 w 2505809"/>
              <a:gd name="connsiteY4-4668" fmla="*/ 1017031 h 2525734"/>
              <a:gd name="connsiteX5-4669" fmla="*/ 2504535 w 2505809"/>
              <a:gd name="connsiteY5-4670" fmla="*/ 1045181 h 2525734"/>
              <a:gd name="connsiteX6-4671" fmla="*/ 2480635 w 2505809"/>
              <a:gd name="connsiteY6-4672" fmla="*/ 1061981 h 2525734"/>
              <a:gd name="connsiteX7-4673" fmla="*/ 1930192 w 2505809"/>
              <a:gd name="connsiteY7-4674" fmla="*/ 1061981 h 2525734"/>
              <a:gd name="connsiteX8-4675" fmla="*/ 1904792 w 2505809"/>
              <a:gd name="connsiteY8-4676" fmla="*/ 1087380 h 2525734"/>
              <a:gd name="connsiteX9-4677" fmla="*/ 1904792 w 2505809"/>
              <a:gd name="connsiteY9-4678" fmla="*/ 2500383 h 2525734"/>
              <a:gd name="connsiteX10-4679" fmla="*/ 1879392 w 2505809"/>
              <a:gd name="connsiteY10-4680" fmla="*/ 2525734 h 2525734"/>
              <a:gd name="connsiteX11-4681" fmla="*/ 637332 w 2505809"/>
              <a:gd name="connsiteY11-4682" fmla="*/ 2525734 h 2525734"/>
              <a:gd name="connsiteX12-4683" fmla="*/ 611932 w 2505809"/>
              <a:gd name="connsiteY12-4684" fmla="*/ 2500334 h 2525734"/>
              <a:gd name="connsiteX13-4685" fmla="*/ 611932 w 2505809"/>
              <a:gd name="connsiteY13-4686" fmla="*/ 1074633 h 2525734"/>
              <a:gd name="connsiteX14-4687" fmla="*/ 599232 w 2505809"/>
              <a:gd name="connsiteY14-4688" fmla="*/ 1061983 h 2525734"/>
              <a:gd name="connsiteX15-4689" fmla="*/ 795 w 2505809"/>
              <a:gd name="connsiteY15-4690" fmla="*/ 1061983 h 2525734"/>
              <a:gd name="connsiteX16-4691" fmla="*/ 12185 w 2505809"/>
              <a:gd name="connsiteY16-4692" fmla="*/ 1045174 h 2525734"/>
              <a:gd name="connsiteX0-4693" fmla="*/ 12185 w 2505809"/>
              <a:gd name="connsiteY0-4694" fmla="*/ 1045174 h 2525734"/>
              <a:gd name="connsiteX1-4695" fmla="*/ 19895 w 2505809"/>
              <a:gd name="connsiteY1-4696" fmla="*/ 1016996 h 2525734"/>
              <a:gd name="connsiteX2-4697" fmla="*/ 1242215 w 2505809"/>
              <a:gd name="connsiteY2-4698" fmla="*/ 6073 h 2525734"/>
              <a:gd name="connsiteX3-4699" fmla="*/ 1274549 w 2505809"/>
              <a:gd name="connsiteY3-4700" fmla="*/ 6109 h 2525734"/>
              <a:gd name="connsiteX4-4701" fmla="*/ 2496871 w 2505809"/>
              <a:gd name="connsiteY4-4702" fmla="*/ 1017031 h 2525734"/>
              <a:gd name="connsiteX5-4703" fmla="*/ 2504535 w 2505809"/>
              <a:gd name="connsiteY5-4704" fmla="*/ 1045181 h 2525734"/>
              <a:gd name="connsiteX6-4705" fmla="*/ 2480635 w 2505809"/>
              <a:gd name="connsiteY6-4706" fmla="*/ 1061981 h 2525734"/>
              <a:gd name="connsiteX7-4707" fmla="*/ 1930192 w 2505809"/>
              <a:gd name="connsiteY7-4708" fmla="*/ 1061981 h 2525734"/>
              <a:gd name="connsiteX8-4709" fmla="*/ 1904792 w 2505809"/>
              <a:gd name="connsiteY8-4710" fmla="*/ 1087380 h 2525734"/>
              <a:gd name="connsiteX9-4711" fmla="*/ 1904792 w 2505809"/>
              <a:gd name="connsiteY9-4712" fmla="*/ 2500383 h 2525734"/>
              <a:gd name="connsiteX10-4713" fmla="*/ 1879392 w 2505809"/>
              <a:gd name="connsiteY10-4714" fmla="*/ 2525734 h 2525734"/>
              <a:gd name="connsiteX11-4715" fmla="*/ 637332 w 2505809"/>
              <a:gd name="connsiteY11-4716" fmla="*/ 2525734 h 2525734"/>
              <a:gd name="connsiteX12-4717" fmla="*/ 611932 w 2505809"/>
              <a:gd name="connsiteY12-4718" fmla="*/ 2500334 h 2525734"/>
              <a:gd name="connsiteX13-4719" fmla="*/ 611932 w 2505809"/>
              <a:gd name="connsiteY13-4720" fmla="*/ 1087331 h 2525734"/>
              <a:gd name="connsiteX14-4721" fmla="*/ 599232 w 2505809"/>
              <a:gd name="connsiteY14-4722" fmla="*/ 1061983 h 2525734"/>
              <a:gd name="connsiteX15-4723" fmla="*/ 795 w 2505809"/>
              <a:gd name="connsiteY15-4724" fmla="*/ 1061983 h 2525734"/>
              <a:gd name="connsiteX16-4725" fmla="*/ 12185 w 2505809"/>
              <a:gd name="connsiteY16-4726" fmla="*/ 1045174 h 2525734"/>
              <a:gd name="connsiteX0-4727" fmla="*/ 12185 w 2505809"/>
              <a:gd name="connsiteY0-4728" fmla="*/ 1045174 h 2525734"/>
              <a:gd name="connsiteX1-4729" fmla="*/ 19895 w 2505809"/>
              <a:gd name="connsiteY1-4730" fmla="*/ 1016996 h 2525734"/>
              <a:gd name="connsiteX2-4731" fmla="*/ 1242215 w 2505809"/>
              <a:gd name="connsiteY2-4732" fmla="*/ 6073 h 2525734"/>
              <a:gd name="connsiteX3-4733" fmla="*/ 1274549 w 2505809"/>
              <a:gd name="connsiteY3-4734" fmla="*/ 6109 h 2525734"/>
              <a:gd name="connsiteX4-4735" fmla="*/ 2496871 w 2505809"/>
              <a:gd name="connsiteY4-4736" fmla="*/ 1017031 h 2525734"/>
              <a:gd name="connsiteX5-4737" fmla="*/ 2504535 w 2505809"/>
              <a:gd name="connsiteY5-4738" fmla="*/ 1045181 h 2525734"/>
              <a:gd name="connsiteX6-4739" fmla="*/ 2480635 w 2505809"/>
              <a:gd name="connsiteY6-4740" fmla="*/ 1061981 h 2525734"/>
              <a:gd name="connsiteX7-4741" fmla="*/ 1930192 w 2505809"/>
              <a:gd name="connsiteY7-4742" fmla="*/ 1061981 h 2525734"/>
              <a:gd name="connsiteX8-4743" fmla="*/ 1904792 w 2505809"/>
              <a:gd name="connsiteY8-4744" fmla="*/ 1087380 h 2525734"/>
              <a:gd name="connsiteX9-4745" fmla="*/ 1904792 w 2505809"/>
              <a:gd name="connsiteY9-4746" fmla="*/ 2500383 h 2525734"/>
              <a:gd name="connsiteX10-4747" fmla="*/ 1879392 w 2505809"/>
              <a:gd name="connsiteY10-4748" fmla="*/ 2525734 h 2525734"/>
              <a:gd name="connsiteX11-4749" fmla="*/ 637332 w 2505809"/>
              <a:gd name="connsiteY11-4750" fmla="*/ 2525734 h 2525734"/>
              <a:gd name="connsiteX12-4751" fmla="*/ 611932 w 2505809"/>
              <a:gd name="connsiteY12-4752" fmla="*/ 2500334 h 2525734"/>
              <a:gd name="connsiteX13-4753" fmla="*/ 611932 w 2505809"/>
              <a:gd name="connsiteY13-4754" fmla="*/ 1087331 h 2525734"/>
              <a:gd name="connsiteX14-4755" fmla="*/ 599232 w 2505809"/>
              <a:gd name="connsiteY14-4756" fmla="*/ 1061983 h 2525734"/>
              <a:gd name="connsiteX15-4757" fmla="*/ 795 w 2505809"/>
              <a:gd name="connsiteY15-4758" fmla="*/ 1061983 h 2525734"/>
              <a:gd name="connsiteX16-4759" fmla="*/ 12185 w 2505809"/>
              <a:gd name="connsiteY16-4760" fmla="*/ 1045174 h 2525734"/>
              <a:gd name="connsiteX0-4761" fmla="*/ 12185 w 2505809"/>
              <a:gd name="connsiteY0-4762" fmla="*/ 1045174 h 2525734"/>
              <a:gd name="connsiteX1-4763" fmla="*/ 19895 w 2505809"/>
              <a:gd name="connsiteY1-4764" fmla="*/ 1016996 h 2525734"/>
              <a:gd name="connsiteX2-4765" fmla="*/ 1242215 w 2505809"/>
              <a:gd name="connsiteY2-4766" fmla="*/ 6073 h 2525734"/>
              <a:gd name="connsiteX3-4767" fmla="*/ 1274549 w 2505809"/>
              <a:gd name="connsiteY3-4768" fmla="*/ 6109 h 2525734"/>
              <a:gd name="connsiteX4-4769" fmla="*/ 2496871 w 2505809"/>
              <a:gd name="connsiteY4-4770" fmla="*/ 1017031 h 2525734"/>
              <a:gd name="connsiteX5-4771" fmla="*/ 2504535 w 2505809"/>
              <a:gd name="connsiteY5-4772" fmla="*/ 1045181 h 2525734"/>
              <a:gd name="connsiteX6-4773" fmla="*/ 2480635 w 2505809"/>
              <a:gd name="connsiteY6-4774" fmla="*/ 1061981 h 2525734"/>
              <a:gd name="connsiteX7-4775" fmla="*/ 1930192 w 2505809"/>
              <a:gd name="connsiteY7-4776" fmla="*/ 1061981 h 2525734"/>
              <a:gd name="connsiteX8-4777" fmla="*/ 1904792 w 2505809"/>
              <a:gd name="connsiteY8-4778" fmla="*/ 1087380 h 2525734"/>
              <a:gd name="connsiteX9-4779" fmla="*/ 1904792 w 2505809"/>
              <a:gd name="connsiteY9-4780" fmla="*/ 2500383 h 2525734"/>
              <a:gd name="connsiteX10-4781" fmla="*/ 1879392 w 2505809"/>
              <a:gd name="connsiteY10-4782" fmla="*/ 2525734 h 2525734"/>
              <a:gd name="connsiteX11-4783" fmla="*/ 637332 w 2505809"/>
              <a:gd name="connsiteY11-4784" fmla="*/ 2525734 h 2525734"/>
              <a:gd name="connsiteX12-4785" fmla="*/ 611932 w 2505809"/>
              <a:gd name="connsiteY12-4786" fmla="*/ 2500334 h 2525734"/>
              <a:gd name="connsiteX13-4787" fmla="*/ 611932 w 2505809"/>
              <a:gd name="connsiteY13-4788" fmla="*/ 1087331 h 2525734"/>
              <a:gd name="connsiteX14-4789" fmla="*/ 599232 w 2505809"/>
              <a:gd name="connsiteY14-4790" fmla="*/ 1061983 h 2525734"/>
              <a:gd name="connsiteX15-4791" fmla="*/ 795 w 2505809"/>
              <a:gd name="connsiteY15-4792" fmla="*/ 1061983 h 2525734"/>
              <a:gd name="connsiteX16-4793" fmla="*/ 12185 w 2505809"/>
              <a:gd name="connsiteY16-4794" fmla="*/ 1045174 h 2525734"/>
              <a:gd name="connsiteX0-4795" fmla="*/ 12185 w 2505809"/>
              <a:gd name="connsiteY0-4796" fmla="*/ 1045174 h 2525734"/>
              <a:gd name="connsiteX1-4797" fmla="*/ 19895 w 2505809"/>
              <a:gd name="connsiteY1-4798" fmla="*/ 1016996 h 2525734"/>
              <a:gd name="connsiteX2-4799" fmla="*/ 1242215 w 2505809"/>
              <a:gd name="connsiteY2-4800" fmla="*/ 6073 h 2525734"/>
              <a:gd name="connsiteX3-4801" fmla="*/ 1274549 w 2505809"/>
              <a:gd name="connsiteY3-4802" fmla="*/ 6109 h 2525734"/>
              <a:gd name="connsiteX4-4803" fmla="*/ 2496871 w 2505809"/>
              <a:gd name="connsiteY4-4804" fmla="*/ 1017031 h 2525734"/>
              <a:gd name="connsiteX5-4805" fmla="*/ 2504535 w 2505809"/>
              <a:gd name="connsiteY5-4806" fmla="*/ 1045181 h 2525734"/>
              <a:gd name="connsiteX6-4807" fmla="*/ 2480635 w 2505809"/>
              <a:gd name="connsiteY6-4808" fmla="*/ 1061981 h 2525734"/>
              <a:gd name="connsiteX7-4809" fmla="*/ 1930192 w 2505809"/>
              <a:gd name="connsiteY7-4810" fmla="*/ 1061981 h 2525734"/>
              <a:gd name="connsiteX8-4811" fmla="*/ 1904792 w 2505809"/>
              <a:gd name="connsiteY8-4812" fmla="*/ 1087380 h 2525734"/>
              <a:gd name="connsiteX9-4813" fmla="*/ 1904792 w 2505809"/>
              <a:gd name="connsiteY9-4814" fmla="*/ 2500383 h 2525734"/>
              <a:gd name="connsiteX10-4815" fmla="*/ 1879392 w 2505809"/>
              <a:gd name="connsiteY10-4816" fmla="*/ 2525734 h 2525734"/>
              <a:gd name="connsiteX11-4817" fmla="*/ 637332 w 2505809"/>
              <a:gd name="connsiteY11-4818" fmla="*/ 2525734 h 2525734"/>
              <a:gd name="connsiteX12-4819" fmla="*/ 611932 w 2505809"/>
              <a:gd name="connsiteY12-4820" fmla="*/ 2500334 h 2525734"/>
              <a:gd name="connsiteX13-4821" fmla="*/ 611932 w 2505809"/>
              <a:gd name="connsiteY13-4822" fmla="*/ 1087331 h 2525734"/>
              <a:gd name="connsiteX14-4823" fmla="*/ 586533 w 2505809"/>
              <a:gd name="connsiteY14-4824" fmla="*/ 1061981 h 2525734"/>
              <a:gd name="connsiteX15-4825" fmla="*/ 795 w 2505809"/>
              <a:gd name="connsiteY15-4826" fmla="*/ 1061983 h 2525734"/>
              <a:gd name="connsiteX16-4827" fmla="*/ 12185 w 2505809"/>
              <a:gd name="connsiteY16-4828" fmla="*/ 1045174 h 2525734"/>
              <a:gd name="connsiteX0-4829" fmla="*/ 12185 w 2505809"/>
              <a:gd name="connsiteY0-4830" fmla="*/ 1045174 h 2525734"/>
              <a:gd name="connsiteX1-4831" fmla="*/ 19895 w 2505809"/>
              <a:gd name="connsiteY1-4832" fmla="*/ 1016996 h 2525734"/>
              <a:gd name="connsiteX2-4833" fmla="*/ 1242215 w 2505809"/>
              <a:gd name="connsiteY2-4834" fmla="*/ 6073 h 2525734"/>
              <a:gd name="connsiteX3-4835" fmla="*/ 1274549 w 2505809"/>
              <a:gd name="connsiteY3-4836" fmla="*/ 6109 h 2525734"/>
              <a:gd name="connsiteX4-4837" fmla="*/ 2496871 w 2505809"/>
              <a:gd name="connsiteY4-4838" fmla="*/ 1017031 h 2525734"/>
              <a:gd name="connsiteX5-4839" fmla="*/ 2504535 w 2505809"/>
              <a:gd name="connsiteY5-4840" fmla="*/ 1045181 h 2525734"/>
              <a:gd name="connsiteX6-4841" fmla="*/ 2480635 w 2505809"/>
              <a:gd name="connsiteY6-4842" fmla="*/ 1061981 h 2525734"/>
              <a:gd name="connsiteX7-4843" fmla="*/ 1930192 w 2505809"/>
              <a:gd name="connsiteY7-4844" fmla="*/ 1061981 h 2525734"/>
              <a:gd name="connsiteX8-4845" fmla="*/ 1904792 w 2505809"/>
              <a:gd name="connsiteY8-4846" fmla="*/ 1087380 h 2525734"/>
              <a:gd name="connsiteX9-4847" fmla="*/ 1904792 w 2505809"/>
              <a:gd name="connsiteY9-4848" fmla="*/ 2500383 h 2525734"/>
              <a:gd name="connsiteX10-4849" fmla="*/ 1879392 w 2505809"/>
              <a:gd name="connsiteY10-4850" fmla="*/ 2525734 h 2525734"/>
              <a:gd name="connsiteX11-4851" fmla="*/ 637332 w 2505809"/>
              <a:gd name="connsiteY11-4852" fmla="*/ 2525734 h 2525734"/>
              <a:gd name="connsiteX12-4853" fmla="*/ 611932 w 2505809"/>
              <a:gd name="connsiteY12-4854" fmla="*/ 2500334 h 2525734"/>
              <a:gd name="connsiteX13-4855" fmla="*/ 611932 w 2505809"/>
              <a:gd name="connsiteY13-4856" fmla="*/ 1087331 h 2525734"/>
              <a:gd name="connsiteX14-4857" fmla="*/ 586533 w 2505809"/>
              <a:gd name="connsiteY14-4858" fmla="*/ 1061981 h 2525734"/>
              <a:gd name="connsiteX15-4859" fmla="*/ 795 w 2505809"/>
              <a:gd name="connsiteY15-4860" fmla="*/ 1061983 h 2525734"/>
              <a:gd name="connsiteX16-4861" fmla="*/ 12185 w 2505809"/>
              <a:gd name="connsiteY16-4862" fmla="*/ 1045174 h 2525734"/>
              <a:gd name="connsiteX0-4863" fmla="*/ 12185 w 2505809"/>
              <a:gd name="connsiteY0-4864" fmla="*/ 1045174 h 2525734"/>
              <a:gd name="connsiteX1-4865" fmla="*/ 19895 w 2505809"/>
              <a:gd name="connsiteY1-4866" fmla="*/ 1016996 h 2525734"/>
              <a:gd name="connsiteX2-4867" fmla="*/ 1242215 w 2505809"/>
              <a:gd name="connsiteY2-4868" fmla="*/ 6073 h 2525734"/>
              <a:gd name="connsiteX3-4869" fmla="*/ 1274549 w 2505809"/>
              <a:gd name="connsiteY3-4870" fmla="*/ 6109 h 2525734"/>
              <a:gd name="connsiteX4-4871" fmla="*/ 2496871 w 2505809"/>
              <a:gd name="connsiteY4-4872" fmla="*/ 1017031 h 2525734"/>
              <a:gd name="connsiteX5-4873" fmla="*/ 2504535 w 2505809"/>
              <a:gd name="connsiteY5-4874" fmla="*/ 1045181 h 2525734"/>
              <a:gd name="connsiteX6-4875" fmla="*/ 2480635 w 2505809"/>
              <a:gd name="connsiteY6-4876" fmla="*/ 1061981 h 2525734"/>
              <a:gd name="connsiteX7-4877" fmla="*/ 1930192 w 2505809"/>
              <a:gd name="connsiteY7-4878" fmla="*/ 1061981 h 2525734"/>
              <a:gd name="connsiteX8-4879" fmla="*/ 1904792 w 2505809"/>
              <a:gd name="connsiteY8-4880" fmla="*/ 1087380 h 2525734"/>
              <a:gd name="connsiteX9-4881" fmla="*/ 1904792 w 2505809"/>
              <a:gd name="connsiteY9-4882" fmla="*/ 2500383 h 2525734"/>
              <a:gd name="connsiteX10-4883" fmla="*/ 1879392 w 2505809"/>
              <a:gd name="connsiteY10-4884" fmla="*/ 2525734 h 2525734"/>
              <a:gd name="connsiteX11-4885" fmla="*/ 637332 w 2505809"/>
              <a:gd name="connsiteY11-4886" fmla="*/ 2525734 h 2525734"/>
              <a:gd name="connsiteX12-4887" fmla="*/ 611932 w 2505809"/>
              <a:gd name="connsiteY12-4888" fmla="*/ 2500334 h 2525734"/>
              <a:gd name="connsiteX13-4889" fmla="*/ 611932 w 2505809"/>
              <a:gd name="connsiteY13-4890" fmla="*/ 1087331 h 2525734"/>
              <a:gd name="connsiteX14-4891" fmla="*/ 586533 w 2505809"/>
              <a:gd name="connsiteY14-4892" fmla="*/ 1061981 h 2525734"/>
              <a:gd name="connsiteX15-4893" fmla="*/ 795 w 2505809"/>
              <a:gd name="connsiteY15-4894" fmla="*/ 1061983 h 2525734"/>
              <a:gd name="connsiteX16-4895" fmla="*/ 12185 w 2505809"/>
              <a:gd name="connsiteY16-4896" fmla="*/ 1045174 h 2525734"/>
              <a:gd name="connsiteX0-4897" fmla="*/ 1927 w 2495551"/>
              <a:gd name="connsiteY0-4898" fmla="*/ 1045174 h 2525734"/>
              <a:gd name="connsiteX1-4899" fmla="*/ 9637 w 2495551"/>
              <a:gd name="connsiteY1-4900" fmla="*/ 1016996 h 2525734"/>
              <a:gd name="connsiteX2-4901" fmla="*/ 1231957 w 2495551"/>
              <a:gd name="connsiteY2-4902" fmla="*/ 6073 h 2525734"/>
              <a:gd name="connsiteX3-4903" fmla="*/ 1264291 w 2495551"/>
              <a:gd name="connsiteY3-4904" fmla="*/ 6109 h 2525734"/>
              <a:gd name="connsiteX4-4905" fmla="*/ 2486613 w 2495551"/>
              <a:gd name="connsiteY4-4906" fmla="*/ 1017031 h 2525734"/>
              <a:gd name="connsiteX5-4907" fmla="*/ 2494277 w 2495551"/>
              <a:gd name="connsiteY5-4908" fmla="*/ 1045181 h 2525734"/>
              <a:gd name="connsiteX6-4909" fmla="*/ 2470377 w 2495551"/>
              <a:gd name="connsiteY6-4910" fmla="*/ 1061981 h 2525734"/>
              <a:gd name="connsiteX7-4911" fmla="*/ 1919934 w 2495551"/>
              <a:gd name="connsiteY7-4912" fmla="*/ 1061981 h 2525734"/>
              <a:gd name="connsiteX8-4913" fmla="*/ 1894534 w 2495551"/>
              <a:gd name="connsiteY8-4914" fmla="*/ 1087380 h 2525734"/>
              <a:gd name="connsiteX9-4915" fmla="*/ 1894534 w 2495551"/>
              <a:gd name="connsiteY9-4916" fmla="*/ 2500383 h 2525734"/>
              <a:gd name="connsiteX10-4917" fmla="*/ 1869134 w 2495551"/>
              <a:gd name="connsiteY10-4918" fmla="*/ 2525734 h 2525734"/>
              <a:gd name="connsiteX11-4919" fmla="*/ 627074 w 2495551"/>
              <a:gd name="connsiteY11-4920" fmla="*/ 2525734 h 2525734"/>
              <a:gd name="connsiteX12-4921" fmla="*/ 601674 w 2495551"/>
              <a:gd name="connsiteY12-4922" fmla="*/ 2500334 h 2525734"/>
              <a:gd name="connsiteX13-4923" fmla="*/ 601674 w 2495551"/>
              <a:gd name="connsiteY13-4924" fmla="*/ 1087331 h 2525734"/>
              <a:gd name="connsiteX14-4925" fmla="*/ 576275 w 2495551"/>
              <a:gd name="connsiteY14-4926" fmla="*/ 1061981 h 2525734"/>
              <a:gd name="connsiteX15-4927" fmla="*/ 25831 w 2495551"/>
              <a:gd name="connsiteY15-4928" fmla="*/ 1061981 h 2525734"/>
              <a:gd name="connsiteX16-4929" fmla="*/ 1927 w 2495551"/>
              <a:gd name="connsiteY16-4930" fmla="*/ 1045174 h 2525734"/>
              <a:gd name="connsiteX0-4931" fmla="*/ 1269 w 2494893"/>
              <a:gd name="connsiteY0-4932" fmla="*/ 1045174 h 2525734"/>
              <a:gd name="connsiteX1-4933" fmla="*/ 8979 w 2494893"/>
              <a:gd name="connsiteY1-4934" fmla="*/ 1016996 h 2525734"/>
              <a:gd name="connsiteX2-4935" fmla="*/ 1231299 w 2494893"/>
              <a:gd name="connsiteY2-4936" fmla="*/ 6073 h 2525734"/>
              <a:gd name="connsiteX3-4937" fmla="*/ 1263633 w 2494893"/>
              <a:gd name="connsiteY3-4938" fmla="*/ 6109 h 2525734"/>
              <a:gd name="connsiteX4-4939" fmla="*/ 2485955 w 2494893"/>
              <a:gd name="connsiteY4-4940" fmla="*/ 1017031 h 2525734"/>
              <a:gd name="connsiteX5-4941" fmla="*/ 2493619 w 2494893"/>
              <a:gd name="connsiteY5-4942" fmla="*/ 1045181 h 2525734"/>
              <a:gd name="connsiteX6-4943" fmla="*/ 2469719 w 2494893"/>
              <a:gd name="connsiteY6-4944" fmla="*/ 1061981 h 2525734"/>
              <a:gd name="connsiteX7-4945" fmla="*/ 1919276 w 2494893"/>
              <a:gd name="connsiteY7-4946" fmla="*/ 1061981 h 2525734"/>
              <a:gd name="connsiteX8-4947" fmla="*/ 1893876 w 2494893"/>
              <a:gd name="connsiteY8-4948" fmla="*/ 1087380 h 2525734"/>
              <a:gd name="connsiteX9-4949" fmla="*/ 1893876 w 2494893"/>
              <a:gd name="connsiteY9-4950" fmla="*/ 2500383 h 2525734"/>
              <a:gd name="connsiteX10-4951" fmla="*/ 1868476 w 2494893"/>
              <a:gd name="connsiteY10-4952" fmla="*/ 2525734 h 2525734"/>
              <a:gd name="connsiteX11-4953" fmla="*/ 626416 w 2494893"/>
              <a:gd name="connsiteY11-4954" fmla="*/ 2525734 h 2525734"/>
              <a:gd name="connsiteX12-4955" fmla="*/ 601016 w 2494893"/>
              <a:gd name="connsiteY12-4956" fmla="*/ 2500334 h 2525734"/>
              <a:gd name="connsiteX13-4957" fmla="*/ 601016 w 2494893"/>
              <a:gd name="connsiteY13-4958" fmla="*/ 1087331 h 2525734"/>
              <a:gd name="connsiteX14-4959" fmla="*/ 575617 w 2494893"/>
              <a:gd name="connsiteY14-4960" fmla="*/ 1061981 h 2525734"/>
              <a:gd name="connsiteX15-4961" fmla="*/ 25173 w 2494893"/>
              <a:gd name="connsiteY15-4962" fmla="*/ 1061981 h 2525734"/>
              <a:gd name="connsiteX16-4963" fmla="*/ 1269 w 2494893"/>
              <a:gd name="connsiteY16-4964" fmla="*/ 1045174 h 2525734"/>
              <a:gd name="connsiteX0-4965" fmla="*/ 1269 w 2494893"/>
              <a:gd name="connsiteY0-4966" fmla="*/ 1045174 h 2525734"/>
              <a:gd name="connsiteX1-4967" fmla="*/ 8979 w 2494893"/>
              <a:gd name="connsiteY1-4968" fmla="*/ 1016996 h 2525734"/>
              <a:gd name="connsiteX2-4969" fmla="*/ 1231299 w 2494893"/>
              <a:gd name="connsiteY2-4970" fmla="*/ 6073 h 2525734"/>
              <a:gd name="connsiteX3-4971" fmla="*/ 1263633 w 2494893"/>
              <a:gd name="connsiteY3-4972" fmla="*/ 6109 h 2525734"/>
              <a:gd name="connsiteX4-4973" fmla="*/ 2485955 w 2494893"/>
              <a:gd name="connsiteY4-4974" fmla="*/ 1017031 h 2525734"/>
              <a:gd name="connsiteX5-4975" fmla="*/ 2493619 w 2494893"/>
              <a:gd name="connsiteY5-4976" fmla="*/ 1045181 h 2525734"/>
              <a:gd name="connsiteX6-4977" fmla="*/ 2469719 w 2494893"/>
              <a:gd name="connsiteY6-4978" fmla="*/ 1061981 h 2525734"/>
              <a:gd name="connsiteX7-4979" fmla="*/ 1919276 w 2494893"/>
              <a:gd name="connsiteY7-4980" fmla="*/ 1061981 h 2525734"/>
              <a:gd name="connsiteX8-4981" fmla="*/ 1893876 w 2494893"/>
              <a:gd name="connsiteY8-4982" fmla="*/ 1087380 h 2525734"/>
              <a:gd name="connsiteX9-4983" fmla="*/ 1893876 w 2494893"/>
              <a:gd name="connsiteY9-4984" fmla="*/ 2500383 h 2525734"/>
              <a:gd name="connsiteX10-4985" fmla="*/ 1868476 w 2494893"/>
              <a:gd name="connsiteY10-4986" fmla="*/ 2525734 h 2525734"/>
              <a:gd name="connsiteX11-4987" fmla="*/ 626416 w 2494893"/>
              <a:gd name="connsiteY11-4988" fmla="*/ 2525734 h 2525734"/>
              <a:gd name="connsiteX12-4989" fmla="*/ 601016 w 2494893"/>
              <a:gd name="connsiteY12-4990" fmla="*/ 2500334 h 2525734"/>
              <a:gd name="connsiteX13-4991" fmla="*/ 601016 w 2494893"/>
              <a:gd name="connsiteY13-4992" fmla="*/ 1087331 h 2525734"/>
              <a:gd name="connsiteX14-4993" fmla="*/ 575617 w 2494893"/>
              <a:gd name="connsiteY14-4994" fmla="*/ 1061981 h 2525734"/>
              <a:gd name="connsiteX15-4995" fmla="*/ 25173 w 2494893"/>
              <a:gd name="connsiteY15-4996" fmla="*/ 1061981 h 2525734"/>
              <a:gd name="connsiteX16-4997" fmla="*/ 1269 w 2494893"/>
              <a:gd name="connsiteY16-4998" fmla="*/ 1045174 h 2525734"/>
              <a:gd name="connsiteX0-4999" fmla="*/ 1269 w 2494893"/>
              <a:gd name="connsiteY0-5000" fmla="*/ 1045174 h 2525734"/>
              <a:gd name="connsiteX1-5001" fmla="*/ 8979 w 2494893"/>
              <a:gd name="connsiteY1-5002" fmla="*/ 1016996 h 2525734"/>
              <a:gd name="connsiteX2-5003" fmla="*/ 1231299 w 2494893"/>
              <a:gd name="connsiteY2-5004" fmla="*/ 6073 h 2525734"/>
              <a:gd name="connsiteX3-5005" fmla="*/ 1263633 w 2494893"/>
              <a:gd name="connsiteY3-5006" fmla="*/ 6109 h 2525734"/>
              <a:gd name="connsiteX4-5007" fmla="*/ 2485955 w 2494893"/>
              <a:gd name="connsiteY4-5008" fmla="*/ 1017031 h 2525734"/>
              <a:gd name="connsiteX5-5009" fmla="*/ 2493619 w 2494893"/>
              <a:gd name="connsiteY5-5010" fmla="*/ 1045181 h 2525734"/>
              <a:gd name="connsiteX6-5011" fmla="*/ 2469719 w 2494893"/>
              <a:gd name="connsiteY6-5012" fmla="*/ 1061981 h 2525734"/>
              <a:gd name="connsiteX7-5013" fmla="*/ 1919276 w 2494893"/>
              <a:gd name="connsiteY7-5014" fmla="*/ 1061981 h 2525734"/>
              <a:gd name="connsiteX8-5015" fmla="*/ 1893876 w 2494893"/>
              <a:gd name="connsiteY8-5016" fmla="*/ 1087380 h 2525734"/>
              <a:gd name="connsiteX9-5017" fmla="*/ 1893876 w 2494893"/>
              <a:gd name="connsiteY9-5018" fmla="*/ 2500383 h 2525734"/>
              <a:gd name="connsiteX10-5019" fmla="*/ 1868476 w 2494893"/>
              <a:gd name="connsiteY10-5020" fmla="*/ 2525734 h 2525734"/>
              <a:gd name="connsiteX11-5021" fmla="*/ 626416 w 2494893"/>
              <a:gd name="connsiteY11-5022" fmla="*/ 2525734 h 2525734"/>
              <a:gd name="connsiteX12-5023" fmla="*/ 601016 w 2494893"/>
              <a:gd name="connsiteY12-5024" fmla="*/ 2500334 h 2525734"/>
              <a:gd name="connsiteX13-5025" fmla="*/ 601016 w 2494893"/>
              <a:gd name="connsiteY13-5026" fmla="*/ 1087331 h 2525734"/>
              <a:gd name="connsiteX14-5027" fmla="*/ 575617 w 2494893"/>
              <a:gd name="connsiteY14-5028" fmla="*/ 1061981 h 2525734"/>
              <a:gd name="connsiteX15-5029" fmla="*/ 25173 w 2494893"/>
              <a:gd name="connsiteY15-5030" fmla="*/ 1061981 h 2525734"/>
              <a:gd name="connsiteX16-5031" fmla="*/ 24612 w 2494893"/>
              <a:gd name="connsiteY16-5032" fmla="*/ 1036768 h 2525734"/>
              <a:gd name="connsiteX0-5033" fmla="*/ 21088 w 2491369"/>
              <a:gd name="connsiteY0-5034" fmla="*/ 1036768 h 2525734"/>
              <a:gd name="connsiteX1-5035" fmla="*/ 5455 w 2491369"/>
              <a:gd name="connsiteY1-5036" fmla="*/ 1016996 h 2525734"/>
              <a:gd name="connsiteX2-5037" fmla="*/ 1227775 w 2491369"/>
              <a:gd name="connsiteY2-5038" fmla="*/ 6073 h 2525734"/>
              <a:gd name="connsiteX3-5039" fmla="*/ 1260109 w 2491369"/>
              <a:gd name="connsiteY3-5040" fmla="*/ 6109 h 2525734"/>
              <a:gd name="connsiteX4-5041" fmla="*/ 2482431 w 2491369"/>
              <a:gd name="connsiteY4-5042" fmla="*/ 1017031 h 2525734"/>
              <a:gd name="connsiteX5-5043" fmla="*/ 2490095 w 2491369"/>
              <a:gd name="connsiteY5-5044" fmla="*/ 1045181 h 2525734"/>
              <a:gd name="connsiteX6-5045" fmla="*/ 2466195 w 2491369"/>
              <a:gd name="connsiteY6-5046" fmla="*/ 1061981 h 2525734"/>
              <a:gd name="connsiteX7-5047" fmla="*/ 1915752 w 2491369"/>
              <a:gd name="connsiteY7-5048" fmla="*/ 1061981 h 2525734"/>
              <a:gd name="connsiteX8-5049" fmla="*/ 1890352 w 2491369"/>
              <a:gd name="connsiteY8-5050" fmla="*/ 1087380 h 2525734"/>
              <a:gd name="connsiteX9-5051" fmla="*/ 1890352 w 2491369"/>
              <a:gd name="connsiteY9-5052" fmla="*/ 2500383 h 2525734"/>
              <a:gd name="connsiteX10-5053" fmla="*/ 1864952 w 2491369"/>
              <a:gd name="connsiteY10-5054" fmla="*/ 2525734 h 2525734"/>
              <a:gd name="connsiteX11-5055" fmla="*/ 622892 w 2491369"/>
              <a:gd name="connsiteY11-5056" fmla="*/ 2525734 h 2525734"/>
              <a:gd name="connsiteX12-5057" fmla="*/ 597492 w 2491369"/>
              <a:gd name="connsiteY12-5058" fmla="*/ 2500334 h 2525734"/>
              <a:gd name="connsiteX13-5059" fmla="*/ 597492 w 2491369"/>
              <a:gd name="connsiteY13-5060" fmla="*/ 1087331 h 2525734"/>
              <a:gd name="connsiteX14-5061" fmla="*/ 572093 w 2491369"/>
              <a:gd name="connsiteY14-5062" fmla="*/ 1061981 h 2525734"/>
              <a:gd name="connsiteX15-5063" fmla="*/ 21649 w 2491369"/>
              <a:gd name="connsiteY15-5064" fmla="*/ 1061981 h 2525734"/>
              <a:gd name="connsiteX16-5065" fmla="*/ 21088 w 2491369"/>
              <a:gd name="connsiteY16-5066" fmla="*/ 1036768 h 2525734"/>
              <a:gd name="connsiteX0-5067" fmla="*/ 17454 w 2487735"/>
              <a:gd name="connsiteY0-5068" fmla="*/ 1036768 h 2525734"/>
              <a:gd name="connsiteX1-5069" fmla="*/ 1821 w 2487735"/>
              <a:gd name="connsiteY1-5070" fmla="*/ 1016996 h 2525734"/>
              <a:gd name="connsiteX2-5071" fmla="*/ 1224141 w 2487735"/>
              <a:gd name="connsiteY2-5072" fmla="*/ 6073 h 2525734"/>
              <a:gd name="connsiteX3-5073" fmla="*/ 1256475 w 2487735"/>
              <a:gd name="connsiteY3-5074" fmla="*/ 6109 h 2525734"/>
              <a:gd name="connsiteX4-5075" fmla="*/ 2478797 w 2487735"/>
              <a:gd name="connsiteY4-5076" fmla="*/ 1017031 h 2525734"/>
              <a:gd name="connsiteX5-5077" fmla="*/ 2486461 w 2487735"/>
              <a:gd name="connsiteY5-5078" fmla="*/ 1045181 h 2525734"/>
              <a:gd name="connsiteX6-5079" fmla="*/ 2462561 w 2487735"/>
              <a:gd name="connsiteY6-5080" fmla="*/ 1061981 h 2525734"/>
              <a:gd name="connsiteX7-5081" fmla="*/ 1912118 w 2487735"/>
              <a:gd name="connsiteY7-5082" fmla="*/ 1061981 h 2525734"/>
              <a:gd name="connsiteX8-5083" fmla="*/ 1886718 w 2487735"/>
              <a:gd name="connsiteY8-5084" fmla="*/ 1087380 h 2525734"/>
              <a:gd name="connsiteX9-5085" fmla="*/ 1886718 w 2487735"/>
              <a:gd name="connsiteY9-5086" fmla="*/ 2500383 h 2525734"/>
              <a:gd name="connsiteX10-5087" fmla="*/ 1861318 w 2487735"/>
              <a:gd name="connsiteY10-5088" fmla="*/ 2525734 h 2525734"/>
              <a:gd name="connsiteX11-5089" fmla="*/ 619258 w 2487735"/>
              <a:gd name="connsiteY11-5090" fmla="*/ 2525734 h 2525734"/>
              <a:gd name="connsiteX12-5091" fmla="*/ 593858 w 2487735"/>
              <a:gd name="connsiteY12-5092" fmla="*/ 2500334 h 2525734"/>
              <a:gd name="connsiteX13-5093" fmla="*/ 593858 w 2487735"/>
              <a:gd name="connsiteY13-5094" fmla="*/ 1087331 h 2525734"/>
              <a:gd name="connsiteX14-5095" fmla="*/ 568459 w 2487735"/>
              <a:gd name="connsiteY14-5096" fmla="*/ 1061981 h 2525734"/>
              <a:gd name="connsiteX15-5097" fmla="*/ 18015 w 2487735"/>
              <a:gd name="connsiteY15-5098" fmla="*/ 1061981 h 2525734"/>
              <a:gd name="connsiteX16-5099" fmla="*/ 17454 w 2487735"/>
              <a:gd name="connsiteY16-5100" fmla="*/ 1036768 h 2525734"/>
              <a:gd name="connsiteX0-5101" fmla="*/ 15634 w 2485915"/>
              <a:gd name="connsiteY0-5102" fmla="*/ 1036768 h 2525734"/>
              <a:gd name="connsiteX1-5103" fmla="*/ 1 w 2485915"/>
              <a:gd name="connsiteY1-5104" fmla="*/ 1016996 h 2525734"/>
              <a:gd name="connsiteX2-5105" fmla="*/ 1222321 w 2485915"/>
              <a:gd name="connsiteY2-5106" fmla="*/ 6073 h 2525734"/>
              <a:gd name="connsiteX3-5107" fmla="*/ 1254655 w 2485915"/>
              <a:gd name="connsiteY3-5108" fmla="*/ 6109 h 2525734"/>
              <a:gd name="connsiteX4-5109" fmla="*/ 2476977 w 2485915"/>
              <a:gd name="connsiteY4-5110" fmla="*/ 1017031 h 2525734"/>
              <a:gd name="connsiteX5-5111" fmla="*/ 2484641 w 2485915"/>
              <a:gd name="connsiteY5-5112" fmla="*/ 1045181 h 2525734"/>
              <a:gd name="connsiteX6-5113" fmla="*/ 2460741 w 2485915"/>
              <a:gd name="connsiteY6-5114" fmla="*/ 1061981 h 2525734"/>
              <a:gd name="connsiteX7-5115" fmla="*/ 1910298 w 2485915"/>
              <a:gd name="connsiteY7-5116" fmla="*/ 1061981 h 2525734"/>
              <a:gd name="connsiteX8-5117" fmla="*/ 1884898 w 2485915"/>
              <a:gd name="connsiteY8-5118" fmla="*/ 1087380 h 2525734"/>
              <a:gd name="connsiteX9-5119" fmla="*/ 1884898 w 2485915"/>
              <a:gd name="connsiteY9-5120" fmla="*/ 2500383 h 2525734"/>
              <a:gd name="connsiteX10-5121" fmla="*/ 1859498 w 2485915"/>
              <a:gd name="connsiteY10-5122" fmla="*/ 2525734 h 2525734"/>
              <a:gd name="connsiteX11-5123" fmla="*/ 617438 w 2485915"/>
              <a:gd name="connsiteY11-5124" fmla="*/ 2525734 h 2525734"/>
              <a:gd name="connsiteX12-5125" fmla="*/ 592038 w 2485915"/>
              <a:gd name="connsiteY12-5126" fmla="*/ 2500334 h 2525734"/>
              <a:gd name="connsiteX13-5127" fmla="*/ 592038 w 2485915"/>
              <a:gd name="connsiteY13-5128" fmla="*/ 1087331 h 2525734"/>
              <a:gd name="connsiteX14-5129" fmla="*/ 566639 w 2485915"/>
              <a:gd name="connsiteY14-5130" fmla="*/ 1061981 h 2525734"/>
              <a:gd name="connsiteX15-5131" fmla="*/ 16195 w 2485915"/>
              <a:gd name="connsiteY15-5132" fmla="*/ 1061981 h 2525734"/>
              <a:gd name="connsiteX16-5133" fmla="*/ 15634 w 2485915"/>
              <a:gd name="connsiteY16-5134" fmla="*/ 1036768 h 2525734"/>
              <a:gd name="connsiteX0-5135" fmla="*/ 2988 w 2473269"/>
              <a:gd name="connsiteY0-5136" fmla="*/ 1036768 h 2525734"/>
              <a:gd name="connsiteX1-5137" fmla="*/ 14553 w 2473269"/>
              <a:gd name="connsiteY1-5138" fmla="*/ 994501 h 2525734"/>
              <a:gd name="connsiteX2-5139" fmla="*/ 1209675 w 2473269"/>
              <a:gd name="connsiteY2-5140" fmla="*/ 6073 h 2525734"/>
              <a:gd name="connsiteX3-5141" fmla="*/ 1242009 w 2473269"/>
              <a:gd name="connsiteY3-5142" fmla="*/ 6109 h 2525734"/>
              <a:gd name="connsiteX4-5143" fmla="*/ 2464331 w 2473269"/>
              <a:gd name="connsiteY4-5144" fmla="*/ 1017031 h 2525734"/>
              <a:gd name="connsiteX5-5145" fmla="*/ 2471995 w 2473269"/>
              <a:gd name="connsiteY5-5146" fmla="*/ 1045181 h 2525734"/>
              <a:gd name="connsiteX6-5147" fmla="*/ 2448095 w 2473269"/>
              <a:gd name="connsiteY6-5148" fmla="*/ 1061981 h 2525734"/>
              <a:gd name="connsiteX7-5149" fmla="*/ 1897652 w 2473269"/>
              <a:gd name="connsiteY7-5150" fmla="*/ 1061981 h 2525734"/>
              <a:gd name="connsiteX8-5151" fmla="*/ 1872252 w 2473269"/>
              <a:gd name="connsiteY8-5152" fmla="*/ 1087380 h 2525734"/>
              <a:gd name="connsiteX9-5153" fmla="*/ 1872252 w 2473269"/>
              <a:gd name="connsiteY9-5154" fmla="*/ 2500383 h 2525734"/>
              <a:gd name="connsiteX10-5155" fmla="*/ 1846852 w 2473269"/>
              <a:gd name="connsiteY10-5156" fmla="*/ 2525734 h 2525734"/>
              <a:gd name="connsiteX11-5157" fmla="*/ 604792 w 2473269"/>
              <a:gd name="connsiteY11-5158" fmla="*/ 2525734 h 2525734"/>
              <a:gd name="connsiteX12-5159" fmla="*/ 579392 w 2473269"/>
              <a:gd name="connsiteY12-5160" fmla="*/ 2500334 h 2525734"/>
              <a:gd name="connsiteX13-5161" fmla="*/ 579392 w 2473269"/>
              <a:gd name="connsiteY13-5162" fmla="*/ 1087331 h 2525734"/>
              <a:gd name="connsiteX14-5163" fmla="*/ 553993 w 2473269"/>
              <a:gd name="connsiteY14-5164" fmla="*/ 1061981 h 2525734"/>
              <a:gd name="connsiteX15-5165" fmla="*/ 3549 w 2473269"/>
              <a:gd name="connsiteY15-5166" fmla="*/ 1061981 h 2525734"/>
              <a:gd name="connsiteX16-5167" fmla="*/ 2988 w 2473269"/>
              <a:gd name="connsiteY16-5168" fmla="*/ 1036768 h 2525734"/>
              <a:gd name="connsiteX0-5169" fmla="*/ 2988 w 2473269"/>
              <a:gd name="connsiteY0-5170" fmla="*/ 1036768 h 2525734"/>
              <a:gd name="connsiteX1-5171" fmla="*/ 14553 w 2473269"/>
              <a:gd name="connsiteY1-5172" fmla="*/ 994501 h 2525734"/>
              <a:gd name="connsiteX2-5173" fmla="*/ 1209675 w 2473269"/>
              <a:gd name="connsiteY2-5174" fmla="*/ 6073 h 2525734"/>
              <a:gd name="connsiteX3-5175" fmla="*/ 1242009 w 2473269"/>
              <a:gd name="connsiteY3-5176" fmla="*/ 6109 h 2525734"/>
              <a:gd name="connsiteX4-5177" fmla="*/ 2464331 w 2473269"/>
              <a:gd name="connsiteY4-5178" fmla="*/ 1017031 h 2525734"/>
              <a:gd name="connsiteX5-5179" fmla="*/ 2471995 w 2473269"/>
              <a:gd name="connsiteY5-5180" fmla="*/ 1045181 h 2525734"/>
              <a:gd name="connsiteX6-5181" fmla="*/ 2448095 w 2473269"/>
              <a:gd name="connsiteY6-5182" fmla="*/ 1061981 h 2525734"/>
              <a:gd name="connsiteX7-5183" fmla="*/ 1897652 w 2473269"/>
              <a:gd name="connsiteY7-5184" fmla="*/ 1061981 h 2525734"/>
              <a:gd name="connsiteX8-5185" fmla="*/ 1872252 w 2473269"/>
              <a:gd name="connsiteY8-5186" fmla="*/ 1087380 h 2525734"/>
              <a:gd name="connsiteX9-5187" fmla="*/ 1872252 w 2473269"/>
              <a:gd name="connsiteY9-5188" fmla="*/ 2500383 h 2525734"/>
              <a:gd name="connsiteX10-5189" fmla="*/ 1846852 w 2473269"/>
              <a:gd name="connsiteY10-5190" fmla="*/ 2525734 h 2525734"/>
              <a:gd name="connsiteX11-5191" fmla="*/ 604792 w 2473269"/>
              <a:gd name="connsiteY11-5192" fmla="*/ 2525734 h 2525734"/>
              <a:gd name="connsiteX12-5193" fmla="*/ 579392 w 2473269"/>
              <a:gd name="connsiteY12-5194" fmla="*/ 2500334 h 2525734"/>
              <a:gd name="connsiteX13-5195" fmla="*/ 579392 w 2473269"/>
              <a:gd name="connsiteY13-5196" fmla="*/ 1087331 h 2525734"/>
              <a:gd name="connsiteX14-5197" fmla="*/ 553993 w 2473269"/>
              <a:gd name="connsiteY14-5198" fmla="*/ 1061981 h 2525734"/>
              <a:gd name="connsiteX15-5199" fmla="*/ 3549 w 2473269"/>
              <a:gd name="connsiteY15-5200" fmla="*/ 1061981 h 2525734"/>
              <a:gd name="connsiteX16-5201" fmla="*/ 2988 w 2473269"/>
              <a:gd name="connsiteY16-5202" fmla="*/ 1036768 h 2525734"/>
              <a:gd name="connsiteX0-5203" fmla="*/ 2988 w 2473269"/>
              <a:gd name="connsiteY0-5204" fmla="*/ 1036768 h 2525734"/>
              <a:gd name="connsiteX1-5205" fmla="*/ 14553 w 2473269"/>
              <a:gd name="connsiteY1-5206" fmla="*/ 994501 h 2525734"/>
              <a:gd name="connsiteX2-5207" fmla="*/ 1209675 w 2473269"/>
              <a:gd name="connsiteY2-5208" fmla="*/ 6073 h 2525734"/>
              <a:gd name="connsiteX3-5209" fmla="*/ 1242009 w 2473269"/>
              <a:gd name="connsiteY3-5210" fmla="*/ 6109 h 2525734"/>
              <a:gd name="connsiteX4-5211" fmla="*/ 2464331 w 2473269"/>
              <a:gd name="connsiteY4-5212" fmla="*/ 1017031 h 2525734"/>
              <a:gd name="connsiteX5-5213" fmla="*/ 2471995 w 2473269"/>
              <a:gd name="connsiteY5-5214" fmla="*/ 1045181 h 2525734"/>
              <a:gd name="connsiteX6-5215" fmla="*/ 2448095 w 2473269"/>
              <a:gd name="connsiteY6-5216" fmla="*/ 1061981 h 2525734"/>
              <a:gd name="connsiteX7-5217" fmla="*/ 1897652 w 2473269"/>
              <a:gd name="connsiteY7-5218" fmla="*/ 1061981 h 2525734"/>
              <a:gd name="connsiteX8-5219" fmla="*/ 1872252 w 2473269"/>
              <a:gd name="connsiteY8-5220" fmla="*/ 1087380 h 2525734"/>
              <a:gd name="connsiteX9-5221" fmla="*/ 1872252 w 2473269"/>
              <a:gd name="connsiteY9-5222" fmla="*/ 2500383 h 2525734"/>
              <a:gd name="connsiteX10-5223" fmla="*/ 1846852 w 2473269"/>
              <a:gd name="connsiteY10-5224" fmla="*/ 2525734 h 2525734"/>
              <a:gd name="connsiteX11-5225" fmla="*/ 604792 w 2473269"/>
              <a:gd name="connsiteY11-5226" fmla="*/ 2525734 h 2525734"/>
              <a:gd name="connsiteX12-5227" fmla="*/ 579392 w 2473269"/>
              <a:gd name="connsiteY12-5228" fmla="*/ 2500334 h 2525734"/>
              <a:gd name="connsiteX13-5229" fmla="*/ 579392 w 2473269"/>
              <a:gd name="connsiteY13-5230" fmla="*/ 1087331 h 2525734"/>
              <a:gd name="connsiteX14-5231" fmla="*/ 553993 w 2473269"/>
              <a:gd name="connsiteY14-5232" fmla="*/ 1061981 h 2525734"/>
              <a:gd name="connsiteX15-5233" fmla="*/ 3549 w 2473269"/>
              <a:gd name="connsiteY15-5234" fmla="*/ 1061981 h 2525734"/>
              <a:gd name="connsiteX16-5235" fmla="*/ 2988 w 2473269"/>
              <a:gd name="connsiteY16-5236" fmla="*/ 1036768 h 2525734"/>
              <a:gd name="connsiteX0-5237" fmla="*/ 2988 w 2473269"/>
              <a:gd name="connsiteY0-5238" fmla="*/ 1036113 h 2525079"/>
              <a:gd name="connsiteX1-5239" fmla="*/ 14553 w 2473269"/>
              <a:gd name="connsiteY1-5240" fmla="*/ 993846 h 2525079"/>
              <a:gd name="connsiteX2-5241" fmla="*/ 1201583 w 2473269"/>
              <a:gd name="connsiteY2-5242" fmla="*/ 12111 h 2525079"/>
              <a:gd name="connsiteX3-5243" fmla="*/ 1242009 w 2473269"/>
              <a:gd name="connsiteY3-5244" fmla="*/ 5454 h 2525079"/>
              <a:gd name="connsiteX4-5245" fmla="*/ 2464331 w 2473269"/>
              <a:gd name="connsiteY4-5246" fmla="*/ 1016376 h 2525079"/>
              <a:gd name="connsiteX5-5247" fmla="*/ 2471995 w 2473269"/>
              <a:gd name="connsiteY5-5248" fmla="*/ 1044526 h 2525079"/>
              <a:gd name="connsiteX6-5249" fmla="*/ 2448095 w 2473269"/>
              <a:gd name="connsiteY6-5250" fmla="*/ 1061326 h 2525079"/>
              <a:gd name="connsiteX7-5251" fmla="*/ 1897652 w 2473269"/>
              <a:gd name="connsiteY7-5252" fmla="*/ 1061326 h 2525079"/>
              <a:gd name="connsiteX8-5253" fmla="*/ 1872252 w 2473269"/>
              <a:gd name="connsiteY8-5254" fmla="*/ 1086725 h 2525079"/>
              <a:gd name="connsiteX9-5255" fmla="*/ 1872252 w 2473269"/>
              <a:gd name="connsiteY9-5256" fmla="*/ 2499728 h 2525079"/>
              <a:gd name="connsiteX10-5257" fmla="*/ 1846852 w 2473269"/>
              <a:gd name="connsiteY10-5258" fmla="*/ 2525079 h 2525079"/>
              <a:gd name="connsiteX11-5259" fmla="*/ 604792 w 2473269"/>
              <a:gd name="connsiteY11-5260" fmla="*/ 2525079 h 2525079"/>
              <a:gd name="connsiteX12-5261" fmla="*/ 579392 w 2473269"/>
              <a:gd name="connsiteY12-5262" fmla="*/ 2499679 h 2525079"/>
              <a:gd name="connsiteX13-5263" fmla="*/ 579392 w 2473269"/>
              <a:gd name="connsiteY13-5264" fmla="*/ 1086676 h 2525079"/>
              <a:gd name="connsiteX14-5265" fmla="*/ 553993 w 2473269"/>
              <a:gd name="connsiteY14-5266" fmla="*/ 1061326 h 2525079"/>
              <a:gd name="connsiteX15-5267" fmla="*/ 3549 w 2473269"/>
              <a:gd name="connsiteY15-5268" fmla="*/ 1061326 h 2525079"/>
              <a:gd name="connsiteX16-5269" fmla="*/ 2988 w 2473269"/>
              <a:gd name="connsiteY16-5270" fmla="*/ 1036113 h 2525079"/>
              <a:gd name="connsiteX0-5271" fmla="*/ 2988 w 2473269"/>
              <a:gd name="connsiteY0-5272" fmla="*/ 1035337 h 2524303"/>
              <a:gd name="connsiteX1-5273" fmla="*/ 14553 w 2473269"/>
              <a:gd name="connsiteY1-5274" fmla="*/ 993070 h 2524303"/>
              <a:gd name="connsiteX2-5275" fmla="*/ 1201583 w 2473269"/>
              <a:gd name="connsiteY2-5276" fmla="*/ 11335 h 2524303"/>
              <a:gd name="connsiteX3-5277" fmla="*/ 1242009 w 2473269"/>
              <a:gd name="connsiteY3-5278" fmla="*/ 4678 h 2524303"/>
              <a:gd name="connsiteX4-5279" fmla="*/ 2464331 w 2473269"/>
              <a:gd name="connsiteY4-5280" fmla="*/ 1015600 h 2524303"/>
              <a:gd name="connsiteX5-5281" fmla="*/ 2471995 w 2473269"/>
              <a:gd name="connsiteY5-5282" fmla="*/ 1043750 h 2524303"/>
              <a:gd name="connsiteX6-5283" fmla="*/ 2448095 w 2473269"/>
              <a:gd name="connsiteY6-5284" fmla="*/ 1060550 h 2524303"/>
              <a:gd name="connsiteX7-5285" fmla="*/ 1897652 w 2473269"/>
              <a:gd name="connsiteY7-5286" fmla="*/ 1060550 h 2524303"/>
              <a:gd name="connsiteX8-5287" fmla="*/ 1872252 w 2473269"/>
              <a:gd name="connsiteY8-5288" fmla="*/ 1085949 h 2524303"/>
              <a:gd name="connsiteX9-5289" fmla="*/ 1872252 w 2473269"/>
              <a:gd name="connsiteY9-5290" fmla="*/ 2498952 h 2524303"/>
              <a:gd name="connsiteX10-5291" fmla="*/ 1846852 w 2473269"/>
              <a:gd name="connsiteY10-5292" fmla="*/ 2524303 h 2524303"/>
              <a:gd name="connsiteX11-5293" fmla="*/ 604792 w 2473269"/>
              <a:gd name="connsiteY11-5294" fmla="*/ 2524303 h 2524303"/>
              <a:gd name="connsiteX12-5295" fmla="*/ 579392 w 2473269"/>
              <a:gd name="connsiteY12-5296" fmla="*/ 2498903 h 2524303"/>
              <a:gd name="connsiteX13-5297" fmla="*/ 579392 w 2473269"/>
              <a:gd name="connsiteY13-5298" fmla="*/ 1085900 h 2524303"/>
              <a:gd name="connsiteX14-5299" fmla="*/ 553993 w 2473269"/>
              <a:gd name="connsiteY14-5300" fmla="*/ 1060550 h 2524303"/>
              <a:gd name="connsiteX15-5301" fmla="*/ 3549 w 2473269"/>
              <a:gd name="connsiteY15-5302" fmla="*/ 1060550 h 2524303"/>
              <a:gd name="connsiteX16-5303" fmla="*/ 2988 w 2473269"/>
              <a:gd name="connsiteY16-5304" fmla="*/ 1035337 h 2524303"/>
              <a:gd name="connsiteX0-5305" fmla="*/ 2988 w 2473269"/>
              <a:gd name="connsiteY0-5306" fmla="*/ 1034194 h 2523160"/>
              <a:gd name="connsiteX1-5307" fmla="*/ 14553 w 2473269"/>
              <a:gd name="connsiteY1-5308" fmla="*/ 991927 h 2523160"/>
              <a:gd name="connsiteX2-5309" fmla="*/ 1201583 w 2473269"/>
              <a:gd name="connsiteY2-5310" fmla="*/ 10192 h 2523160"/>
              <a:gd name="connsiteX3-5311" fmla="*/ 1242009 w 2473269"/>
              <a:gd name="connsiteY3-5312" fmla="*/ 3535 h 2523160"/>
              <a:gd name="connsiteX4-5313" fmla="*/ 2464331 w 2473269"/>
              <a:gd name="connsiteY4-5314" fmla="*/ 1014457 h 2523160"/>
              <a:gd name="connsiteX5-5315" fmla="*/ 2471995 w 2473269"/>
              <a:gd name="connsiteY5-5316" fmla="*/ 1042607 h 2523160"/>
              <a:gd name="connsiteX6-5317" fmla="*/ 2448095 w 2473269"/>
              <a:gd name="connsiteY6-5318" fmla="*/ 1059407 h 2523160"/>
              <a:gd name="connsiteX7-5319" fmla="*/ 1897652 w 2473269"/>
              <a:gd name="connsiteY7-5320" fmla="*/ 1059407 h 2523160"/>
              <a:gd name="connsiteX8-5321" fmla="*/ 1872252 w 2473269"/>
              <a:gd name="connsiteY8-5322" fmla="*/ 1084806 h 2523160"/>
              <a:gd name="connsiteX9-5323" fmla="*/ 1872252 w 2473269"/>
              <a:gd name="connsiteY9-5324" fmla="*/ 2497809 h 2523160"/>
              <a:gd name="connsiteX10-5325" fmla="*/ 1846852 w 2473269"/>
              <a:gd name="connsiteY10-5326" fmla="*/ 2523160 h 2523160"/>
              <a:gd name="connsiteX11-5327" fmla="*/ 604792 w 2473269"/>
              <a:gd name="connsiteY11-5328" fmla="*/ 2523160 h 2523160"/>
              <a:gd name="connsiteX12-5329" fmla="*/ 579392 w 2473269"/>
              <a:gd name="connsiteY12-5330" fmla="*/ 2497760 h 2523160"/>
              <a:gd name="connsiteX13-5331" fmla="*/ 579392 w 2473269"/>
              <a:gd name="connsiteY13-5332" fmla="*/ 1084757 h 2523160"/>
              <a:gd name="connsiteX14-5333" fmla="*/ 553993 w 2473269"/>
              <a:gd name="connsiteY14-5334" fmla="*/ 1059407 h 2523160"/>
              <a:gd name="connsiteX15-5335" fmla="*/ 3549 w 2473269"/>
              <a:gd name="connsiteY15-5336" fmla="*/ 1059407 h 2523160"/>
              <a:gd name="connsiteX16-5337" fmla="*/ 2988 w 2473269"/>
              <a:gd name="connsiteY16-5338" fmla="*/ 1034194 h 2523160"/>
              <a:gd name="connsiteX0-5339" fmla="*/ 2988 w 2473269"/>
              <a:gd name="connsiteY0-5340" fmla="*/ 1033119 h 2522085"/>
              <a:gd name="connsiteX1-5341" fmla="*/ 14553 w 2473269"/>
              <a:gd name="connsiteY1-5342" fmla="*/ 990852 h 2522085"/>
              <a:gd name="connsiteX2-5343" fmla="*/ 1201583 w 2473269"/>
              <a:gd name="connsiteY2-5344" fmla="*/ 9117 h 2522085"/>
              <a:gd name="connsiteX3-5345" fmla="*/ 1250106 w 2473269"/>
              <a:gd name="connsiteY3-5346" fmla="*/ 9153 h 2522085"/>
              <a:gd name="connsiteX4-5347" fmla="*/ 2464331 w 2473269"/>
              <a:gd name="connsiteY4-5348" fmla="*/ 1013382 h 2522085"/>
              <a:gd name="connsiteX5-5349" fmla="*/ 2471995 w 2473269"/>
              <a:gd name="connsiteY5-5350" fmla="*/ 1041532 h 2522085"/>
              <a:gd name="connsiteX6-5351" fmla="*/ 2448095 w 2473269"/>
              <a:gd name="connsiteY6-5352" fmla="*/ 1058332 h 2522085"/>
              <a:gd name="connsiteX7-5353" fmla="*/ 1897652 w 2473269"/>
              <a:gd name="connsiteY7-5354" fmla="*/ 1058332 h 2522085"/>
              <a:gd name="connsiteX8-5355" fmla="*/ 1872252 w 2473269"/>
              <a:gd name="connsiteY8-5356" fmla="*/ 1083731 h 2522085"/>
              <a:gd name="connsiteX9-5357" fmla="*/ 1872252 w 2473269"/>
              <a:gd name="connsiteY9-5358" fmla="*/ 2496734 h 2522085"/>
              <a:gd name="connsiteX10-5359" fmla="*/ 1846852 w 2473269"/>
              <a:gd name="connsiteY10-5360" fmla="*/ 2522085 h 2522085"/>
              <a:gd name="connsiteX11-5361" fmla="*/ 604792 w 2473269"/>
              <a:gd name="connsiteY11-5362" fmla="*/ 2522085 h 2522085"/>
              <a:gd name="connsiteX12-5363" fmla="*/ 579392 w 2473269"/>
              <a:gd name="connsiteY12-5364" fmla="*/ 2496685 h 2522085"/>
              <a:gd name="connsiteX13-5365" fmla="*/ 579392 w 2473269"/>
              <a:gd name="connsiteY13-5366" fmla="*/ 1083682 h 2522085"/>
              <a:gd name="connsiteX14-5367" fmla="*/ 553993 w 2473269"/>
              <a:gd name="connsiteY14-5368" fmla="*/ 1058332 h 2522085"/>
              <a:gd name="connsiteX15-5369" fmla="*/ 3549 w 2473269"/>
              <a:gd name="connsiteY15-5370" fmla="*/ 1058332 h 2522085"/>
              <a:gd name="connsiteX16-5371" fmla="*/ 2988 w 2473269"/>
              <a:gd name="connsiteY16-5372" fmla="*/ 1033119 h 2522085"/>
              <a:gd name="connsiteX0-5373" fmla="*/ 2988 w 2473269"/>
              <a:gd name="connsiteY0-5374" fmla="*/ 1033119 h 2522085"/>
              <a:gd name="connsiteX1-5375" fmla="*/ 14553 w 2473269"/>
              <a:gd name="connsiteY1-5376" fmla="*/ 990852 h 2522085"/>
              <a:gd name="connsiteX2-5377" fmla="*/ 1201583 w 2473269"/>
              <a:gd name="connsiteY2-5378" fmla="*/ 9117 h 2522085"/>
              <a:gd name="connsiteX3-5379" fmla="*/ 1250106 w 2473269"/>
              <a:gd name="connsiteY3-5380" fmla="*/ 9153 h 2522085"/>
              <a:gd name="connsiteX4-5381" fmla="*/ 2464331 w 2473269"/>
              <a:gd name="connsiteY4-5382" fmla="*/ 1013382 h 2522085"/>
              <a:gd name="connsiteX5-5383" fmla="*/ 2471995 w 2473269"/>
              <a:gd name="connsiteY5-5384" fmla="*/ 1041532 h 2522085"/>
              <a:gd name="connsiteX6-5385" fmla="*/ 2448095 w 2473269"/>
              <a:gd name="connsiteY6-5386" fmla="*/ 1058332 h 2522085"/>
              <a:gd name="connsiteX7-5387" fmla="*/ 1897652 w 2473269"/>
              <a:gd name="connsiteY7-5388" fmla="*/ 1058332 h 2522085"/>
              <a:gd name="connsiteX8-5389" fmla="*/ 1872252 w 2473269"/>
              <a:gd name="connsiteY8-5390" fmla="*/ 1083731 h 2522085"/>
              <a:gd name="connsiteX9-5391" fmla="*/ 1872252 w 2473269"/>
              <a:gd name="connsiteY9-5392" fmla="*/ 2496734 h 2522085"/>
              <a:gd name="connsiteX10-5393" fmla="*/ 1846852 w 2473269"/>
              <a:gd name="connsiteY10-5394" fmla="*/ 2522085 h 2522085"/>
              <a:gd name="connsiteX11-5395" fmla="*/ 604792 w 2473269"/>
              <a:gd name="connsiteY11-5396" fmla="*/ 2522085 h 2522085"/>
              <a:gd name="connsiteX12-5397" fmla="*/ 579392 w 2473269"/>
              <a:gd name="connsiteY12-5398" fmla="*/ 2496685 h 2522085"/>
              <a:gd name="connsiteX13-5399" fmla="*/ 579392 w 2473269"/>
              <a:gd name="connsiteY13-5400" fmla="*/ 1083682 h 2522085"/>
              <a:gd name="connsiteX14-5401" fmla="*/ 553993 w 2473269"/>
              <a:gd name="connsiteY14-5402" fmla="*/ 1058332 h 2522085"/>
              <a:gd name="connsiteX15-5403" fmla="*/ 3549 w 2473269"/>
              <a:gd name="connsiteY15-5404" fmla="*/ 1058332 h 2522085"/>
              <a:gd name="connsiteX16-5405" fmla="*/ 2988 w 2473269"/>
              <a:gd name="connsiteY16-5406" fmla="*/ 1033119 h 2522085"/>
              <a:gd name="connsiteX0-5407" fmla="*/ 2988 w 2473269"/>
              <a:gd name="connsiteY0-5408" fmla="*/ 1033119 h 2522085"/>
              <a:gd name="connsiteX1-5409" fmla="*/ 14553 w 2473269"/>
              <a:gd name="connsiteY1-5410" fmla="*/ 990852 h 2522085"/>
              <a:gd name="connsiteX2-5411" fmla="*/ 1201583 w 2473269"/>
              <a:gd name="connsiteY2-5412" fmla="*/ 9117 h 2522085"/>
              <a:gd name="connsiteX3-5413" fmla="*/ 1250106 w 2473269"/>
              <a:gd name="connsiteY3-5414" fmla="*/ 9153 h 2522085"/>
              <a:gd name="connsiteX4-5415" fmla="*/ 2464331 w 2473269"/>
              <a:gd name="connsiteY4-5416" fmla="*/ 1013382 h 2522085"/>
              <a:gd name="connsiteX5-5417" fmla="*/ 2471995 w 2473269"/>
              <a:gd name="connsiteY5-5418" fmla="*/ 1041532 h 2522085"/>
              <a:gd name="connsiteX6-5419" fmla="*/ 2448095 w 2473269"/>
              <a:gd name="connsiteY6-5420" fmla="*/ 1058332 h 2522085"/>
              <a:gd name="connsiteX7-5421" fmla="*/ 1897652 w 2473269"/>
              <a:gd name="connsiteY7-5422" fmla="*/ 1058332 h 2522085"/>
              <a:gd name="connsiteX8-5423" fmla="*/ 1872252 w 2473269"/>
              <a:gd name="connsiteY8-5424" fmla="*/ 1083731 h 2522085"/>
              <a:gd name="connsiteX9-5425" fmla="*/ 1872252 w 2473269"/>
              <a:gd name="connsiteY9-5426" fmla="*/ 2496734 h 2522085"/>
              <a:gd name="connsiteX10-5427" fmla="*/ 1846852 w 2473269"/>
              <a:gd name="connsiteY10-5428" fmla="*/ 2522085 h 2522085"/>
              <a:gd name="connsiteX11-5429" fmla="*/ 604792 w 2473269"/>
              <a:gd name="connsiteY11-5430" fmla="*/ 2522085 h 2522085"/>
              <a:gd name="connsiteX12-5431" fmla="*/ 579392 w 2473269"/>
              <a:gd name="connsiteY12-5432" fmla="*/ 2496685 h 2522085"/>
              <a:gd name="connsiteX13-5433" fmla="*/ 579392 w 2473269"/>
              <a:gd name="connsiteY13-5434" fmla="*/ 1083682 h 2522085"/>
              <a:gd name="connsiteX14-5435" fmla="*/ 553993 w 2473269"/>
              <a:gd name="connsiteY14-5436" fmla="*/ 1058332 h 2522085"/>
              <a:gd name="connsiteX15-5437" fmla="*/ 3549 w 2473269"/>
              <a:gd name="connsiteY15-5438" fmla="*/ 1058332 h 2522085"/>
              <a:gd name="connsiteX16-5439" fmla="*/ 2988 w 2473269"/>
              <a:gd name="connsiteY16-5440" fmla="*/ 1033119 h 2522085"/>
              <a:gd name="connsiteX0-5441" fmla="*/ 2988 w 2472994"/>
              <a:gd name="connsiteY0-5442" fmla="*/ 1033119 h 2522085"/>
              <a:gd name="connsiteX1-5443" fmla="*/ 14553 w 2472994"/>
              <a:gd name="connsiteY1-5444" fmla="*/ 990852 h 2522085"/>
              <a:gd name="connsiteX2-5445" fmla="*/ 1201583 w 2472994"/>
              <a:gd name="connsiteY2-5446" fmla="*/ 9117 h 2522085"/>
              <a:gd name="connsiteX3-5447" fmla="*/ 1250106 w 2472994"/>
              <a:gd name="connsiteY3-5448" fmla="*/ 9153 h 2522085"/>
              <a:gd name="connsiteX4-5449" fmla="*/ 2437136 w 2472994"/>
              <a:gd name="connsiteY4-5450" fmla="*/ 990888 h 2522085"/>
              <a:gd name="connsiteX5-5451" fmla="*/ 2471995 w 2472994"/>
              <a:gd name="connsiteY5-5452" fmla="*/ 1041532 h 2522085"/>
              <a:gd name="connsiteX6-5453" fmla="*/ 2448095 w 2472994"/>
              <a:gd name="connsiteY6-5454" fmla="*/ 1058332 h 2522085"/>
              <a:gd name="connsiteX7-5455" fmla="*/ 1897652 w 2472994"/>
              <a:gd name="connsiteY7-5456" fmla="*/ 1058332 h 2522085"/>
              <a:gd name="connsiteX8-5457" fmla="*/ 1872252 w 2472994"/>
              <a:gd name="connsiteY8-5458" fmla="*/ 1083731 h 2522085"/>
              <a:gd name="connsiteX9-5459" fmla="*/ 1872252 w 2472994"/>
              <a:gd name="connsiteY9-5460" fmla="*/ 2496734 h 2522085"/>
              <a:gd name="connsiteX10-5461" fmla="*/ 1846852 w 2472994"/>
              <a:gd name="connsiteY10-5462" fmla="*/ 2522085 h 2522085"/>
              <a:gd name="connsiteX11-5463" fmla="*/ 604792 w 2472994"/>
              <a:gd name="connsiteY11-5464" fmla="*/ 2522085 h 2522085"/>
              <a:gd name="connsiteX12-5465" fmla="*/ 579392 w 2472994"/>
              <a:gd name="connsiteY12-5466" fmla="*/ 2496685 h 2522085"/>
              <a:gd name="connsiteX13-5467" fmla="*/ 579392 w 2472994"/>
              <a:gd name="connsiteY13-5468" fmla="*/ 1083682 h 2522085"/>
              <a:gd name="connsiteX14-5469" fmla="*/ 553993 w 2472994"/>
              <a:gd name="connsiteY14-5470" fmla="*/ 1058332 h 2522085"/>
              <a:gd name="connsiteX15-5471" fmla="*/ 3549 w 2472994"/>
              <a:gd name="connsiteY15-5472" fmla="*/ 1058332 h 2522085"/>
              <a:gd name="connsiteX16-5473" fmla="*/ 2988 w 2472994"/>
              <a:gd name="connsiteY16-5474" fmla="*/ 1033119 h 2522085"/>
              <a:gd name="connsiteX0-5475" fmla="*/ 2988 w 2472278"/>
              <a:gd name="connsiteY0-5476" fmla="*/ 1033119 h 2522085"/>
              <a:gd name="connsiteX1-5477" fmla="*/ 14553 w 2472278"/>
              <a:gd name="connsiteY1-5478" fmla="*/ 990852 h 2522085"/>
              <a:gd name="connsiteX2-5479" fmla="*/ 1201583 w 2472278"/>
              <a:gd name="connsiteY2-5480" fmla="*/ 9117 h 2522085"/>
              <a:gd name="connsiteX3-5481" fmla="*/ 1250106 w 2472278"/>
              <a:gd name="connsiteY3-5482" fmla="*/ 9153 h 2522085"/>
              <a:gd name="connsiteX4-5483" fmla="*/ 2437136 w 2472278"/>
              <a:gd name="connsiteY4-5484" fmla="*/ 990888 h 2522085"/>
              <a:gd name="connsiteX5-5485" fmla="*/ 2471995 w 2472278"/>
              <a:gd name="connsiteY5-5486" fmla="*/ 1041532 h 2522085"/>
              <a:gd name="connsiteX6-5487" fmla="*/ 2448095 w 2472278"/>
              <a:gd name="connsiteY6-5488" fmla="*/ 1058332 h 2522085"/>
              <a:gd name="connsiteX7-5489" fmla="*/ 1897652 w 2472278"/>
              <a:gd name="connsiteY7-5490" fmla="*/ 1058332 h 2522085"/>
              <a:gd name="connsiteX8-5491" fmla="*/ 1872252 w 2472278"/>
              <a:gd name="connsiteY8-5492" fmla="*/ 1083731 h 2522085"/>
              <a:gd name="connsiteX9-5493" fmla="*/ 1872252 w 2472278"/>
              <a:gd name="connsiteY9-5494" fmla="*/ 2496734 h 2522085"/>
              <a:gd name="connsiteX10-5495" fmla="*/ 1846852 w 2472278"/>
              <a:gd name="connsiteY10-5496" fmla="*/ 2522085 h 2522085"/>
              <a:gd name="connsiteX11-5497" fmla="*/ 604792 w 2472278"/>
              <a:gd name="connsiteY11-5498" fmla="*/ 2522085 h 2522085"/>
              <a:gd name="connsiteX12-5499" fmla="*/ 579392 w 2472278"/>
              <a:gd name="connsiteY12-5500" fmla="*/ 2496685 h 2522085"/>
              <a:gd name="connsiteX13-5501" fmla="*/ 579392 w 2472278"/>
              <a:gd name="connsiteY13-5502" fmla="*/ 1083682 h 2522085"/>
              <a:gd name="connsiteX14-5503" fmla="*/ 553993 w 2472278"/>
              <a:gd name="connsiteY14-5504" fmla="*/ 1058332 h 2522085"/>
              <a:gd name="connsiteX15-5505" fmla="*/ 3549 w 2472278"/>
              <a:gd name="connsiteY15-5506" fmla="*/ 1058332 h 2522085"/>
              <a:gd name="connsiteX16-5507" fmla="*/ 2988 w 2472278"/>
              <a:gd name="connsiteY16-5508" fmla="*/ 1033119 h 2522085"/>
              <a:gd name="connsiteX0-5509" fmla="*/ 2988 w 2471995"/>
              <a:gd name="connsiteY0-5510" fmla="*/ 1033119 h 2522085"/>
              <a:gd name="connsiteX1-5511" fmla="*/ 14553 w 2471995"/>
              <a:gd name="connsiteY1-5512" fmla="*/ 990852 h 2522085"/>
              <a:gd name="connsiteX2-5513" fmla="*/ 1201583 w 2471995"/>
              <a:gd name="connsiteY2-5514" fmla="*/ 9117 h 2522085"/>
              <a:gd name="connsiteX3-5515" fmla="*/ 1250106 w 2471995"/>
              <a:gd name="connsiteY3-5516" fmla="*/ 9153 h 2522085"/>
              <a:gd name="connsiteX4-5517" fmla="*/ 2437136 w 2471995"/>
              <a:gd name="connsiteY4-5518" fmla="*/ 990888 h 2522085"/>
              <a:gd name="connsiteX5-5519" fmla="*/ 2471995 w 2471995"/>
              <a:gd name="connsiteY5-5520" fmla="*/ 1041532 h 2522085"/>
              <a:gd name="connsiteX6-5521" fmla="*/ 2448095 w 2471995"/>
              <a:gd name="connsiteY6-5522" fmla="*/ 1058332 h 2522085"/>
              <a:gd name="connsiteX7-5523" fmla="*/ 1897652 w 2471995"/>
              <a:gd name="connsiteY7-5524" fmla="*/ 1058332 h 2522085"/>
              <a:gd name="connsiteX8-5525" fmla="*/ 1872252 w 2471995"/>
              <a:gd name="connsiteY8-5526" fmla="*/ 1083731 h 2522085"/>
              <a:gd name="connsiteX9-5527" fmla="*/ 1872252 w 2471995"/>
              <a:gd name="connsiteY9-5528" fmla="*/ 2496734 h 2522085"/>
              <a:gd name="connsiteX10-5529" fmla="*/ 1846852 w 2471995"/>
              <a:gd name="connsiteY10-5530" fmla="*/ 2522085 h 2522085"/>
              <a:gd name="connsiteX11-5531" fmla="*/ 604792 w 2471995"/>
              <a:gd name="connsiteY11-5532" fmla="*/ 2522085 h 2522085"/>
              <a:gd name="connsiteX12-5533" fmla="*/ 579392 w 2471995"/>
              <a:gd name="connsiteY12-5534" fmla="*/ 2496685 h 2522085"/>
              <a:gd name="connsiteX13-5535" fmla="*/ 579392 w 2471995"/>
              <a:gd name="connsiteY13-5536" fmla="*/ 1083682 h 2522085"/>
              <a:gd name="connsiteX14-5537" fmla="*/ 553993 w 2471995"/>
              <a:gd name="connsiteY14-5538" fmla="*/ 1058332 h 2522085"/>
              <a:gd name="connsiteX15-5539" fmla="*/ 3549 w 2471995"/>
              <a:gd name="connsiteY15-5540" fmla="*/ 1058332 h 2522085"/>
              <a:gd name="connsiteX16-5541" fmla="*/ 2988 w 2471995"/>
              <a:gd name="connsiteY16-5542" fmla="*/ 1033119 h 2522085"/>
              <a:gd name="connsiteX0-5543" fmla="*/ 2988 w 2459944"/>
              <a:gd name="connsiteY0-5544" fmla="*/ 1033119 h 2522085"/>
              <a:gd name="connsiteX1-5545" fmla="*/ 14553 w 2459944"/>
              <a:gd name="connsiteY1-5546" fmla="*/ 990852 h 2522085"/>
              <a:gd name="connsiteX2-5547" fmla="*/ 1201583 w 2459944"/>
              <a:gd name="connsiteY2-5548" fmla="*/ 9117 h 2522085"/>
              <a:gd name="connsiteX3-5549" fmla="*/ 1250106 w 2459944"/>
              <a:gd name="connsiteY3-5550" fmla="*/ 9153 h 2522085"/>
              <a:gd name="connsiteX4-5551" fmla="*/ 2437136 w 2459944"/>
              <a:gd name="connsiteY4-5552" fmla="*/ 990888 h 2522085"/>
              <a:gd name="connsiteX5-5553" fmla="*/ 2448653 w 2459944"/>
              <a:gd name="connsiteY5-5554" fmla="*/ 1033131 h 2522085"/>
              <a:gd name="connsiteX6-5555" fmla="*/ 2448095 w 2459944"/>
              <a:gd name="connsiteY6-5556" fmla="*/ 1058332 h 2522085"/>
              <a:gd name="connsiteX7-5557" fmla="*/ 1897652 w 2459944"/>
              <a:gd name="connsiteY7-5558" fmla="*/ 1058332 h 2522085"/>
              <a:gd name="connsiteX8-5559" fmla="*/ 1872252 w 2459944"/>
              <a:gd name="connsiteY8-5560" fmla="*/ 1083731 h 2522085"/>
              <a:gd name="connsiteX9-5561" fmla="*/ 1872252 w 2459944"/>
              <a:gd name="connsiteY9-5562" fmla="*/ 2496734 h 2522085"/>
              <a:gd name="connsiteX10-5563" fmla="*/ 1846852 w 2459944"/>
              <a:gd name="connsiteY10-5564" fmla="*/ 2522085 h 2522085"/>
              <a:gd name="connsiteX11-5565" fmla="*/ 604792 w 2459944"/>
              <a:gd name="connsiteY11-5566" fmla="*/ 2522085 h 2522085"/>
              <a:gd name="connsiteX12-5567" fmla="*/ 579392 w 2459944"/>
              <a:gd name="connsiteY12-5568" fmla="*/ 2496685 h 2522085"/>
              <a:gd name="connsiteX13-5569" fmla="*/ 579392 w 2459944"/>
              <a:gd name="connsiteY13-5570" fmla="*/ 1083682 h 2522085"/>
              <a:gd name="connsiteX14-5571" fmla="*/ 553993 w 2459944"/>
              <a:gd name="connsiteY14-5572" fmla="*/ 1058332 h 2522085"/>
              <a:gd name="connsiteX15-5573" fmla="*/ 3549 w 2459944"/>
              <a:gd name="connsiteY15-5574" fmla="*/ 1058332 h 2522085"/>
              <a:gd name="connsiteX16-5575" fmla="*/ 2988 w 2459944"/>
              <a:gd name="connsiteY16-5576" fmla="*/ 1033119 h 2522085"/>
              <a:gd name="connsiteX0-5577" fmla="*/ 2988 w 2451643"/>
              <a:gd name="connsiteY0-5578" fmla="*/ 1033119 h 2522085"/>
              <a:gd name="connsiteX1-5579" fmla="*/ 14553 w 2451643"/>
              <a:gd name="connsiteY1-5580" fmla="*/ 990852 h 2522085"/>
              <a:gd name="connsiteX2-5581" fmla="*/ 1201583 w 2451643"/>
              <a:gd name="connsiteY2-5582" fmla="*/ 9117 h 2522085"/>
              <a:gd name="connsiteX3-5583" fmla="*/ 1250106 w 2451643"/>
              <a:gd name="connsiteY3-5584" fmla="*/ 9153 h 2522085"/>
              <a:gd name="connsiteX4-5585" fmla="*/ 2437136 w 2451643"/>
              <a:gd name="connsiteY4-5586" fmla="*/ 990888 h 2522085"/>
              <a:gd name="connsiteX5-5587" fmla="*/ 2448653 w 2451643"/>
              <a:gd name="connsiteY5-5588" fmla="*/ 1033131 h 2522085"/>
              <a:gd name="connsiteX6-5589" fmla="*/ 2448095 w 2451643"/>
              <a:gd name="connsiteY6-5590" fmla="*/ 1058332 h 2522085"/>
              <a:gd name="connsiteX7-5591" fmla="*/ 1897652 w 2451643"/>
              <a:gd name="connsiteY7-5592" fmla="*/ 1058332 h 2522085"/>
              <a:gd name="connsiteX8-5593" fmla="*/ 1872252 w 2451643"/>
              <a:gd name="connsiteY8-5594" fmla="*/ 1083731 h 2522085"/>
              <a:gd name="connsiteX9-5595" fmla="*/ 1872252 w 2451643"/>
              <a:gd name="connsiteY9-5596" fmla="*/ 2496734 h 2522085"/>
              <a:gd name="connsiteX10-5597" fmla="*/ 1846852 w 2451643"/>
              <a:gd name="connsiteY10-5598" fmla="*/ 2522085 h 2522085"/>
              <a:gd name="connsiteX11-5599" fmla="*/ 604792 w 2451643"/>
              <a:gd name="connsiteY11-5600" fmla="*/ 2522085 h 2522085"/>
              <a:gd name="connsiteX12-5601" fmla="*/ 579392 w 2451643"/>
              <a:gd name="connsiteY12-5602" fmla="*/ 2496685 h 2522085"/>
              <a:gd name="connsiteX13-5603" fmla="*/ 579392 w 2451643"/>
              <a:gd name="connsiteY13-5604" fmla="*/ 1083682 h 2522085"/>
              <a:gd name="connsiteX14-5605" fmla="*/ 553993 w 2451643"/>
              <a:gd name="connsiteY14-5606" fmla="*/ 1058332 h 2522085"/>
              <a:gd name="connsiteX15-5607" fmla="*/ 3549 w 2451643"/>
              <a:gd name="connsiteY15-5608" fmla="*/ 1058332 h 2522085"/>
              <a:gd name="connsiteX16-5609" fmla="*/ 2988 w 2451643"/>
              <a:gd name="connsiteY16-5610" fmla="*/ 1033119 h 2522085"/>
              <a:gd name="connsiteX0-5611" fmla="*/ 2988 w 2450561"/>
              <a:gd name="connsiteY0-5612" fmla="*/ 1033119 h 2522085"/>
              <a:gd name="connsiteX1-5613" fmla="*/ 14553 w 2450561"/>
              <a:gd name="connsiteY1-5614" fmla="*/ 990852 h 2522085"/>
              <a:gd name="connsiteX2-5615" fmla="*/ 1201583 w 2450561"/>
              <a:gd name="connsiteY2-5616" fmla="*/ 9117 h 2522085"/>
              <a:gd name="connsiteX3-5617" fmla="*/ 1250106 w 2450561"/>
              <a:gd name="connsiteY3-5618" fmla="*/ 9153 h 2522085"/>
              <a:gd name="connsiteX4-5619" fmla="*/ 2437136 w 2450561"/>
              <a:gd name="connsiteY4-5620" fmla="*/ 990888 h 2522085"/>
              <a:gd name="connsiteX5-5621" fmla="*/ 2448653 w 2450561"/>
              <a:gd name="connsiteY5-5622" fmla="*/ 1033131 h 2522085"/>
              <a:gd name="connsiteX6-5623" fmla="*/ 2448095 w 2450561"/>
              <a:gd name="connsiteY6-5624" fmla="*/ 1058332 h 2522085"/>
              <a:gd name="connsiteX7-5625" fmla="*/ 1897652 w 2450561"/>
              <a:gd name="connsiteY7-5626" fmla="*/ 1058332 h 2522085"/>
              <a:gd name="connsiteX8-5627" fmla="*/ 1872252 w 2450561"/>
              <a:gd name="connsiteY8-5628" fmla="*/ 1083731 h 2522085"/>
              <a:gd name="connsiteX9-5629" fmla="*/ 1872252 w 2450561"/>
              <a:gd name="connsiteY9-5630" fmla="*/ 2496734 h 2522085"/>
              <a:gd name="connsiteX10-5631" fmla="*/ 1846852 w 2450561"/>
              <a:gd name="connsiteY10-5632" fmla="*/ 2522085 h 2522085"/>
              <a:gd name="connsiteX11-5633" fmla="*/ 604792 w 2450561"/>
              <a:gd name="connsiteY11-5634" fmla="*/ 2522085 h 2522085"/>
              <a:gd name="connsiteX12-5635" fmla="*/ 579392 w 2450561"/>
              <a:gd name="connsiteY12-5636" fmla="*/ 2496685 h 2522085"/>
              <a:gd name="connsiteX13-5637" fmla="*/ 579392 w 2450561"/>
              <a:gd name="connsiteY13-5638" fmla="*/ 1083682 h 2522085"/>
              <a:gd name="connsiteX14-5639" fmla="*/ 553993 w 2450561"/>
              <a:gd name="connsiteY14-5640" fmla="*/ 1058332 h 2522085"/>
              <a:gd name="connsiteX15-5641" fmla="*/ 3549 w 2450561"/>
              <a:gd name="connsiteY15-5642" fmla="*/ 1058332 h 2522085"/>
              <a:gd name="connsiteX16-5643" fmla="*/ 2988 w 2450561"/>
              <a:gd name="connsiteY16-5644" fmla="*/ 1033119 h 2522085"/>
              <a:gd name="connsiteX0-5645" fmla="*/ 2988 w 2450561"/>
              <a:gd name="connsiteY0-5646" fmla="*/ 1033119 h 2522085"/>
              <a:gd name="connsiteX1-5647" fmla="*/ 14553 w 2450561"/>
              <a:gd name="connsiteY1-5648" fmla="*/ 990852 h 2522085"/>
              <a:gd name="connsiteX2-5649" fmla="*/ 1201583 w 2450561"/>
              <a:gd name="connsiteY2-5650" fmla="*/ 9117 h 2522085"/>
              <a:gd name="connsiteX3-5651" fmla="*/ 1250106 w 2450561"/>
              <a:gd name="connsiteY3-5652" fmla="*/ 9153 h 2522085"/>
              <a:gd name="connsiteX4-5653" fmla="*/ 2437136 w 2450561"/>
              <a:gd name="connsiteY4-5654" fmla="*/ 990888 h 2522085"/>
              <a:gd name="connsiteX5-5655" fmla="*/ 2448653 w 2450561"/>
              <a:gd name="connsiteY5-5656" fmla="*/ 1033131 h 2522085"/>
              <a:gd name="connsiteX6-5657" fmla="*/ 2412804 w 2450561"/>
              <a:gd name="connsiteY6-5658" fmla="*/ 1058331 h 2522085"/>
              <a:gd name="connsiteX7-5659" fmla="*/ 1897652 w 2450561"/>
              <a:gd name="connsiteY7-5660" fmla="*/ 1058332 h 2522085"/>
              <a:gd name="connsiteX8-5661" fmla="*/ 1872252 w 2450561"/>
              <a:gd name="connsiteY8-5662" fmla="*/ 1083731 h 2522085"/>
              <a:gd name="connsiteX9-5663" fmla="*/ 1872252 w 2450561"/>
              <a:gd name="connsiteY9-5664" fmla="*/ 2496734 h 2522085"/>
              <a:gd name="connsiteX10-5665" fmla="*/ 1846852 w 2450561"/>
              <a:gd name="connsiteY10-5666" fmla="*/ 2522085 h 2522085"/>
              <a:gd name="connsiteX11-5667" fmla="*/ 604792 w 2450561"/>
              <a:gd name="connsiteY11-5668" fmla="*/ 2522085 h 2522085"/>
              <a:gd name="connsiteX12-5669" fmla="*/ 579392 w 2450561"/>
              <a:gd name="connsiteY12-5670" fmla="*/ 2496685 h 2522085"/>
              <a:gd name="connsiteX13-5671" fmla="*/ 579392 w 2450561"/>
              <a:gd name="connsiteY13-5672" fmla="*/ 1083682 h 2522085"/>
              <a:gd name="connsiteX14-5673" fmla="*/ 553993 w 2450561"/>
              <a:gd name="connsiteY14-5674" fmla="*/ 1058332 h 2522085"/>
              <a:gd name="connsiteX15-5675" fmla="*/ 3549 w 2450561"/>
              <a:gd name="connsiteY15-5676" fmla="*/ 1058332 h 2522085"/>
              <a:gd name="connsiteX16-5677" fmla="*/ 2988 w 2450561"/>
              <a:gd name="connsiteY16-5678" fmla="*/ 1033119 h 2522085"/>
              <a:gd name="connsiteX0-5679" fmla="*/ 2988 w 2450561"/>
              <a:gd name="connsiteY0-5680" fmla="*/ 1033119 h 2522085"/>
              <a:gd name="connsiteX1-5681" fmla="*/ 14553 w 2450561"/>
              <a:gd name="connsiteY1-5682" fmla="*/ 990852 h 2522085"/>
              <a:gd name="connsiteX2-5683" fmla="*/ 1201583 w 2450561"/>
              <a:gd name="connsiteY2-5684" fmla="*/ 9117 h 2522085"/>
              <a:gd name="connsiteX3-5685" fmla="*/ 1250106 w 2450561"/>
              <a:gd name="connsiteY3-5686" fmla="*/ 9153 h 2522085"/>
              <a:gd name="connsiteX4-5687" fmla="*/ 2437136 w 2450561"/>
              <a:gd name="connsiteY4-5688" fmla="*/ 990888 h 2522085"/>
              <a:gd name="connsiteX5-5689" fmla="*/ 2448653 w 2450561"/>
              <a:gd name="connsiteY5-5690" fmla="*/ 1033131 h 2522085"/>
              <a:gd name="connsiteX6-5691" fmla="*/ 2412804 w 2450561"/>
              <a:gd name="connsiteY6-5692" fmla="*/ 1058331 h 2522085"/>
              <a:gd name="connsiteX7-5693" fmla="*/ 1897652 w 2450561"/>
              <a:gd name="connsiteY7-5694" fmla="*/ 1058332 h 2522085"/>
              <a:gd name="connsiteX8-5695" fmla="*/ 1872252 w 2450561"/>
              <a:gd name="connsiteY8-5696" fmla="*/ 1083731 h 2522085"/>
              <a:gd name="connsiteX9-5697" fmla="*/ 1872252 w 2450561"/>
              <a:gd name="connsiteY9-5698" fmla="*/ 2496734 h 2522085"/>
              <a:gd name="connsiteX10-5699" fmla="*/ 1846852 w 2450561"/>
              <a:gd name="connsiteY10-5700" fmla="*/ 2522085 h 2522085"/>
              <a:gd name="connsiteX11-5701" fmla="*/ 604792 w 2450561"/>
              <a:gd name="connsiteY11-5702" fmla="*/ 2522085 h 2522085"/>
              <a:gd name="connsiteX12-5703" fmla="*/ 579392 w 2450561"/>
              <a:gd name="connsiteY12-5704" fmla="*/ 2496685 h 2522085"/>
              <a:gd name="connsiteX13-5705" fmla="*/ 579392 w 2450561"/>
              <a:gd name="connsiteY13-5706" fmla="*/ 1083682 h 2522085"/>
              <a:gd name="connsiteX14-5707" fmla="*/ 553993 w 2450561"/>
              <a:gd name="connsiteY14-5708" fmla="*/ 1058332 h 2522085"/>
              <a:gd name="connsiteX15-5709" fmla="*/ 3549 w 2450561"/>
              <a:gd name="connsiteY15-5710" fmla="*/ 1058332 h 2522085"/>
              <a:gd name="connsiteX16-5711" fmla="*/ 2988 w 2450561"/>
              <a:gd name="connsiteY16-5712" fmla="*/ 1033119 h 2522085"/>
              <a:gd name="connsiteX0-5713" fmla="*/ 2988 w 2450561"/>
              <a:gd name="connsiteY0-5714" fmla="*/ 1033119 h 2522085"/>
              <a:gd name="connsiteX1-5715" fmla="*/ 14553 w 2450561"/>
              <a:gd name="connsiteY1-5716" fmla="*/ 990852 h 2522085"/>
              <a:gd name="connsiteX2-5717" fmla="*/ 1201583 w 2450561"/>
              <a:gd name="connsiteY2-5718" fmla="*/ 9117 h 2522085"/>
              <a:gd name="connsiteX3-5719" fmla="*/ 1250106 w 2450561"/>
              <a:gd name="connsiteY3-5720" fmla="*/ 9153 h 2522085"/>
              <a:gd name="connsiteX4-5721" fmla="*/ 2437136 w 2450561"/>
              <a:gd name="connsiteY4-5722" fmla="*/ 990888 h 2522085"/>
              <a:gd name="connsiteX5-5723" fmla="*/ 2448653 w 2450561"/>
              <a:gd name="connsiteY5-5724" fmla="*/ 1033131 h 2522085"/>
              <a:gd name="connsiteX6-5725" fmla="*/ 2412804 w 2450561"/>
              <a:gd name="connsiteY6-5726" fmla="*/ 1058331 h 2522085"/>
              <a:gd name="connsiteX7-5727" fmla="*/ 1897652 w 2450561"/>
              <a:gd name="connsiteY7-5728" fmla="*/ 1058332 h 2522085"/>
              <a:gd name="connsiteX8-5729" fmla="*/ 1872252 w 2450561"/>
              <a:gd name="connsiteY8-5730" fmla="*/ 1083731 h 2522085"/>
              <a:gd name="connsiteX9-5731" fmla="*/ 1872252 w 2450561"/>
              <a:gd name="connsiteY9-5732" fmla="*/ 2496734 h 2522085"/>
              <a:gd name="connsiteX10-5733" fmla="*/ 1846852 w 2450561"/>
              <a:gd name="connsiteY10-5734" fmla="*/ 2522085 h 2522085"/>
              <a:gd name="connsiteX11-5735" fmla="*/ 604792 w 2450561"/>
              <a:gd name="connsiteY11-5736" fmla="*/ 2522085 h 2522085"/>
              <a:gd name="connsiteX12-5737" fmla="*/ 579392 w 2450561"/>
              <a:gd name="connsiteY12-5738" fmla="*/ 2496685 h 2522085"/>
              <a:gd name="connsiteX13-5739" fmla="*/ 579392 w 2450561"/>
              <a:gd name="connsiteY13-5740" fmla="*/ 1083682 h 2522085"/>
              <a:gd name="connsiteX14-5741" fmla="*/ 553993 w 2450561"/>
              <a:gd name="connsiteY14-5742" fmla="*/ 1058332 h 2522085"/>
              <a:gd name="connsiteX15-5743" fmla="*/ 3549 w 2450561"/>
              <a:gd name="connsiteY15-5744" fmla="*/ 1058332 h 2522085"/>
              <a:gd name="connsiteX16-5745" fmla="*/ 2988 w 2450561"/>
              <a:gd name="connsiteY16-5746" fmla="*/ 1033119 h 2522085"/>
              <a:gd name="connsiteX0-5747" fmla="*/ 2988 w 2450561"/>
              <a:gd name="connsiteY0-5748" fmla="*/ 1033119 h 2522085"/>
              <a:gd name="connsiteX1-5749" fmla="*/ 14553 w 2450561"/>
              <a:gd name="connsiteY1-5750" fmla="*/ 990852 h 2522085"/>
              <a:gd name="connsiteX2-5751" fmla="*/ 1201583 w 2450561"/>
              <a:gd name="connsiteY2-5752" fmla="*/ 9117 h 2522085"/>
              <a:gd name="connsiteX3-5753" fmla="*/ 1250106 w 2450561"/>
              <a:gd name="connsiteY3-5754" fmla="*/ 9153 h 2522085"/>
              <a:gd name="connsiteX4-5755" fmla="*/ 2437136 w 2450561"/>
              <a:gd name="connsiteY4-5756" fmla="*/ 990888 h 2522085"/>
              <a:gd name="connsiteX5-5757" fmla="*/ 2448653 w 2450561"/>
              <a:gd name="connsiteY5-5758" fmla="*/ 1033131 h 2522085"/>
              <a:gd name="connsiteX6-5759" fmla="*/ 2412804 w 2450561"/>
              <a:gd name="connsiteY6-5760" fmla="*/ 1058331 h 2522085"/>
              <a:gd name="connsiteX7-5761" fmla="*/ 1910353 w 2450561"/>
              <a:gd name="connsiteY7-5762" fmla="*/ 1058331 h 2522085"/>
              <a:gd name="connsiteX8-5763" fmla="*/ 1872252 w 2450561"/>
              <a:gd name="connsiteY8-5764" fmla="*/ 1083731 h 2522085"/>
              <a:gd name="connsiteX9-5765" fmla="*/ 1872252 w 2450561"/>
              <a:gd name="connsiteY9-5766" fmla="*/ 2496734 h 2522085"/>
              <a:gd name="connsiteX10-5767" fmla="*/ 1846852 w 2450561"/>
              <a:gd name="connsiteY10-5768" fmla="*/ 2522085 h 2522085"/>
              <a:gd name="connsiteX11-5769" fmla="*/ 604792 w 2450561"/>
              <a:gd name="connsiteY11-5770" fmla="*/ 2522085 h 2522085"/>
              <a:gd name="connsiteX12-5771" fmla="*/ 579392 w 2450561"/>
              <a:gd name="connsiteY12-5772" fmla="*/ 2496685 h 2522085"/>
              <a:gd name="connsiteX13-5773" fmla="*/ 579392 w 2450561"/>
              <a:gd name="connsiteY13-5774" fmla="*/ 1083682 h 2522085"/>
              <a:gd name="connsiteX14-5775" fmla="*/ 553993 w 2450561"/>
              <a:gd name="connsiteY14-5776" fmla="*/ 1058332 h 2522085"/>
              <a:gd name="connsiteX15-5777" fmla="*/ 3549 w 2450561"/>
              <a:gd name="connsiteY15-5778" fmla="*/ 1058332 h 2522085"/>
              <a:gd name="connsiteX16-5779" fmla="*/ 2988 w 2450561"/>
              <a:gd name="connsiteY16-5780" fmla="*/ 1033119 h 2522085"/>
              <a:gd name="connsiteX0-5781" fmla="*/ 2988 w 2450561"/>
              <a:gd name="connsiteY0-5782" fmla="*/ 1033119 h 2522085"/>
              <a:gd name="connsiteX1-5783" fmla="*/ 14553 w 2450561"/>
              <a:gd name="connsiteY1-5784" fmla="*/ 990852 h 2522085"/>
              <a:gd name="connsiteX2-5785" fmla="*/ 1201583 w 2450561"/>
              <a:gd name="connsiteY2-5786" fmla="*/ 9117 h 2522085"/>
              <a:gd name="connsiteX3-5787" fmla="*/ 1250106 w 2450561"/>
              <a:gd name="connsiteY3-5788" fmla="*/ 9153 h 2522085"/>
              <a:gd name="connsiteX4-5789" fmla="*/ 2437136 w 2450561"/>
              <a:gd name="connsiteY4-5790" fmla="*/ 990888 h 2522085"/>
              <a:gd name="connsiteX5-5791" fmla="*/ 2448653 w 2450561"/>
              <a:gd name="connsiteY5-5792" fmla="*/ 1033131 h 2522085"/>
              <a:gd name="connsiteX6-5793" fmla="*/ 2412804 w 2450561"/>
              <a:gd name="connsiteY6-5794" fmla="*/ 1058331 h 2522085"/>
              <a:gd name="connsiteX7-5795" fmla="*/ 1910353 w 2450561"/>
              <a:gd name="connsiteY7-5796" fmla="*/ 1058331 h 2522085"/>
              <a:gd name="connsiteX8-5797" fmla="*/ 1872252 w 2450561"/>
              <a:gd name="connsiteY8-5798" fmla="*/ 1083731 h 2522085"/>
              <a:gd name="connsiteX9-5799" fmla="*/ 1872252 w 2450561"/>
              <a:gd name="connsiteY9-5800" fmla="*/ 2496734 h 2522085"/>
              <a:gd name="connsiteX10-5801" fmla="*/ 1846852 w 2450561"/>
              <a:gd name="connsiteY10-5802" fmla="*/ 2522085 h 2522085"/>
              <a:gd name="connsiteX11-5803" fmla="*/ 604792 w 2450561"/>
              <a:gd name="connsiteY11-5804" fmla="*/ 2522085 h 2522085"/>
              <a:gd name="connsiteX12-5805" fmla="*/ 579392 w 2450561"/>
              <a:gd name="connsiteY12-5806" fmla="*/ 2496685 h 2522085"/>
              <a:gd name="connsiteX13-5807" fmla="*/ 579392 w 2450561"/>
              <a:gd name="connsiteY13-5808" fmla="*/ 1083682 h 2522085"/>
              <a:gd name="connsiteX14-5809" fmla="*/ 553993 w 2450561"/>
              <a:gd name="connsiteY14-5810" fmla="*/ 1058332 h 2522085"/>
              <a:gd name="connsiteX15-5811" fmla="*/ 3549 w 2450561"/>
              <a:gd name="connsiteY15-5812" fmla="*/ 1058332 h 2522085"/>
              <a:gd name="connsiteX16-5813" fmla="*/ 2988 w 2450561"/>
              <a:gd name="connsiteY16-5814" fmla="*/ 1033119 h 2522085"/>
              <a:gd name="connsiteX0-5815" fmla="*/ 2988 w 2450561"/>
              <a:gd name="connsiteY0-5816" fmla="*/ 1033119 h 2522085"/>
              <a:gd name="connsiteX1-5817" fmla="*/ 14553 w 2450561"/>
              <a:gd name="connsiteY1-5818" fmla="*/ 990852 h 2522085"/>
              <a:gd name="connsiteX2-5819" fmla="*/ 1201583 w 2450561"/>
              <a:gd name="connsiteY2-5820" fmla="*/ 9117 h 2522085"/>
              <a:gd name="connsiteX3-5821" fmla="*/ 1250106 w 2450561"/>
              <a:gd name="connsiteY3-5822" fmla="*/ 9153 h 2522085"/>
              <a:gd name="connsiteX4-5823" fmla="*/ 2437136 w 2450561"/>
              <a:gd name="connsiteY4-5824" fmla="*/ 990888 h 2522085"/>
              <a:gd name="connsiteX5-5825" fmla="*/ 2448653 w 2450561"/>
              <a:gd name="connsiteY5-5826" fmla="*/ 1033131 h 2522085"/>
              <a:gd name="connsiteX6-5827" fmla="*/ 2412804 w 2450561"/>
              <a:gd name="connsiteY6-5828" fmla="*/ 1058331 h 2522085"/>
              <a:gd name="connsiteX7-5829" fmla="*/ 1910353 w 2450561"/>
              <a:gd name="connsiteY7-5830" fmla="*/ 1058331 h 2522085"/>
              <a:gd name="connsiteX8-5831" fmla="*/ 1872252 w 2450561"/>
              <a:gd name="connsiteY8-5832" fmla="*/ 1083731 h 2522085"/>
              <a:gd name="connsiteX9-5833" fmla="*/ 1872252 w 2450561"/>
              <a:gd name="connsiteY9-5834" fmla="*/ 2496734 h 2522085"/>
              <a:gd name="connsiteX10-5835" fmla="*/ 1846852 w 2450561"/>
              <a:gd name="connsiteY10-5836" fmla="*/ 2522085 h 2522085"/>
              <a:gd name="connsiteX11-5837" fmla="*/ 604792 w 2450561"/>
              <a:gd name="connsiteY11-5838" fmla="*/ 2522085 h 2522085"/>
              <a:gd name="connsiteX12-5839" fmla="*/ 579392 w 2450561"/>
              <a:gd name="connsiteY12-5840" fmla="*/ 2496685 h 2522085"/>
              <a:gd name="connsiteX13-5841" fmla="*/ 579392 w 2450561"/>
              <a:gd name="connsiteY13-5842" fmla="*/ 1083682 h 2522085"/>
              <a:gd name="connsiteX14-5843" fmla="*/ 553993 w 2450561"/>
              <a:gd name="connsiteY14-5844" fmla="*/ 1058332 h 2522085"/>
              <a:gd name="connsiteX15-5845" fmla="*/ 3549 w 2450561"/>
              <a:gd name="connsiteY15-5846" fmla="*/ 1058332 h 2522085"/>
              <a:gd name="connsiteX16-5847" fmla="*/ 2988 w 2450561"/>
              <a:gd name="connsiteY16-5848" fmla="*/ 1033119 h 2522085"/>
              <a:gd name="connsiteX0-5849" fmla="*/ 2988 w 2450561"/>
              <a:gd name="connsiteY0-5850" fmla="*/ 1033119 h 2522085"/>
              <a:gd name="connsiteX1-5851" fmla="*/ 14553 w 2450561"/>
              <a:gd name="connsiteY1-5852" fmla="*/ 990852 h 2522085"/>
              <a:gd name="connsiteX2-5853" fmla="*/ 1201583 w 2450561"/>
              <a:gd name="connsiteY2-5854" fmla="*/ 9117 h 2522085"/>
              <a:gd name="connsiteX3-5855" fmla="*/ 1250106 w 2450561"/>
              <a:gd name="connsiteY3-5856" fmla="*/ 9153 h 2522085"/>
              <a:gd name="connsiteX4-5857" fmla="*/ 2437136 w 2450561"/>
              <a:gd name="connsiteY4-5858" fmla="*/ 990888 h 2522085"/>
              <a:gd name="connsiteX5-5859" fmla="*/ 2448653 w 2450561"/>
              <a:gd name="connsiteY5-5860" fmla="*/ 1033131 h 2522085"/>
              <a:gd name="connsiteX6-5861" fmla="*/ 2412804 w 2450561"/>
              <a:gd name="connsiteY6-5862" fmla="*/ 1058331 h 2522085"/>
              <a:gd name="connsiteX7-5863" fmla="*/ 1910353 w 2450561"/>
              <a:gd name="connsiteY7-5864" fmla="*/ 1058331 h 2522085"/>
              <a:gd name="connsiteX8-5865" fmla="*/ 1872254 w 2450561"/>
              <a:gd name="connsiteY8-5866" fmla="*/ 1096430 h 2522085"/>
              <a:gd name="connsiteX9-5867" fmla="*/ 1872252 w 2450561"/>
              <a:gd name="connsiteY9-5868" fmla="*/ 2496734 h 2522085"/>
              <a:gd name="connsiteX10-5869" fmla="*/ 1846852 w 2450561"/>
              <a:gd name="connsiteY10-5870" fmla="*/ 2522085 h 2522085"/>
              <a:gd name="connsiteX11-5871" fmla="*/ 604792 w 2450561"/>
              <a:gd name="connsiteY11-5872" fmla="*/ 2522085 h 2522085"/>
              <a:gd name="connsiteX12-5873" fmla="*/ 579392 w 2450561"/>
              <a:gd name="connsiteY12-5874" fmla="*/ 2496685 h 2522085"/>
              <a:gd name="connsiteX13-5875" fmla="*/ 579392 w 2450561"/>
              <a:gd name="connsiteY13-5876" fmla="*/ 1083682 h 2522085"/>
              <a:gd name="connsiteX14-5877" fmla="*/ 553993 w 2450561"/>
              <a:gd name="connsiteY14-5878" fmla="*/ 1058332 h 2522085"/>
              <a:gd name="connsiteX15-5879" fmla="*/ 3549 w 2450561"/>
              <a:gd name="connsiteY15-5880" fmla="*/ 1058332 h 2522085"/>
              <a:gd name="connsiteX16-5881" fmla="*/ 2988 w 2450561"/>
              <a:gd name="connsiteY16-5882" fmla="*/ 1033119 h 2522085"/>
              <a:gd name="connsiteX0-5883" fmla="*/ 2988 w 2450561"/>
              <a:gd name="connsiteY0-5884" fmla="*/ 1033119 h 2522085"/>
              <a:gd name="connsiteX1-5885" fmla="*/ 14553 w 2450561"/>
              <a:gd name="connsiteY1-5886" fmla="*/ 990852 h 2522085"/>
              <a:gd name="connsiteX2-5887" fmla="*/ 1201583 w 2450561"/>
              <a:gd name="connsiteY2-5888" fmla="*/ 9117 h 2522085"/>
              <a:gd name="connsiteX3-5889" fmla="*/ 1250106 w 2450561"/>
              <a:gd name="connsiteY3-5890" fmla="*/ 9153 h 2522085"/>
              <a:gd name="connsiteX4-5891" fmla="*/ 2437136 w 2450561"/>
              <a:gd name="connsiteY4-5892" fmla="*/ 990888 h 2522085"/>
              <a:gd name="connsiteX5-5893" fmla="*/ 2448653 w 2450561"/>
              <a:gd name="connsiteY5-5894" fmla="*/ 1033131 h 2522085"/>
              <a:gd name="connsiteX6-5895" fmla="*/ 2412804 w 2450561"/>
              <a:gd name="connsiteY6-5896" fmla="*/ 1058331 h 2522085"/>
              <a:gd name="connsiteX7-5897" fmla="*/ 1910353 w 2450561"/>
              <a:gd name="connsiteY7-5898" fmla="*/ 1058331 h 2522085"/>
              <a:gd name="connsiteX8-5899" fmla="*/ 1872254 w 2450561"/>
              <a:gd name="connsiteY8-5900" fmla="*/ 1096430 h 2522085"/>
              <a:gd name="connsiteX9-5901" fmla="*/ 1872252 w 2450561"/>
              <a:gd name="connsiteY9-5902" fmla="*/ 2496734 h 2522085"/>
              <a:gd name="connsiteX10-5903" fmla="*/ 1846852 w 2450561"/>
              <a:gd name="connsiteY10-5904" fmla="*/ 2522085 h 2522085"/>
              <a:gd name="connsiteX11-5905" fmla="*/ 604792 w 2450561"/>
              <a:gd name="connsiteY11-5906" fmla="*/ 2522085 h 2522085"/>
              <a:gd name="connsiteX12-5907" fmla="*/ 579392 w 2450561"/>
              <a:gd name="connsiteY12-5908" fmla="*/ 2496685 h 2522085"/>
              <a:gd name="connsiteX13-5909" fmla="*/ 579392 w 2450561"/>
              <a:gd name="connsiteY13-5910" fmla="*/ 1083682 h 2522085"/>
              <a:gd name="connsiteX14-5911" fmla="*/ 553993 w 2450561"/>
              <a:gd name="connsiteY14-5912" fmla="*/ 1058332 h 2522085"/>
              <a:gd name="connsiteX15-5913" fmla="*/ 3549 w 2450561"/>
              <a:gd name="connsiteY15-5914" fmla="*/ 1058332 h 2522085"/>
              <a:gd name="connsiteX16-5915" fmla="*/ 2988 w 2450561"/>
              <a:gd name="connsiteY16-5916" fmla="*/ 1033119 h 2522085"/>
              <a:gd name="connsiteX0-5917" fmla="*/ 2988 w 2450561"/>
              <a:gd name="connsiteY0-5918" fmla="*/ 1033119 h 2522085"/>
              <a:gd name="connsiteX1-5919" fmla="*/ 14553 w 2450561"/>
              <a:gd name="connsiteY1-5920" fmla="*/ 990852 h 2522085"/>
              <a:gd name="connsiteX2-5921" fmla="*/ 1201583 w 2450561"/>
              <a:gd name="connsiteY2-5922" fmla="*/ 9117 h 2522085"/>
              <a:gd name="connsiteX3-5923" fmla="*/ 1250106 w 2450561"/>
              <a:gd name="connsiteY3-5924" fmla="*/ 9153 h 2522085"/>
              <a:gd name="connsiteX4-5925" fmla="*/ 2437136 w 2450561"/>
              <a:gd name="connsiteY4-5926" fmla="*/ 990888 h 2522085"/>
              <a:gd name="connsiteX5-5927" fmla="*/ 2448653 w 2450561"/>
              <a:gd name="connsiteY5-5928" fmla="*/ 1033131 h 2522085"/>
              <a:gd name="connsiteX6-5929" fmla="*/ 2412804 w 2450561"/>
              <a:gd name="connsiteY6-5930" fmla="*/ 1058331 h 2522085"/>
              <a:gd name="connsiteX7-5931" fmla="*/ 1910353 w 2450561"/>
              <a:gd name="connsiteY7-5932" fmla="*/ 1058331 h 2522085"/>
              <a:gd name="connsiteX8-5933" fmla="*/ 1872254 w 2450561"/>
              <a:gd name="connsiteY8-5934" fmla="*/ 1096430 h 2522085"/>
              <a:gd name="connsiteX9-5935" fmla="*/ 1872252 w 2450561"/>
              <a:gd name="connsiteY9-5936" fmla="*/ 2496734 h 2522085"/>
              <a:gd name="connsiteX10-5937" fmla="*/ 1846852 w 2450561"/>
              <a:gd name="connsiteY10-5938" fmla="*/ 2522085 h 2522085"/>
              <a:gd name="connsiteX11-5939" fmla="*/ 604792 w 2450561"/>
              <a:gd name="connsiteY11-5940" fmla="*/ 2522085 h 2522085"/>
              <a:gd name="connsiteX12-5941" fmla="*/ 579392 w 2450561"/>
              <a:gd name="connsiteY12-5942" fmla="*/ 2496685 h 2522085"/>
              <a:gd name="connsiteX13-5943" fmla="*/ 579392 w 2450561"/>
              <a:gd name="connsiteY13-5944" fmla="*/ 1083682 h 2522085"/>
              <a:gd name="connsiteX14-5945" fmla="*/ 553993 w 2450561"/>
              <a:gd name="connsiteY14-5946" fmla="*/ 1058332 h 2522085"/>
              <a:gd name="connsiteX15-5947" fmla="*/ 3549 w 2450561"/>
              <a:gd name="connsiteY15-5948" fmla="*/ 1058332 h 2522085"/>
              <a:gd name="connsiteX16-5949" fmla="*/ 2988 w 2450561"/>
              <a:gd name="connsiteY16-5950" fmla="*/ 1033119 h 2522085"/>
              <a:gd name="connsiteX0-5951" fmla="*/ 2988 w 2450561"/>
              <a:gd name="connsiteY0-5952" fmla="*/ 1033119 h 2522085"/>
              <a:gd name="connsiteX1-5953" fmla="*/ 14553 w 2450561"/>
              <a:gd name="connsiteY1-5954" fmla="*/ 990852 h 2522085"/>
              <a:gd name="connsiteX2-5955" fmla="*/ 1201583 w 2450561"/>
              <a:gd name="connsiteY2-5956" fmla="*/ 9117 h 2522085"/>
              <a:gd name="connsiteX3-5957" fmla="*/ 1250106 w 2450561"/>
              <a:gd name="connsiteY3-5958" fmla="*/ 9153 h 2522085"/>
              <a:gd name="connsiteX4-5959" fmla="*/ 2437136 w 2450561"/>
              <a:gd name="connsiteY4-5960" fmla="*/ 990888 h 2522085"/>
              <a:gd name="connsiteX5-5961" fmla="*/ 2448653 w 2450561"/>
              <a:gd name="connsiteY5-5962" fmla="*/ 1033131 h 2522085"/>
              <a:gd name="connsiteX6-5963" fmla="*/ 2412804 w 2450561"/>
              <a:gd name="connsiteY6-5964" fmla="*/ 1058331 h 2522085"/>
              <a:gd name="connsiteX7-5965" fmla="*/ 1910353 w 2450561"/>
              <a:gd name="connsiteY7-5966" fmla="*/ 1058331 h 2522085"/>
              <a:gd name="connsiteX8-5967" fmla="*/ 1872254 w 2450561"/>
              <a:gd name="connsiteY8-5968" fmla="*/ 1096430 h 2522085"/>
              <a:gd name="connsiteX9-5969" fmla="*/ 1872254 w 2450561"/>
              <a:gd name="connsiteY9-5970" fmla="*/ 2484033 h 2522085"/>
              <a:gd name="connsiteX10-5971" fmla="*/ 1846852 w 2450561"/>
              <a:gd name="connsiteY10-5972" fmla="*/ 2522085 h 2522085"/>
              <a:gd name="connsiteX11-5973" fmla="*/ 604792 w 2450561"/>
              <a:gd name="connsiteY11-5974" fmla="*/ 2522085 h 2522085"/>
              <a:gd name="connsiteX12-5975" fmla="*/ 579392 w 2450561"/>
              <a:gd name="connsiteY12-5976" fmla="*/ 2496685 h 2522085"/>
              <a:gd name="connsiteX13-5977" fmla="*/ 579392 w 2450561"/>
              <a:gd name="connsiteY13-5978" fmla="*/ 1083682 h 2522085"/>
              <a:gd name="connsiteX14-5979" fmla="*/ 553993 w 2450561"/>
              <a:gd name="connsiteY14-5980" fmla="*/ 1058332 h 2522085"/>
              <a:gd name="connsiteX15-5981" fmla="*/ 3549 w 2450561"/>
              <a:gd name="connsiteY15-5982" fmla="*/ 1058332 h 2522085"/>
              <a:gd name="connsiteX16-5983" fmla="*/ 2988 w 2450561"/>
              <a:gd name="connsiteY16-5984" fmla="*/ 1033119 h 2522085"/>
              <a:gd name="connsiteX0-5985" fmla="*/ 2988 w 2450561"/>
              <a:gd name="connsiteY0-5986" fmla="*/ 1033119 h 2522085"/>
              <a:gd name="connsiteX1-5987" fmla="*/ 14553 w 2450561"/>
              <a:gd name="connsiteY1-5988" fmla="*/ 990852 h 2522085"/>
              <a:gd name="connsiteX2-5989" fmla="*/ 1201583 w 2450561"/>
              <a:gd name="connsiteY2-5990" fmla="*/ 9117 h 2522085"/>
              <a:gd name="connsiteX3-5991" fmla="*/ 1250106 w 2450561"/>
              <a:gd name="connsiteY3-5992" fmla="*/ 9153 h 2522085"/>
              <a:gd name="connsiteX4-5993" fmla="*/ 2437136 w 2450561"/>
              <a:gd name="connsiteY4-5994" fmla="*/ 990888 h 2522085"/>
              <a:gd name="connsiteX5-5995" fmla="*/ 2448653 w 2450561"/>
              <a:gd name="connsiteY5-5996" fmla="*/ 1033131 h 2522085"/>
              <a:gd name="connsiteX6-5997" fmla="*/ 2412804 w 2450561"/>
              <a:gd name="connsiteY6-5998" fmla="*/ 1058331 h 2522085"/>
              <a:gd name="connsiteX7-5999" fmla="*/ 1910353 w 2450561"/>
              <a:gd name="connsiteY7-6000" fmla="*/ 1058331 h 2522085"/>
              <a:gd name="connsiteX8-6001" fmla="*/ 1872254 w 2450561"/>
              <a:gd name="connsiteY8-6002" fmla="*/ 1096430 h 2522085"/>
              <a:gd name="connsiteX9-6003" fmla="*/ 1872254 w 2450561"/>
              <a:gd name="connsiteY9-6004" fmla="*/ 2484033 h 2522085"/>
              <a:gd name="connsiteX10-6005" fmla="*/ 1846852 w 2450561"/>
              <a:gd name="connsiteY10-6006" fmla="*/ 2522085 h 2522085"/>
              <a:gd name="connsiteX11-6007" fmla="*/ 604792 w 2450561"/>
              <a:gd name="connsiteY11-6008" fmla="*/ 2522085 h 2522085"/>
              <a:gd name="connsiteX12-6009" fmla="*/ 579392 w 2450561"/>
              <a:gd name="connsiteY12-6010" fmla="*/ 2496685 h 2522085"/>
              <a:gd name="connsiteX13-6011" fmla="*/ 579392 w 2450561"/>
              <a:gd name="connsiteY13-6012" fmla="*/ 1083682 h 2522085"/>
              <a:gd name="connsiteX14-6013" fmla="*/ 553993 w 2450561"/>
              <a:gd name="connsiteY14-6014" fmla="*/ 1058332 h 2522085"/>
              <a:gd name="connsiteX15-6015" fmla="*/ 3549 w 2450561"/>
              <a:gd name="connsiteY15-6016" fmla="*/ 1058332 h 2522085"/>
              <a:gd name="connsiteX16-6017" fmla="*/ 2988 w 2450561"/>
              <a:gd name="connsiteY16-6018" fmla="*/ 1033119 h 2522085"/>
              <a:gd name="connsiteX0-6019" fmla="*/ 2988 w 2450561"/>
              <a:gd name="connsiteY0-6020" fmla="*/ 1033119 h 2522085"/>
              <a:gd name="connsiteX1-6021" fmla="*/ 14553 w 2450561"/>
              <a:gd name="connsiteY1-6022" fmla="*/ 990852 h 2522085"/>
              <a:gd name="connsiteX2-6023" fmla="*/ 1201583 w 2450561"/>
              <a:gd name="connsiteY2-6024" fmla="*/ 9117 h 2522085"/>
              <a:gd name="connsiteX3-6025" fmla="*/ 1250106 w 2450561"/>
              <a:gd name="connsiteY3-6026" fmla="*/ 9153 h 2522085"/>
              <a:gd name="connsiteX4-6027" fmla="*/ 2437136 w 2450561"/>
              <a:gd name="connsiteY4-6028" fmla="*/ 990888 h 2522085"/>
              <a:gd name="connsiteX5-6029" fmla="*/ 2448653 w 2450561"/>
              <a:gd name="connsiteY5-6030" fmla="*/ 1033131 h 2522085"/>
              <a:gd name="connsiteX6-6031" fmla="*/ 2412804 w 2450561"/>
              <a:gd name="connsiteY6-6032" fmla="*/ 1058331 h 2522085"/>
              <a:gd name="connsiteX7-6033" fmla="*/ 1910353 w 2450561"/>
              <a:gd name="connsiteY7-6034" fmla="*/ 1058331 h 2522085"/>
              <a:gd name="connsiteX8-6035" fmla="*/ 1872254 w 2450561"/>
              <a:gd name="connsiteY8-6036" fmla="*/ 1096430 h 2522085"/>
              <a:gd name="connsiteX9-6037" fmla="*/ 1872254 w 2450561"/>
              <a:gd name="connsiteY9-6038" fmla="*/ 2484033 h 2522085"/>
              <a:gd name="connsiteX10-6039" fmla="*/ 1846852 w 2450561"/>
              <a:gd name="connsiteY10-6040" fmla="*/ 2522085 h 2522085"/>
              <a:gd name="connsiteX11-6041" fmla="*/ 604792 w 2450561"/>
              <a:gd name="connsiteY11-6042" fmla="*/ 2522085 h 2522085"/>
              <a:gd name="connsiteX12-6043" fmla="*/ 579392 w 2450561"/>
              <a:gd name="connsiteY12-6044" fmla="*/ 2496685 h 2522085"/>
              <a:gd name="connsiteX13-6045" fmla="*/ 579392 w 2450561"/>
              <a:gd name="connsiteY13-6046" fmla="*/ 1083682 h 2522085"/>
              <a:gd name="connsiteX14-6047" fmla="*/ 553993 w 2450561"/>
              <a:gd name="connsiteY14-6048" fmla="*/ 1058332 h 2522085"/>
              <a:gd name="connsiteX15-6049" fmla="*/ 3549 w 2450561"/>
              <a:gd name="connsiteY15-6050" fmla="*/ 1058332 h 2522085"/>
              <a:gd name="connsiteX16-6051" fmla="*/ 2988 w 2450561"/>
              <a:gd name="connsiteY16-6052" fmla="*/ 1033119 h 2522085"/>
              <a:gd name="connsiteX0-6053" fmla="*/ 2988 w 2450561"/>
              <a:gd name="connsiteY0-6054" fmla="*/ 1033119 h 2522085"/>
              <a:gd name="connsiteX1-6055" fmla="*/ 14553 w 2450561"/>
              <a:gd name="connsiteY1-6056" fmla="*/ 990852 h 2522085"/>
              <a:gd name="connsiteX2-6057" fmla="*/ 1201583 w 2450561"/>
              <a:gd name="connsiteY2-6058" fmla="*/ 9117 h 2522085"/>
              <a:gd name="connsiteX3-6059" fmla="*/ 1250106 w 2450561"/>
              <a:gd name="connsiteY3-6060" fmla="*/ 9153 h 2522085"/>
              <a:gd name="connsiteX4-6061" fmla="*/ 2437136 w 2450561"/>
              <a:gd name="connsiteY4-6062" fmla="*/ 990888 h 2522085"/>
              <a:gd name="connsiteX5-6063" fmla="*/ 2448653 w 2450561"/>
              <a:gd name="connsiteY5-6064" fmla="*/ 1033131 h 2522085"/>
              <a:gd name="connsiteX6-6065" fmla="*/ 2412804 w 2450561"/>
              <a:gd name="connsiteY6-6066" fmla="*/ 1058331 h 2522085"/>
              <a:gd name="connsiteX7-6067" fmla="*/ 1910353 w 2450561"/>
              <a:gd name="connsiteY7-6068" fmla="*/ 1058331 h 2522085"/>
              <a:gd name="connsiteX8-6069" fmla="*/ 1872254 w 2450561"/>
              <a:gd name="connsiteY8-6070" fmla="*/ 1096430 h 2522085"/>
              <a:gd name="connsiteX9-6071" fmla="*/ 1872254 w 2450561"/>
              <a:gd name="connsiteY9-6072" fmla="*/ 2484033 h 2522085"/>
              <a:gd name="connsiteX10-6073" fmla="*/ 1834154 w 2450561"/>
              <a:gd name="connsiteY10-6074" fmla="*/ 2522084 h 2522085"/>
              <a:gd name="connsiteX11-6075" fmla="*/ 604792 w 2450561"/>
              <a:gd name="connsiteY11-6076" fmla="*/ 2522085 h 2522085"/>
              <a:gd name="connsiteX12-6077" fmla="*/ 579392 w 2450561"/>
              <a:gd name="connsiteY12-6078" fmla="*/ 2496685 h 2522085"/>
              <a:gd name="connsiteX13-6079" fmla="*/ 579392 w 2450561"/>
              <a:gd name="connsiteY13-6080" fmla="*/ 1083682 h 2522085"/>
              <a:gd name="connsiteX14-6081" fmla="*/ 553993 w 2450561"/>
              <a:gd name="connsiteY14-6082" fmla="*/ 1058332 h 2522085"/>
              <a:gd name="connsiteX15-6083" fmla="*/ 3549 w 2450561"/>
              <a:gd name="connsiteY15-6084" fmla="*/ 1058332 h 2522085"/>
              <a:gd name="connsiteX16-6085" fmla="*/ 2988 w 2450561"/>
              <a:gd name="connsiteY16-6086" fmla="*/ 1033119 h 2522085"/>
              <a:gd name="connsiteX0-6087" fmla="*/ 2988 w 2450561"/>
              <a:gd name="connsiteY0-6088" fmla="*/ 1033119 h 2522085"/>
              <a:gd name="connsiteX1-6089" fmla="*/ 14553 w 2450561"/>
              <a:gd name="connsiteY1-6090" fmla="*/ 990852 h 2522085"/>
              <a:gd name="connsiteX2-6091" fmla="*/ 1201583 w 2450561"/>
              <a:gd name="connsiteY2-6092" fmla="*/ 9117 h 2522085"/>
              <a:gd name="connsiteX3-6093" fmla="*/ 1250106 w 2450561"/>
              <a:gd name="connsiteY3-6094" fmla="*/ 9153 h 2522085"/>
              <a:gd name="connsiteX4-6095" fmla="*/ 2437136 w 2450561"/>
              <a:gd name="connsiteY4-6096" fmla="*/ 990888 h 2522085"/>
              <a:gd name="connsiteX5-6097" fmla="*/ 2448653 w 2450561"/>
              <a:gd name="connsiteY5-6098" fmla="*/ 1033131 h 2522085"/>
              <a:gd name="connsiteX6-6099" fmla="*/ 2412804 w 2450561"/>
              <a:gd name="connsiteY6-6100" fmla="*/ 1058331 h 2522085"/>
              <a:gd name="connsiteX7-6101" fmla="*/ 1910353 w 2450561"/>
              <a:gd name="connsiteY7-6102" fmla="*/ 1058331 h 2522085"/>
              <a:gd name="connsiteX8-6103" fmla="*/ 1872254 w 2450561"/>
              <a:gd name="connsiteY8-6104" fmla="*/ 1096430 h 2522085"/>
              <a:gd name="connsiteX9-6105" fmla="*/ 1872254 w 2450561"/>
              <a:gd name="connsiteY9-6106" fmla="*/ 2484033 h 2522085"/>
              <a:gd name="connsiteX10-6107" fmla="*/ 1834154 w 2450561"/>
              <a:gd name="connsiteY10-6108" fmla="*/ 2522084 h 2522085"/>
              <a:gd name="connsiteX11-6109" fmla="*/ 604792 w 2450561"/>
              <a:gd name="connsiteY11-6110" fmla="*/ 2522085 h 2522085"/>
              <a:gd name="connsiteX12-6111" fmla="*/ 579392 w 2450561"/>
              <a:gd name="connsiteY12-6112" fmla="*/ 2496685 h 2522085"/>
              <a:gd name="connsiteX13-6113" fmla="*/ 579392 w 2450561"/>
              <a:gd name="connsiteY13-6114" fmla="*/ 1083682 h 2522085"/>
              <a:gd name="connsiteX14-6115" fmla="*/ 553993 w 2450561"/>
              <a:gd name="connsiteY14-6116" fmla="*/ 1058332 h 2522085"/>
              <a:gd name="connsiteX15-6117" fmla="*/ 3549 w 2450561"/>
              <a:gd name="connsiteY15-6118" fmla="*/ 1058332 h 2522085"/>
              <a:gd name="connsiteX16-6119" fmla="*/ 2988 w 2450561"/>
              <a:gd name="connsiteY16-6120" fmla="*/ 1033119 h 2522085"/>
              <a:gd name="connsiteX0-6121" fmla="*/ 2988 w 2450561"/>
              <a:gd name="connsiteY0-6122" fmla="*/ 1033119 h 2522085"/>
              <a:gd name="connsiteX1-6123" fmla="*/ 14553 w 2450561"/>
              <a:gd name="connsiteY1-6124" fmla="*/ 990852 h 2522085"/>
              <a:gd name="connsiteX2-6125" fmla="*/ 1201583 w 2450561"/>
              <a:gd name="connsiteY2-6126" fmla="*/ 9117 h 2522085"/>
              <a:gd name="connsiteX3-6127" fmla="*/ 1250106 w 2450561"/>
              <a:gd name="connsiteY3-6128" fmla="*/ 9153 h 2522085"/>
              <a:gd name="connsiteX4-6129" fmla="*/ 2437136 w 2450561"/>
              <a:gd name="connsiteY4-6130" fmla="*/ 990888 h 2522085"/>
              <a:gd name="connsiteX5-6131" fmla="*/ 2448653 w 2450561"/>
              <a:gd name="connsiteY5-6132" fmla="*/ 1033131 h 2522085"/>
              <a:gd name="connsiteX6-6133" fmla="*/ 2412804 w 2450561"/>
              <a:gd name="connsiteY6-6134" fmla="*/ 1058331 h 2522085"/>
              <a:gd name="connsiteX7-6135" fmla="*/ 1910353 w 2450561"/>
              <a:gd name="connsiteY7-6136" fmla="*/ 1058331 h 2522085"/>
              <a:gd name="connsiteX8-6137" fmla="*/ 1872254 w 2450561"/>
              <a:gd name="connsiteY8-6138" fmla="*/ 1096430 h 2522085"/>
              <a:gd name="connsiteX9-6139" fmla="*/ 1872254 w 2450561"/>
              <a:gd name="connsiteY9-6140" fmla="*/ 2484033 h 2522085"/>
              <a:gd name="connsiteX10-6141" fmla="*/ 1834154 w 2450561"/>
              <a:gd name="connsiteY10-6142" fmla="*/ 2522084 h 2522085"/>
              <a:gd name="connsiteX11-6143" fmla="*/ 604792 w 2450561"/>
              <a:gd name="connsiteY11-6144" fmla="*/ 2522085 h 2522085"/>
              <a:gd name="connsiteX12-6145" fmla="*/ 579392 w 2450561"/>
              <a:gd name="connsiteY12-6146" fmla="*/ 2496685 h 2522085"/>
              <a:gd name="connsiteX13-6147" fmla="*/ 579392 w 2450561"/>
              <a:gd name="connsiteY13-6148" fmla="*/ 1083682 h 2522085"/>
              <a:gd name="connsiteX14-6149" fmla="*/ 553993 w 2450561"/>
              <a:gd name="connsiteY14-6150" fmla="*/ 1058332 h 2522085"/>
              <a:gd name="connsiteX15-6151" fmla="*/ 3549 w 2450561"/>
              <a:gd name="connsiteY15-6152" fmla="*/ 1058332 h 2522085"/>
              <a:gd name="connsiteX16-6153" fmla="*/ 2988 w 2450561"/>
              <a:gd name="connsiteY16-6154" fmla="*/ 1033119 h 2522085"/>
              <a:gd name="connsiteX0-6155" fmla="*/ 2988 w 2450561"/>
              <a:gd name="connsiteY0-6156" fmla="*/ 1033119 h 2522084"/>
              <a:gd name="connsiteX1-6157" fmla="*/ 14553 w 2450561"/>
              <a:gd name="connsiteY1-6158" fmla="*/ 990852 h 2522084"/>
              <a:gd name="connsiteX2-6159" fmla="*/ 1201583 w 2450561"/>
              <a:gd name="connsiteY2-6160" fmla="*/ 9117 h 2522084"/>
              <a:gd name="connsiteX3-6161" fmla="*/ 1250106 w 2450561"/>
              <a:gd name="connsiteY3-6162" fmla="*/ 9153 h 2522084"/>
              <a:gd name="connsiteX4-6163" fmla="*/ 2437136 w 2450561"/>
              <a:gd name="connsiteY4-6164" fmla="*/ 990888 h 2522084"/>
              <a:gd name="connsiteX5-6165" fmla="*/ 2448653 w 2450561"/>
              <a:gd name="connsiteY5-6166" fmla="*/ 1033131 h 2522084"/>
              <a:gd name="connsiteX6-6167" fmla="*/ 2412804 w 2450561"/>
              <a:gd name="connsiteY6-6168" fmla="*/ 1058331 h 2522084"/>
              <a:gd name="connsiteX7-6169" fmla="*/ 1910353 w 2450561"/>
              <a:gd name="connsiteY7-6170" fmla="*/ 1058331 h 2522084"/>
              <a:gd name="connsiteX8-6171" fmla="*/ 1872254 w 2450561"/>
              <a:gd name="connsiteY8-6172" fmla="*/ 1096430 h 2522084"/>
              <a:gd name="connsiteX9-6173" fmla="*/ 1872254 w 2450561"/>
              <a:gd name="connsiteY9-6174" fmla="*/ 2484033 h 2522084"/>
              <a:gd name="connsiteX10-6175" fmla="*/ 1834154 w 2450561"/>
              <a:gd name="connsiteY10-6176" fmla="*/ 2522084 h 2522084"/>
              <a:gd name="connsiteX11-6177" fmla="*/ 617494 w 2450561"/>
              <a:gd name="connsiteY11-6178" fmla="*/ 2522084 h 2522084"/>
              <a:gd name="connsiteX12-6179" fmla="*/ 579392 w 2450561"/>
              <a:gd name="connsiteY12-6180" fmla="*/ 2496685 h 2522084"/>
              <a:gd name="connsiteX13-6181" fmla="*/ 579392 w 2450561"/>
              <a:gd name="connsiteY13-6182" fmla="*/ 1083682 h 2522084"/>
              <a:gd name="connsiteX14-6183" fmla="*/ 553993 w 2450561"/>
              <a:gd name="connsiteY14-6184" fmla="*/ 1058332 h 2522084"/>
              <a:gd name="connsiteX15-6185" fmla="*/ 3549 w 2450561"/>
              <a:gd name="connsiteY15-6186" fmla="*/ 1058332 h 2522084"/>
              <a:gd name="connsiteX16-6187" fmla="*/ 2988 w 2450561"/>
              <a:gd name="connsiteY16-6188" fmla="*/ 1033119 h 2522084"/>
              <a:gd name="connsiteX0-6189" fmla="*/ 2988 w 2450561"/>
              <a:gd name="connsiteY0-6190" fmla="*/ 1033119 h 2522084"/>
              <a:gd name="connsiteX1-6191" fmla="*/ 14553 w 2450561"/>
              <a:gd name="connsiteY1-6192" fmla="*/ 990852 h 2522084"/>
              <a:gd name="connsiteX2-6193" fmla="*/ 1201583 w 2450561"/>
              <a:gd name="connsiteY2-6194" fmla="*/ 9117 h 2522084"/>
              <a:gd name="connsiteX3-6195" fmla="*/ 1250106 w 2450561"/>
              <a:gd name="connsiteY3-6196" fmla="*/ 9153 h 2522084"/>
              <a:gd name="connsiteX4-6197" fmla="*/ 2437136 w 2450561"/>
              <a:gd name="connsiteY4-6198" fmla="*/ 990888 h 2522084"/>
              <a:gd name="connsiteX5-6199" fmla="*/ 2448653 w 2450561"/>
              <a:gd name="connsiteY5-6200" fmla="*/ 1033131 h 2522084"/>
              <a:gd name="connsiteX6-6201" fmla="*/ 2412804 w 2450561"/>
              <a:gd name="connsiteY6-6202" fmla="*/ 1058331 h 2522084"/>
              <a:gd name="connsiteX7-6203" fmla="*/ 1910353 w 2450561"/>
              <a:gd name="connsiteY7-6204" fmla="*/ 1058331 h 2522084"/>
              <a:gd name="connsiteX8-6205" fmla="*/ 1872254 w 2450561"/>
              <a:gd name="connsiteY8-6206" fmla="*/ 1096430 h 2522084"/>
              <a:gd name="connsiteX9-6207" fmla="*/ 1872254 w 2450561"/>
              <a:gd name="connsiteY9-6208" fmla="*/ 2484033 h 2522084"/>
              <a:gd name="connsiteX10-6209" fmla="*/ 1834154 w 2450561"/>
              <a:gd name="connsiteY10-6210" fmla="*/ 2522084 h 2522084"/>
              <a:gd name="connsiteX11-6211" fmla="*/ 617494 w 2450561"/>
              <a:gd name="connsiteY11-6212" fmla="*/ 2522084 h 2522084"/>
              <a:gd name="connsiteX12-6213" fmla="*/ 579392 w 2450561"/>
              <a:gd name="connsiteY12-6214" fmla="*/ 2496685 h 2522084"/>
              <a:gd name="connsiteX13-6215" fmla="*/ 579392 w 2450561"/>
              <a:gd name="connsiteY13-6216" fmla="*/ 1083682 h 2522084"/>
              <a:gd name="connsiteX14-6217" fmla="*/ 553993 w 2450561"/>
              <a:gd name="connsiteY14-6218" fmla="*/ 1058332 h 2522084"/>
              <a:gd name="connsiteX15-6219" fmla="*/ 3549 w 2450561"/>
              <a:gd name="connsiteY15-6220" fmla="*/ 1058332 h 2522084"/>
              <a:gd name="connsiteX16-6221" fmla="*/ 2988 w 2450561"/>
              <a:gd name="connsiteY16-6222" fmla="*/ 1033119 h 2522084"/>
              <a:gd name="connsiteX0-6223" fmla="*/ 2988 w 2450561"/>
              <a:gd name="connsiteY0-6224" fmla="*/ 1033119 h 2522084"/>
              <a:gd name="connsiteX1-6225" fmla="*/ 14553 w 2450561"/>
              <a:gd name="connsiteY1-6226" fmla="*/ 990852 h 2522084"/>
              <a:gd name="connsiteX2-6227" fmla="*/ 1201583 w 2450561"/>
              <a:gd name="connsiteY2-6228" fmla="*/ 9117 h 2522084"/>
              <a:gd name="connsiteX3-6229" fmla="*/ 1250106 w 2450561"/>
              <a:gd name="connsiteY3-6230" fmla="*/ 9153 h 2522084"/>
              <a:gd name="connsiteX4-6231" fmla="*/ 2437136 w 2450561"/>
              <a:gd name="connsiteY4-6232" fmla="*/ 990888 h 2522084"/>
              <a:gd name="connsiteX5-6233" fmla="*/ 2448653 w 2450561"/>
              <a:gd name="connsiteY5-6234" fmla="*/ 1033131 h 2522084"/>
              <a:gd name="connsiteX6-6235" fmla="*/ 2412804 w 2450561"/>
              <a:gd name="connsiteY6-6236" fmla="*/ 1058331 h 2522084"/>
              <a:gd name="connsiteX7-6237" fmla="*/ 1910353 w 2450561"/>
              <a:gd name="connsiteY7-6238" fmla="*/ 1058331 h 2522084"/>
              <a:gd name="connsiteX8-6239" fmla="*/ 1872254 w 2450561"/>
              <a:gd name="connsiteY8-6240" fmla="*/ 1096430 h 2522084"/>
              <a:gd name="connsiteX9-6241" fmla="*/ 1872254 w 2450561"/>
              <a:gd name="connsiteY9-6242" fmla="*/ 2484033 h 2522084"/>
              <a:gd name="connsiteX10-6243" fmla="*/ 1834154 w 2450561"/>
              <a:gd name="connsiteY10-6244" fmla="*/ 2522084 h 2522084"/>
              <a:gd name="connsiteX11-6245" fmla="*/ 617494 w 2450561"/>
              <a:gd name="connsiteY11-6246" fmla="*/ 2522084 h 2522084"/>
              <a:gd name="connsiteX12-6247" fmla="*/ 579392 w 2450561"/>
              <a:gd name="connsiteY12-6248" fmla="*/ 2496685 h 2522084"/>
              <a:gd name="connsiteX13-6249" fmla="*/ 579392 w 2450561"/>
              <a:gd name="connsiteY13-6250" fmla="*/ 1083682 h 2522084"/>
              <a:gd name="connsiteX14-6251" fmla="*/ 553993 w 2450561"/>
              <a:gd name="connsiteY14-6252" fmla="*/ 1058332 h 2522084"/>
              <a:gd name="connsiteX15-6253" fmla="*/ 3549 w 2450561"/>
              <a:gd name="connsiteY15-6254" fmla="*/ 1058332 h 2522084"/>
              <a:gd name="connsiteX16-6255" fmla="*/ 2988 w 2450561"/>
              <a:gd name="connsiteY16-6256" fmla="*/ 1033119 h 2522084"/>
              <a:gd name="connsiteX0-6257" fmla="*/ 2988 w 2450561"/>
              <a:gd name="connsiteY0-6258" fmla="*/ 1033119 h 2522084"/>
              <a:gd name="connsiteX1-6259" fmla="*/ 14553 w 2450561"/>
              <a:gd name="connsiteY1-6260" fmla="*/ 990852 h 2522084"/>
              <a:gd name="connsiteX2-6261" fmla="*/ 1201583 w 2450561"/>
              <a:gd name="connsiteY2-6262" fmla="*/ 9117 h 2522084"/>
              <a:gd name="connsiteX3-6263" fmla="*/ 1250106 w 2450561"/>
              <a:gd name="connsiteY3-6264" fmla="*/ 9153 h 2522084"/>
              <a:gd name="connsiteX4-6265" fmla="*/ 2437136 w 2450561"/>
              <a:gd name="connsiteY4-6266" fmla="*/ 990888 h 2522084"/>
              <a:gd name="connsiteX5-6267" fmla="*/ 2448653 w 2450561"/>
              <a:gd name="connsiteY5-6268" fmla="*/ 1033131 h 2522084"/>
              <a:gd name="connsiteX6-6269" fmla="*/ 2412804 w 2450561"/>
              <a:gd name="connsiteY6-6270" fmla="*/ 1058331 h 2522084"/>
              <a:gd name="connsiteX7-6271" fmla="*/ 1910353 w 2450561"/>
              <a:gd name="connsiteY7-6272" fmla="*/ 1058331 h 2522084"/>
              <a:gd name="connsiteX8-6273" fmla="*/ 1872254 w 2450561"/>
              <a:gd name="connsiteY8-6274" fmla="*/ 1096430 h 2522084"/>
              <a:gd name="connsiteX9-6275" fmla="*/ 1872254 w 2450561"/>
              <a:gd name="connsiteY9-6276" fmla="*/ 2484033 h 2522084"/>
              <a:gd name="connsiteX10-6277" fmla="*/ 1834154 w 2450561"/>
              <a:gd name="connsiteY10-6278" fmla="*/ 2522084 h 2522084"/>
              <a:gd name="connsiteX11-6279" fmla="*/ 617494 w 2450561"/>
              <a:gd name="connsiteY11-6280" fmla="*/ 2522084 h 2522084"/>
              <a:gd name="connsiteX12-6281" fmla="*/ 579394 w 2450561"/>
              <a:gd name="connsiteY12-6282" fmla="*/ 2483984 h 2522084"/>
              <a:gd name="connsiteX13-6283" fmla="*/ 579392 w 2450561"/>
              <a:gd name="connsiteY13-6284" fmla="*/ 1083682 h 2522084"/>
              <a:gd name="connsiteX14-6285" fmla="*/ 553993 w 2450561"/>
              <a:gd name="connsiteY14-6286" fmla="*/ 1058332 h 2522084"/>
              <a:gd name="connsiteX15-6287" fmla="*/ 3549 w 2450561"/>
              <a:gd name="connsiteY15-6288" fmla="*/ 1058332 h 2522084"/>
              <a:gd name="connsiteX16-6289" fmla="*/ 2988 w 2450561"/>
              <a:gd name="connsiteY16-6290" fmla="*/ 1033119 h 2522084"/>
              <a:gd name="connsiteX0-6291" fmla="*/ 2988 w 2450561"/>
              <a:gd name="connsiteY0-6292" fmla="*/ 1033119 h 2522084"/>
              <a:gd name="connsiteX1-6293" fmla="*/ 14553 w 2450561"/>
              <a:gd name="connsiteY1-6294" fmla="*/ 990852 h 2522084"/>
              <a:gd name="connsiteX2-6295" fmla="*/ 1201583 w 2450561"/>
              <a:gd name="connsiteY2-6296" fmla="*/ 9117 h 2522084"/>
              <a:gd name="connsiteX3-6297" fmla="*/ 1250106 w 2450561"/>
              <a:gd name="connsiteY3-6298" fmla="*/ 9153 h 2522084"/>
              <a:gd name="connsiteX4-6299" fmla="*/ 2437136 w 2450561"/>
              <a:gd name="connsiteY4-6300" fmla="*/ 990888 h 2522084"/>
              <a:gd name="connsiteX5-6301" fmla="*/ 2448653 w 2450561"/>
              <a:gd name="connsiteY5-6302" fmla="*/ 1033131 h 2522084"/>
              <a:gd name="connsiteX6-6303" fmla="*/ 2412804 w 2450561"/>
              <a:gd name="connsiteY6-6304" fmla="*/ 1058331 h 2522084"/>
              <a:gd name="connsiteX7-6305" fmla="*/ 1910353 w 2450561"/>
              <a:gd name="connsiteY7-6306" fmla="*/ 1058331 h 2522084"/>
              <a:gd name="connsiteX8-6307" fmla="*/ 1872254 w 2450561"/>
              <a:gd name="connsiteY8-6308" fmla="*/ 1096430 h 2522084"/>
              <a:gd name="connsiteX9-6309" fmla="*/ 1872254 w 2450561"/>
              <a:gd name="connsiteY9-6310" fmla="*/ 2484033 h 2522084"/>
              <a:gd name="connsiteX10-6311" fmla="*/ 1834154 w 2450561"/>
              <a:gd name="connsiteY10-6312" fmla="*/ 2522084 h 2522084"/>
              <a:gd name="connsiteX11-6313" fmla="*/ 617494 w 2450561"/>
              <a:gd name="connsiteY11-6314" fmla="*/ 2522084 h 2522084"/>
              <a:gd name="connsiteX12-6315" fmla="*/ 579394 w 2450561"/>
              <a:gd name="connsiteY12-6316" fmla="*/ 2483984 h 2522084"/>
              <a:gd name="connsiteX13-6317" fmla="*/ 579392 w 2450561"/>
              <a:gd name="connsiteY13-6318" fmla="*/ 1083682 h 2522084"/>
              <a:gd name="connsiteX14-6319" fmla="*/ 553993 w 2450561"/>
              <a:gd name="connsiteY14-6320" fmla="*/ 1058332 h 2522084"/>
              <a:gd name="connsiteX15-6321" fmla="*/ 3549 w 2450561"/>
              <a:gd name="connsiteY15-6322" fmla="*/ 1058332 h 2522084"/>
              <a:gd name="connsiteX16-6323" fmla="*/ 2988 w 2450561"/>
              <a:gd name="connsiteY16-6324" fmla="*/ 1033119 h 2522084"/>
              <a:gd name="connsiteX0-6325" fmla="*/ 2988 w 2450561"/>
              <a:gd name="connsiteY0-6326" fmla="*/ 1033119 h 2522084"/>
              <a:gd name="connsiteX1-6327" fmla="*/ 14553 w 2450561"/>
              <a:gd name="connsiteY1-6328" fmla="*/ 990852 h 2522084"/>
              <a:gd name="connsiteX2-6329" fmla="*/ 1201583 w 2450561"/>
              <a:gd name="connsiteY2-6330" fmla="*/ 9117 h 2522084"/>
              <a:gd name="connsiteX3-6331" fmla="*/ 1250106 w 2450561"/>
              <a:gd name="connsiteY3-6332" fmla="*/ 9153 h 2522084"/>
              <a:gd name="connsiteX4-6333" fmla="*/ 2437136 w 2450561"/>
              <a:gd name="connsiteY4-6334" fmla="*/ 990888 h 2522084"/>
              <a:gd name="connsiteX5-6335" fmla="*/ 2448653 w 2450561"/>
              <a:gd name="connsiteY5-6336" fmla="*/ 1033131 h 2522084"/>
              <a:gd name="connsiteX6-6337" fmla="*/ 2412804 w 2450561"/>
              <a:gd name="connsiteY6-6338" fmla="*/ 1058331 h 2522084"/>
              <a:gd name="connsiteX7-6339" fmla="*/ 1910353 w 2450561"/>
              <a:gd name="connsiteY7-6340" fmla="*/ 1058331 h 2522084"/>
              <a:gd name="connsiteX8-6341" fmla="*/ 1872254 w 2450561"/>
              <a:gd name="connsiteY8-6342" fmla="*/ 1096430 h 2522084"/>
              <a:gd name="connsiteX9-6343" fmla="*/ 1872254 w 2450561"/>
              <a:gd name="connsiteY9-6344" fmla="*/ 2484033 h 2522084"/>
              <a:gd name="connsiteX10-6345" fmla="*/ 1834154 w 2450561"/>
              <a:gd name="connsiteY10-6346" fmla="*/ 2522084 h 2522084"/>
              <a:gd name="connsiteX11-6347" fmla="*/ 617494 w 2450561"/>
              <a:gd name="connsiteY11-6348" fmla="*/ 2522084 h 2522084"/>
              <a:gd name="connsiteX12-6349" fmla="*/ 579394 w 2450561"/>
              <a:gd name="connsiteY12-6350" fmla="*/ 2483984 h 2522084"/>
              <a:gd name="connsiteX13-6351" fmla="*/ 579392 w 2450561"/>
              <a:gd name="connsiteY13-6352" fmla="*/ 1083682 h 2522084"/>
              <a:gd name="connsiteX14-6353" fmla="*/ 553993 w 2450561"/>
              <a:gd name="connsiteY14-6354" fmla="*/ 1058332 h 2522084"/>
              <a:gd name="connsiteX15-6355" fmla="*/ 3549 w 2450561"/>
              <a:gd name="connsiteY15-6356" fmla="*/ 1058332 h 2522084"/>
              <a:gd name="connsiteX16-6357" fmla="*/ 2988 w 2450561"/>
              <a:gd name="connsiteY16-6358" fmla="*/ 1033119 h 2522084"/>
              <a:gd name="connsiteX0-6359" fmla="*/ 2988 w 2450561"/>
              <a:gd name="connsiteY0-6360" fmla="*/ 1033119 h 2522084"/>
              <a:gd name="connsiteX1-6361" fmla="*/ 14553 w 2450561"/>
              <a:gd name="connsiteY1-6362" fmla="*/ 990852 h 2522084"/>
              <a:gd name="connsiteX2-6363" fmla="*/ 1201583 w 2450561"/>
              <a:gd name="connsiteY2-6364" fmla="*/ 9117 h 2522084"/>
              <a:gd name="connsiteX3-6365" fmla="*/ 1250106 w 2450561"/>
              <a:gd name="connsiteY3-6366" fmla="*/ 9153 h 2522084"/>
              <a:gd name="connsiteX4-6367" fmla="*/ 2437136 w 2450561"/>
              <a:gd name="connsiteY4-6368" fmla="*/ 990888 h 2522084"/>
              <a:gd name="connsiteX5-6369" fmla="*/ 2448653 w 2450561"/>
              <a:gd name="connsiteY5-6370" fmla="*/ 1033131 h 2522084"/>
              <a:gd name="connsiteX6-6371" fmla="*/ 2412804 w 2450561"/>
              <a:gd name="connsiteY6-6372" fmla="*/ 1058331 h 2522084"/>
              <a:gd name="connsiteX7-6373" fmla="*/ 1910353 w 2450561"/>
              <a:gd name="connsiteY7-6374" fmla="*/ 1058331 h 2522084"/>
              <a:gd name="connsiteX8-6375" fmla="*/ 1872254 w 2450561"/>
              <a:gd name="connsiteY8-6376" fmla="*/ 1096430 h 2522084"/>
              <a:gd name="connsiteX9-6377" fmla="*/ 1872254 w 2450561"/>
              <a:gd name="connsiteY9-6378" fmla="*/ 2484033 h 2522084"/>
              <a:gd name="connsiteX10-6379" fmla="*/ 1834154 w 2450561"/>
              <a:gd name="connsiteY10-6380" fmla="*/ 2522084 h 2522084"/>
              <a:gd name="connsiteX11-6381" fmla="*/ 617494 w 2450561"/>
              <a:gd name="connsiteY11-6382" fmla="*/ 2522084 h 2522084"/>
              <a:gd name="connsiteX12-6383" fmla="*/ 579394 w 2450561"/>
              <a:gd name="connsiteY12-6384" fmla="*/ 2483984 h 2522084"/>
              <a:gd name="connsiteX13-6385" fmla="*/ 579394 w 2450561"/>
              <a:gd name="connsiteY13-6386" fmla="*/ 1096381 h 2522084"/>
              <a:gd name="connsiteX14-6387" fmla="*/ 553993 w 2450561"/>
              <a:gd name="connsiteY14-6388" fmla="*/ 1058332 h 2522084"/>
              <a:gd name="connsiteX15-6389" fmla="*/ 3549 w 2450561"/>
              <a:gd name="connsiteY15-6390" fmla="*/ 1058332 h 2522084"/>
              <a:gd name="connsiteX16-6391" fmla="*/ 2988 w 2450561"/>
              <a:gd name="connsiteY16-6392" fmla="*/ 1033119 h 2522084"/>
              <a:gd name="connsiteX0-6393" fmla="*/ 2988 w 2450561"/>
              <a:gd name="connsiteY0-6394" fmla="*/ 1033119 h 2522084"/>
              <a:gd name="connsiteX1-6395" fmla="*/ 14553 w 2450561"/>
              <a:gd name="connsiteY1-6396" fmla="*/ 990852 h 2522084"/>
              <a:gd name="connsiteX2-6397" fmla="*/ 1201583 w 2450561"/>
              <a:gd name="connsiteY2-6398" fmla="*/ 9117 h 2522084"/>
              <a:gd name="connsiteX3-6399" fmla="*/ 1250106 w 2450561"/>
              <a:gd name="connsiteY3-6400" fmla="*/ 9153 h 2522084"/>
              <a:gd name="connsiteX4-6401" fmla="*/ 2437136 w 2450561"/>
              <a:gd name="connsiteY4-6402" fmla="*/ 990888 h 2522084"/>
              <a:gd name="connsiteX5-6403" fmla="*/ 2448653 w 2450561"/>
              <a:gd name="connsiteY5-6404" fmla="*/ 1033131 h 2522084"/>
              <a:gd name="connsiteX6-6405" fmla="*/ 2412804 w 2450561"/>
              <a:gd name="connsiteY6-6406" fmla="*/ 1058331 h 2522084"/>
              <a:gd name="connsiteX7-6407" fmla="*/ 1910353 w 2450561"/>
              <a:gd name="connsiteY7-6408" fmla="*/ 1058331 h 2522084"/>
              <a:gd name="connsiteX8-6409" fmla="*/ 1872254 w 2450561"/>
              <a:gd name="connsiteY8-6410" fmla="*/ 1096430 h 2522084"/>
              <a:gd name="connsiteX9-6411" fmla="*/ 1872254 w 2450561"/>
              <a:gd name="connsiteY9-6412" fmla="*/ 2484033 h 2522084"/>
              <a:gd name="connsiteX10-6413" fmla="*/ 1834154 w 2450561"/>
              <a:gd name="connsiteY10-6414" fmla="*/ 2522084 h 2522084"/>
              <a:gd name="connsiteX11-6415" fmla="*/ 617494 w 2450561"/>
              <a:gd name="connsiteY11-6416" fmla="*/ 2522084 h 2522084"/>
              <a:gd name="connsiteX12-6417" fmla="*/ 579394 w 2450561"/>
              <a:gd name="connsiteY12-6418" fmla="*/ 2483984 h 2522084"/>
              <a:gd name="connsiteX13-6419" fmla="*/ 579394 w 2450561"/>
              <a:gd name="connsiteY13-6420" fmla="*/ 1096381 h 2522084"/>
              <a:gd name="connsiteX14-6421" fmla="*/ 553993 w 2450561"/>
              <a:gd name="connsiteY14-6422" fmla="*/ 1058332 h 2522084"/>
              <a:gd name="connsiteX15-6423" fmla="*/ 3549 w 2450561"/>
              <a:gd name="connsiteY15-6424" fmla="*/ 1058332 h 2522084"/>
              <a:gd name="connsiteX16-6425" fmla="*/ 2988 w 2450561"/>
              <a:gd name="connsiteY16-6426" fmla="*/ 1033119 h 2522084"/>
              <a:gd name="connsiteX0-6427" fmla="*/ 2988 w 2450561"/>
              <a:gd name="connsiteY0-6428" fmla="*/ 1033119 h 2522084"/>
              <a:gd name="connsiteX1-6429" fmla="*/ 14553 w 2450561"/>
              <a:gd name="connsiteY1-6430" fmla="*/ 990852 h 2522084"/>
              <a:gd name="connsiteX2-6431" fmla="*/ 1201583 w 2450561"/>
              <a:gd name="connsiteY2-6432" fmla="*/ 9117 h 2522084"/>
              <a:gd name="connsiteX3-6433" fmla="*/ 1250106 w 2450561"/>
              <a:gd name="connsiteY3-6434" fmla="*/ 9153 h 2522084"/>
              <a:gd name="connsiteX4-6435" fmla="*/ 2437136 w 2450561"/>
              <a:gd name="connsiteY4-6436" fmla="*/ 990888 h 2522084"/>
              <a:gd name="connsiteX5-6437" fmla="*/ 2448653 w 2450561"/>
              <a:gd name="connsiteY5-6438" fmla="*/ 1033131 h 2522084"/>
              <a:gd name="connsiteX6-6439" fmla="*/ 2412804 w 2450561"/>
              <a:gd name="connsiteY6-6440" fmla="*/ 1058331 h 2522084"/>
              <a:gd name="connsiteX7-6441" fmla="*/ 1910353 w 2450561"/>
              <a:gd name="connsiteY7-6442" fmla="*/ 1058331 h 2522084"/>
              <a:gd name="connsiteX8-6443" fmla="*/ 1872254 w 2450561"/>
              <a:gd name="connsiteY8-6444" fmla="*/ 1096430 h 2522084"/>
              <a:gd name="connsiteX9-6445" fmla="*/ 1872254 w 2450561"/>
              <a:gd name="connsiteY9-6446" fmla="*/ 2484033 h 2522084"/>
              <a:gd name="connsiteX10-6447" fmla="*/ 1834154 w 2450561"/>
              <a:gd name="connsiteY10-6448" fmla="*/ 2522084 h 2522084"/>
              <a:gd name="connsiteX11-6449" fmla="*/ 617494 w 2450561"/>
              <a:gd name="connsiteY11-6450" fmla="*/ 2522084 h 2522084"/>
              <a:gd name="connsiteX12-6451" fmla="*/ 579394 w 2450561"/>
              <a:gd name="connsiteY12-6452" fmla="*/ 2483984 h 2522084"/>
              <a:gd name="connsiteX13-6453" fmla="*/ 579394 w 2450561"/>
              <a:gd name="connsiteY13-6454" fmla="*/ 1096381 h 2522084"/>
              <a:gd name="connsiteX14-6455" fmla="*/ 553993 w 2450561"/>
              <a:gd name="connsiteY14-6456" fmla="*/ 1058332 h 2522084"/>
              <a:gd name="connsiteX15-6457" fmla="*/ 3549 w 2450561"/>
              <a:gd name="connsiteY15-6458" fmla="*/ 1058332 h 2522084"/>
              <a:gd name="connsiteX16-6459" fmla="*/ 2988 w 2450561"/>
              <a:gd name="connsiteY16-6460" fmla="*/ 1033119 h 2522084"/>
              <a:gd name="connsiteX0-6461" fmla="*/ 2988 w 2450561"/>
              <a:gd name="connsiteY0-6462" fmla="*/ 1033119 h 2522084"/>
              <a:gd name="connsiteX1-6463" fmla="*/ 14553 w 2450561"/>
              <a:gd name="connsiteY1-6464" fmla="*/ 990852 h 2522084"/>
              <a:gd name="connsiteX2-6465" fmla="*/ 1201583 w 2450561"/>
              <a:gd name="connsiteY2-6466" fmla="*/ 9117 h 2522084"/>
              <a:gd name="connsiteX3-6467" fmla="*/ 1250106 w 2450561"/>
              <a:gd name="connsiteY3-6468" fmla="*/ 9153 h 2522084"/>
              <a:gd name="connsiteX4-6469" fmla="*/ 2437136 w 2450561"/>
              <a:gd name="connsiteY4-6470" fmla="*/ 990888 h 2522084"/>
              <a:gd name="connsiteX5-6471" fmla="*/ 2448653 w 2450561"/>
              <a:gd name="connsiteY5-6472" fmla="*/ 1033131 h 2522084"/>
              <a:gd name="connsiteX6-6473" fmla="*/ 2412804 w 2450561"/>
              <a:gd name="connsiteY6-6474" fmla="*/ 1058331 h 2522084"/>
              <a:gd name="connsiteX7-6475" fmla="*/ 1910353 w 2450561"/>
              <a:gd name="connsiteY7-6476" fmla="*/ 1058331 h 2522084"/>
              <a:gd name="connsiteX8-6477" fmla="*/ 1872254 w 2450561"/>
              <a:gd name="connsiteY8-6478" fmla="*/ 1096430 h 2522084"/>
              <a:gd name="connsiteX9-6479" fmla="*/ 1872254 w 2450561"/>
              <a:gd name="connsiteY9-6480" fmla="*/ 2484033 h 2522084"/>
              <a:gd name="connsiteX10-6481" fmla="*/ 1834154 w 2450561"/>
              <a:gd name="connsiteY10-6482" fmla="*/ 2522084 h 2522084"/>
              <a:gd name="connsiteX11-6483" fmla="*/ 617494 w 2450561"/>
              <a:gd name="connsiteY11-6484" fmla="*/ 2522084 h 2522084"/>
              <a:gd name="connsiteX12-6485" fmla="*/ 579394 w 2450561"/>
              <a:gd name="connsiteY12-6486" fmla="*/ 2483984 h 2522084"/>
              <a:gd name="connsiteX13-6487" fmla="*/ 579394 w 2450561"/>
              <a:gd name="connsiteY13-6488" fmla="*/ 1096381 h 2522084"/>
              <a:gd name="connsiteX14-6489" fmla="*/ 541295 w 2450561"/>
              <a:gd name="connsiteY14-6490" fmla="*/ 1058331 h 2522084"/>
              <a:gd name="connsiteX15-6491" fmla="*/ 3549 w 2450561"/>
              <a:gd name="connsiteY15-6492" fmla="*/ 1058332 h 2522084"/>
              <a:gd name="connsiteX16-6493" fmla="*/ 2988 w 2450561"/>
              <a:gd name="connsiteY16-6494" fmla="*/ 1033119 h 2522084"/>
              <a:gd name="connsiteX0-6495" fmla="*/ 2988 w 2450561"/>
              <a:gd name="connsiteY0-6496" fmla="*/ 1033119 h 2522084"/>
              <a:gd name="connsiteX1-6497" fmla="*/ 14553 w 2450561"/>
              <a:gd name="connsiteY1-6498" fmla="*/ 990852 h 2522084"/>
              <a:gd name="connsiteX2-6499" fmla="*/ 1201583 w 2450561"/>
              <a:gd name="connsiteY2-6500" fmla="*/ 9117 h 2522084"/>
              <a:gd name="connsiteX3-6501" fmla="*/ 1250106 w 2450561"/>
              <a:gd name="connsiteY3-6502" fmla="*/ 9153 h 2522084"/>
              <a:gd name="connsiteX4-6503" fmla="*/ 2437136 w 2450561"/>
              <a:gd name="connsiteY4-6504" fmla="*/ 990888 h 2522084"/>
              <a:gd name="connsiteX5-6505" fmla="*/ 2448653 w 2450561"/>
              <a:gd name="connsiteY5-6506" fmla="*/ 1033131 h 2522084"/>
              <a:gd name="connsiteX6-6507" fmla="*/ 2412804 w 2450561"/>
              <a:gd name="connsiteY6-6508" fmla="*/ 1058331 h 2522084"/>
              <a:gd name="connsiteX7-6509" fmla="*/ 1910353 w 2450561"/>
              <a:gd name="connsiteY7-6510" fmla="*/ 1058331 h 2522084"/>
              <a:gd name="connsiteX8-6511" fmla="*/ 1872254 w 2450561"/>
              <a:gd name="connsiteY8-6512" fmla="*/ 1096430 h 2522084"/>
              <a:gd name="connsiteX9-6513" fmla="*/ 1872254 w 2450561"/>
              <a:gd name="connsiteY9-6514" fmla="*/ 2484033 h 2522084"/>
              <a:gd name="connsiteX10-6515" fmla="*/ 1834154 w 2450561"/>
              <a:gd name="connsiteY10-6516" fmla="*/ 2522084 h 2522084"/>
              <a:gd name="connsiteX11-6517" fmla="*/ 617494 w 2450561"/>
              <a:gd name="connsiteY11-6518" fmla="*/ 2522084 h 2522084"/>
              <a:gd name="connsiteX12-6519" fmla="*/ 579394 w 2450561"/>
              <a:gd name="connsiteY12-6520" fmla="*/ 2483984 h 2522084"/>
              <a:gd name="connsiteX13-6521" fmla="*/ 579394 w 2450561"/>
              <a:gd name="connsiteY13-6522" fmla="*/ 1096381 h 2522084"/>
              <a:gd name="connsiteX14-6523" fmla="*/ 541295 w 2450561"/>
              <a:gd name="connsiteY14-6524" fmla="*/ 1058331 h 2522084"/>
              <a:gd name="connsiteX15-6525" fmla="*/ 3549 w 2450561"/>
              <a:gd name="connsiteY15-6526" fmla="*/ 1058332 h 2522084"/>
              <a:gd name="connsiteX16-6527" fmla="*/ 2988 w 2450561"/>
              <a:gd name="connsiteY16-6528" fmla="*/ 1033119 h 2522084"/>
              <a:gd name="connsiteX0-6529" fmla="*/ 2988 w 2450561"/>
              <a:gd name="connsiteY0-6530" fmla="*/ 1033119 h 2522084"/>
              <a:gd name="connsiteX1-6531" fmla="*/ 14553 w 2450561"/>
              <a:gd name="connsiteY1-6532" fmla="*/ 990852 h 2522084"/>
              <a:gd name="connsiteX2-6533" fmla="*/ 1201583 w 2450561"/>
              <a:gd name="connsiteY2-6534" fmla="*/ 9117 h 2522084"/>
              <a:gd name="connsiteX3-6535" fmla="*/ 1250106 w 2450561"/>
              <a:gd name="connsiteY3-6536" fmla="*/ 9153 h 2522084"/>
              <a:gd name="connsiteX4-6537" fmla="*/ 2437136 w 2450561"/>
              <a:gd name="connsiteY4-6538" fmla="*/ 990888 h 2522084"/>
              <a:gd name="connsiteX5-6539" fmla="*/ 2448653 w 2450561"/>
              <a:gd name="connsiteY5-6540" fmla="*/ 1033131 h 2522084"/>
              <a:gd name="connsiteX6-6541" fmla="*/ 2412804 w 2450561"/>
              <a:gd name="connsiteY6-6542" fmla="*/ 1058331 h 2522084"/>
              <a:gd name="connsiteX7-6543" fmla="*/ 1910353 w 2450561"/>
              <a:gd name="connsiteY7-6544" fmla="*/ 1058331 h 2522084"/>
              <a:gd name="connsiteX8-6545" fmla="*/ 1872254 w 2450561"/>
              <a:gd name="connsiteY8-6546" fmla="*/ 1096430 h 2522084"/>
              <a:gd name="connsiteX9-6547" fmla="*/ 1872254 w 2450561"/>
              <a:gd name="connsiteY9-6548" fmla="*/ 2484033 h 2522084"/>
              <a:gd name="connsiteX10-6549" fmla="*/ 1834154 w 2450561"/>
              <a:gd name="connsiteY10-6550" fmla="*/ 2522084 h 2522084"/>
              <a:gd name="connsiteX11-6551" fmla="*/ 617494 w 2450561"/>
              <a:gd name="connsiteY11-6552" fmla="*/ 2522084 h 2522084"/>
              <a:gd name="connsiteX12-6553" fmla="*/ 579394 w 2450561"/>
              <a:gd name="connsiteY12-6554" fmla="*/ 2483984 h 2522084"/>
              <a:gd name="connsiteX13-6555" fmla="*/ 579394 w 2450561"/>
              <a:gd name="connsiteY13-6556" fmla="*/ 1096381 h 2522084"/>
              <a:gd name="connsiteX14-6557" fmla="*/ 541295 w 2450561"/>
              <a:gd name="connsiteY14-6558" fmla="*/ 1058331 h 2522084"/>
              <a:gd name="connsiteX15-6559" fmla="*/ 3549 w 2450561"/>
              <a:gd name="connsiteY15-6560" fmla="*/ 1058332 h 2522084"/>
              <a:gd name="connsiteX16-6561" fmla="*/ 2988 w 2450561"/>
              <a:gd name="connsiteY16-6562" fmla="*/ 1033119 h 2522084"/>
              <a:gd name="connsiteX0-6563" fmla="*/ 1903 w 2449476"/>
              <a:gd name="connsiteY0-6564" fmla="*/ 1033119 h 2522084"/>
              <a:gd name="connsiteX1-6565" fmla="*/ 13468 w 2449476"/>
              <a:gd name="connsiteY1-6566" fmla="*/ 990852 h 2522084"/>
              <a:gd name="connsiteX2-6567" fmla="*/ 1200498 w 2449476"/>
              <a:gd name="connsiteY2-6568" fmla="*/ 9117 h 2522084"/>
              <a:gd name="connsiteX3-6569" fmla="*/ 1249021 w 2449476"/>
              <a:gd name="connsiteY3-6570" fmla="*/ 9153 h 2522084"/>
              <a:gd name="connsiteX4-6571" fmla="*/ 2436051 w 2449476"/>
              <a:gd name="connsiteY4-6572" fmla="*/ 990888 h 2522084"/>
              <a:gd name="connsiteX5-6573" fmla="*/ 2447568 w 2449476"/>
              <a:gd name="connsiteY5-6574" fmla="*/ 1033131 h 2522084"/>
              <a:gd name="connsiteX6-6575" fmla="*/ 2411719 w 2449476"/>
              <a:gd name="connsiteY6-6576" fmla="*/ 1058331 h 2522084"/>
              <a:gd name="connsiteX7-6577" fmla="*/ 1909268 w 2449476"/>
              <a:gd name="connsiteY7-6578" fmla="*/ 1058331 h 2522084"/>
              <a:gd name="connsiteX8-6579" fmla="*/ 1871169 w 2449476"/>
              <a:gd name="connsiteY8-6580" fmla="*/ 1096430 h 2522084"/>
              <a:gd name="connsiteX9-6581" fmla="*/ 1871169 w 2449476"/>
              <a:gd name="connsiteY9-6582" fmla="*/ 2484033 h 2522084"/>
              <a:gd name="connsiteX10-6583" fmla="*/ 1833069 w 2449476"/>
              <a:gd name="connsiteY10-6584" fmla="*/ 2522084 h 2522084"/>
              <a:gd name="connsiteX11-6585" fmla="*/ 616409 w 2449476"/>
              <a:gd name="connsiteY11-6586" fmla="*/ 2522084 h 2522084"/>
              <a:gd name="connsiteX12-6587" fmla="*/ 578309 w 2449476"/>
              <a:gd name="connsiteY12-6588" fmla="*/ 2483984 h 2522084"/>
              <a:gd name="connsiteX13-6589" fmla="*/ 578309 w 2449476"/>
              <a:gd name="connsiteY13-6590" fmla="*/ 1096381 h 2522084"/>
              <a:gd name="connsiteX14-6591" fmla="*/ 540210 w 2449476"/>
              <a:gd name="connsiteY14-6592" fmla="*/ 1058331 h 2522084"/>
              <a:gd name="connsiteX15-6593" fmla="*/ 37759 w 2449476"/>
              <a:gd name="connsiteY15-6594" fmla="*/ 1058331 h 2522084"/>
              <a:gd name="connsiteX16-6595" fmla="*/ 1903 w 2449476"/>
              <a:gd name="connsiteY16-6596" fmla="*/ 1033119 h 2522084"/>
              <a:gd name="connsiteX0-6597" fmla="*/ 1903 w 2449476"/>
              <a:gd name="connsiteY0-6598" fmla="*/ 1033119 h 2522084"/>
              <a:gd name="connsiteX1-6599" fmla="*/ 13468 w 2449476"/>
              <a:gd name="connsiteY1-6600" fmla="*/ 990852 h 2522084"/>
              <a:gd name="connsiteX2-6601" fmla="*/ 1200498 w 2449476"/>
              <a:gd name="connsiteY2-6602" fmla="*/ 9117 h 2522084"/>
              <a:gd name="connsiteX3-6603" fmla="*/ 1249021 w 2449476"/>
              <a:gd name="connsiteY3-6604" fmla="*/ 9153 h 2522084"/>
              <a:gd name="connsiteX4-6605" fmla="*/ 2436051 w 2449476"/>
              <a:gd name="connsiteY4-6606" fmla="*/ 990888 h 2522084"/>
              <a:gd name="connsiteX5-6607" fmla="*/ 2447568 w 2449476"/>
              <a:gd name="connsiteY5-6608" fmla="*/ 1033131 h 2522084"/>
              <a:gd name="connsiteX6-6609" fmla="*/ 2411719 w 2449476"/>
              <a:gd name="connsiteY6-6610" fmla="*/ 1058331 h 2522084"/>
              <a:gd name="connsiteX7-6611" fmla="*/ 1909268 w 2449476"/>
              <a:gd name="connsiteY7-6612" fmla="*/ 1058331 h 2522084"/>
              <a:gd name="connsiteX8-6613" fmla="*/ 1871169 w 2449476"/>
              <a:gd name="connsiteY8-6614" fmla="*/ 1096430 h 2522084"/>
              <a:gd name="connsiteX9-6615" fmla="*/ 1871169 w 2449476"/>
              <a:gd name="connsiteY9-6616" fmla="*/ 2484033 h 2522084"/>
              <a:gd name="connsiteX10-6617" fmla="*/ 1833069 w 2449476"/>
              <a:gd name="connsiteY10-6618" fmla="*/ 2522084 h 2522084"/>
              <a:gd name="connsiteX11-6619" fmla="*/ 616409 w 2449476"/>
              <a:gd name="connsiteY11-6620" fmla="*/ 2522084 h 2522084"/>
              <a:gd name="connsiteX12-6621" fmla="*/ 578309 w 2449476"/>
              <a:gd name="connsiteY12-6622" fmla="*/ 2483984 h 2522084"/>
              <a:gd name="connsiteX13-6623" fmla="*/ 578309 w 2449476"/>
              <a:gd name="connsiteY13-6624" fmla="*/ 1096381 h 2522084"/>
              <a:gd name="connsiteX14-6625" fmla="*/ 540210 w 2449476"/>
              <a:gd name="connsiteY14-6626" fmla="*/ 1058331 h 2522084"/>
              <a:gd name="connsiteX15-6627" fmla="*/ 37759 w 2449476"/>
              <a:gd name="connsiteY15-6628" fmla="*/ 1058331 h 2522084"/>
              <a:gd name="connsiteX16-6629" fmla="*/ 1903 w 2449476"/>
              <a:gd name="connsiteY16-6630" fmla="*/ 1033119 h 25220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</a:cxnLst>
            <a:rect l="l" t="t" r="r" b="b"/>
            <a:pathLst>
              <a:path w="2449476" h="2522084">
                <a:moveTo>
                  <a:pt x="1903" y="1033119"/>
                </a:moveTo>
                <a:cubicBezTo>
                  <a:pt x="-3095" y="1019238"/>
                  <a:pt x="2100" y="1000255"/>
                  <a:pt x="13468" y="990852"/>
                </a:cubicBezTo>
                <a:cubicBezTo>
                  <a:pt x="13468" y="990852"/>
                  <a:pt x="1200498" y="9117"/>
                  <a:pt x="1200498" y="9117"/>
                </a:cubicBezTo>
                <a:cubicBezTo>
                  <a:pt x="1215226" y="-3063"/>
                  <a:pt x="1234293" y="-3026"/>
                  <a:pt x="1249021" y="9153"/>
                </a:cubicBezTo>
                <a:cubicBezTo>
                  <a:pt x="1249021" y="9153"/>
                  <a:pt x="2436051" y="990888"/>
                  <a:pt x="2436051" y="990888"/>
                </a:cubicBezTo>
                <a:cubicBezTo>
                  <a:pt x="2447419" y="1000290"/>
                  <a:pt x="2452562" y="1019249"/>
                  <a:pt x="2447568" y="1033131"/>
                </a:cubicBezTo>
                <a:cubicBezTo>
                  <a:pt x="2442572" y="1047013"/>
                  <a:pt x="2426472" y="1058331"/>
                  <a:pt x="2411719" y="1058331"/>
                </a:cubicBezTo>
                <a:cubicBezTo>
                  <a:pt x="2411719" y="1058331"/>
                  <a:pt x="1909268" y="1058331"/>
                  <a:pt x="1909268" y="1058331"/>
                </a:cubicBezTo>
                <a:cubicBezTo>
                  <a:pt x="1886950" y="1058331"/>
                  <a:pt x="1871169" y="1074112"/>
                  <a:pt x="1871169" y="1096430"/>
                </a:cubicBezTo>
                <a:cubicBezTo>
                  <a:pt x="1871169" y="1096430"/>
                  <a:pt x="1871169" y="2484033"/>
                  <a:pt x="1871169" y="2484033"/>
                </a:cubicBezTo>
                <a:cubicBezTo>
                  <a:pt x="1871169" y="2506352"/>
                  <a:pt x="1855388" y="2522084"/>
                  <a:pt x="1833069" y="2522084"/>
                </a:cubicBezTo>
                <a:cubicBezTo>
                  <a:pt x="1833069" y="2522084"/>
                  <a:pt x="616409" y="2522084"/>
                  <a:pt x="616409" y="2522084"/>
                </a:cubicBezTo>
                <a:cubicBezTo>
                  <a:pt x="594090" y="2522084"/>
                  <a:pt x="578309" y="2506303"/>
                  <a:pt x="578309" y="2483984"/>
                </a:cubicBezTo>
                <a:cubicBezTo>
                  <a:pt x="578309" y="2483984"/>
                  <a:pt x="578309" y="1096381"/>
                  <a:pt x="578309" y="1096381"/>
                </a:cubicBezTo>
                <a:cubicBezTo>
                  <a:pt x="578309" y="1074063"/>
                  <a:pt x="562528" y="1058331"/>
                  <a:pt x="540210" y="1058331"/>
                </a:cubicBezTo>
                <a:cubicBezTo>
                  <a:pt x="540210" y="1058331"/>
                  <a:pt x="37759" y="1058331"/>
                  <a:pt x="37759" y="1058331"/>
                </a:cubicBezTo>
                <a:cubicBezTo>
                  <a:pt x="23005" y="1058331"/>
                  <a:pt x="6901" y="1046999"/>
                  <a:pt x="1903" y="103311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42"/>
          <p:cNvSpPr/>
          <p:nvPr>
            <p:custDataLst>
              <p:tags r:id="rId3"/>
            </p:custDataLst>
          </p:nvPr>
        </p:nvSpPr>
        <p:spPr>
          <a:xfrm rot="16200000" flipV="1">
            <a:off x="6063615" y="1812925"/>
            <a:ext cx="1841500" cy="2522220"/>
          </a:xfrm>
          <a:custGeom>
            <a:avLst/>
            <a:gdLst>
              <a:gd name="connsiteX0" fmla="*/ 0 w 2585764"/>
              <a:gd name="connsiteY0" fmla="*/ 1069299 h 2533101"/>
              <a:gd name="connsiteX1" fmla="*/ 0 w 2585764"/>
              <a:gd name="connsiteY1" fmla="*/ 1069299 h 2533101"/>
              <a:gd name="connsiteX2" fmla="*/ 1292905 w 2585764"/>
              <a:gd name="connsiteY2" fmla="*/ 0 h 2533101"/>
              <a:gd name="connsiteX3" fmla="*/ 1292860 w 2585764"/>
              <a:gd name="connsiteY3" fmla="*/ 37 h 2533101"/>
              <a:gd name="connsiteX4" fmla="*/ 2585764 w 2585764"/>
              <a:gd name="connsiteY4" fmla="*/ 1069336 h 2533101"/>
              <a:gd name="connsiteX5" fmla="*/ 2585720 w 2585764"/>
              <a:gd name="connsiteY5" fmla="*/ 1069299 h 2533101"/>
              <a:gd name="connsiteX6" fmla="*/ 2585720 w 2585764"/>
              <a:gd name="connsiteY6" fmla="*/ 1069299 h 2533101"/>
              <a:gd name="connsiteX7" fmla="*/ 1939290 w 2585764"/>
              <a:gd name="connsiteY7" fmla="*/ 1069299 h 2533101"/>
              <a:gd name="connsiteX8" fmla="*/ 1939290 w 2585764"/>
              <a:gd name="connsiteY8" fmla="*/ 1069299 h 2533101"/>
              <a:gd name="connsiteX9" fmla="*/ 1939290 w 2585764"/>
              <a:gd name="connsiteY9" fmla="*/ 2533101 h 2533101"/>
              <a:gd name="connsiteX10" fmla="*/ 1939290 w 2585764"/>
              <a:gd name="connsiteY10" fmla="*/ 2533052 h 2533101"/>
              <a:gd name="connsiteX11" fmla="*/ 646430 w 2585764"/>
              <a:gd name="connsiteY11" fmla="*/ 2533052 h 2533101"/>
              <a:gd name="connsiteX12" fmla="*/ 646430 w 2585764"/>
              <a:gd name="connsiteY12" fmla="*/ 2533052 h 2533101"/>
              <a:gd name="connsiteX13" fmla="*/ 646430 w 2585764"/>
              <a:gd name="connsiteY13" fmla="*/ 1069250 h 2533101"/>
              <a:gd name="connsiteX14" fmla="*/ 646430 w 2585764"/>
              <a:gd name="connsiteY14" fmla="*/ 1069299 h 2533101"/>
              <a:gd name="connsiteX15" fmla="*/ 0 w 2585764"/>
              <a:gd name="connsiteY15" fmla="*/ 1069299 h 2533101"/>
              <a:gd name="connsiteX16" fmla="*/ 0 w 2585764"/>
              <a:gd name="connsiteY16" fmla="*/ 1069299 h 2533101"/>
              <a:gd name="connsiteX0-1" fmla="*/ 0 w 2585764"/>
              <a:gd name="connsiteY0-2" fmla="*/ 1069299 h 2533101"/>
              <a:gd name="connsiteX1-3" fmla="*/ 0 w 2585764"/>
              <a:gd name="connsiteY1-4" fmla="*/ 1069299 h 2533101"/>
              <a:gd name="connsiteX2-5" fmla="*/ 1292905 w 2585764"/>
              <a:gd name="connsiteY2-6" fmla="*/ 0 h 2533101"/>
              <a:gd name="connsiteX3-7" fmla="*/ 1292860 w 2585764"/>
              <a:gd name="connsiteY3-8" fmla="*/ 37 h 2533101"/>
              <a:gd name="connsiteX4-9" fmla="*/ 2585764 w 2585764"/>
              <a:gd name="connsiteY4-10" fmla="*/ 1069336 h 2533101"/>
              <a:gd name="connsiteX5-11" fmla="*/ 2585720 w 2585764"/>
              <a:gd name="connsiteY5-12" fmla="*/ 1069299 h 2533101"/>
              <a:gd name="connsiteX6-13" fmla="*/ 2585720 w 2585764"/>
              <a:gd name="connsiteY6-14" fmla="*/ 1069299 h 2533101"/>
              <a:gd name="connsiteX7-15" fmla="*/ 1939290 w 2585764"/>
              <a:gd name="connsiteY7-16" fmla="*/ 1069299 h 2533101"/>
              <a:gd name="connsiteX8-17" fmla="*/ 1939290 w 2585764"/>
              <a:gd name="connsiteY8-18" fmla="*/ 1069299 h 2533101"/>
              <a:gd name="connsiteX9-19" fmla="*/ 1939290 w 2585764"/>
              <a:gd name="connsiteY9-20" fmla="*/ 2533101 h 2533101"/>
              <a:gd name="connsiteX10-21" fmla="*/ 1939290 w 2585764"/>
              <a:gd name="connsiteY10-22" fmla="*/ 2533052 h 2533101"/>
              <a:gd name="connsiteX11-23" fmla="*/ 646430 w 2585764"/>
              <a:gd name="connsiteY11-24" fmla="*/ 2533052 h 2533101"/>
              <a:gd name="connsiteX12-25" fmla="*/ 646430 w 2585764"/>
              <a:gd name="connsiteY12-26" fmla="*/ 2533052 h 2533101"/>
              <a:gd name="connsiteX13-27" fmla="*/ 646430 w 2585764"/>
              <a:gd name="connsiteY13-28" fmla="*/ 1069250 h 2533101"/>
              <a:gd name="connsiteX14-29" fmla="*/ 646430 w 2585764"/>
              <a:gd name="connsiteY14-30" fmla="*/ 1069299 h 2533101"/>
              <a:gd name="connsiteX15-31" fmla="*/ 0 w 2585764"/>
              <a:gd name="connsiteY15-32" fmla="*/ 1069299 h 2533101"/>
              <a:gd name="connsiteX16-33" fmla="*/ 0 w 2585764"/>
              <a:gd name="connsiteY16-34" fmla="*/ 1069300 h 2533101"/>
              <a:gd name="connsiteX0-35" fmla="*/ 0 w 2585764"/>
              <a:gd name="connsiteY0-36" fmla="*/ 1069300 h 2533101"/>
              <a:gd name="connsiteX1-37" fmla="*/ 0 w 2585764"/>
              <a:gd name="connsiteY1-38" fmla="*/ 1069299 h 2533101"/>
              <a:gd name="connsiteX2-39" fmla="*/ 1292905 w 2585764"/>
              <a:gd name="connsiteY2-40" fmla="*/ 0 h 2533101"/>
              <a:gd name="connsiteX3-41" fmla="*/ 1292860 w 2585764"/>
              <a:gd name="connsiteY3-42" fmla="*/ 37 h 2533101"/>
              <a:gd name="connsiteX4-43" fmla="*/ 2585764 w 2585764"/>
              <a:gd name="connsiteY4-44" fmla="*/ 1069336 h 2533101"/>
              <a:gd name="connsiteX5-45" fmla="*/ 2585720 w 2585764"/>
              <a:gd name="connsiteY5-46" fmla="*/ 1069299 h 2533101"/>
              <a:gd name="connsiteX6-47" fmla="*/ 2585720 w 2585764"/>
              <a:gd name="connsiteY6-48" fmla="*/ 1069299 h 2533101"/>
              <a:gd name="connsiteX7-49" fmla="*/ 1939290 w 2585764"/>
              <a:gd name="connsiteY7-50" fmla="*/ 1069299 h 2533101"/>
              <a:gd name="connsiteX8-51" fmla="*/ 1939290 w 2585764"/>
              <a:gd name="connsiteY8-52" fmla="*/ 1069299 h 2533101"/>
              <a:gd name="connsiteX9-53" fmla="*/ 1939290 w 2585764"/>
              <a:gd name="connsiteY9-54" fmla="*/ 2533101 h 2533101"/>
              <a:gd name="connsiteX10-55" fmla="*/ 1939290 w 2585764"/>
              <a:gd name="connsiteY10-56" fmla="*/ 2533052 h 2533101"/>
              <a:gd name="connsiteX11-57" fmla="*/ 646430 w 2585764"/>
              <a:gd name="connsiteY11-58" fmla="*/ 2533052 h 2533101"/>
              <a:gd name="connsiteX12-59" fmla="*/ 646430 w 2585764"/>
              <a:gd name="connsiteY12-60" fmla="*/ 2533052 h 2533101"/>
              <a:gd name="connsiteX13-61" fmla="*/ 646430 w 2585764"/>
              <a:gd name="connsiteY13-62" fmla="*/ 1069250 h 2533101"/>
              <a:gd name="connsiteX14-63" fmla="*/ 646430 w 2585764"/>
              <a:gd name="connsiteY14-64" fmla="*/ 1069299 h 2533101"/>
              <a:gd name="connsiteX15-65" fmla="*/ 0 w 2585764"/>
              <a:gd name="connsiteY15-66" fmla="*/ 1069299 h 2533101"/>
              <a:gd name="connsiteX16-67" fmla="*/ 0 w 2585764"/>
              <a:gd name="connsiteY16-68" fmla="*/ 1069300 h 2533101"/>
              <a:gd name="connsiteX0-69" fmla="*/ 0 w 2585764"/>
              <a:gd name="connsiteY0-70" fmla="*/ 1069300 h 2533101"/>
              <a:gd name="connsiteX1-71" fmla="*/ 0 w 2585764"/>
              <a:gd name="connsiteY1-72" fmla="*/ 1069299 h 2533101"/>
              <a:gd name="connsiteX2-73" fmla="*/ 1292905 w 2585764"/>
              <a:gd name="connsiteY2-74" fmla="*/ 0 h 2533101"/>
              <a:gd name="connsiteX3-75" fmla="*/ 1292860 w 2585764"/>
              <a:gd name="connsiteY3-76" fmla="*/ 37 h 2533101"/>
              <a:gd name="connsiteX4-77" fmla="*/ 2585764 w 2585764"/>
              <a:gd name="connsiteY4-78" fmla="*/ 1069336 h 2533101"/>
              <a:gd name="connsiteX5-79" fmla="*/ 2585720 w 2585764"/>
              <a:gd name="connsiteY5-80" fmla="*/ 1069299 h 2533101"/>
              <a:gd name="connsiteX6-81" fmla="*/ 2585720 w 2585764"/>
              <a:gd name="connsiteY6-82" fmla="*/ 1069299 h 2533101"/>
              <a:gd name="connsiteX7-83" fmla="*/ 1939290 w 2585764"/>
              <a:gd name="connsiteY7-84" fmla="*/ 1069299 h 2533101"/>
              <a:gd name="connsiteX8-85" fmla="*/ 1939290 w 2585764"/>
              <a:gd name="connsiteY8-86" fmla="*/ 1069299 h 2533101"/>
              <a:gd name="connsiteX9-87" fmla="*/ 1939290 w 2585764"/>
              <a:gd name="connsiteY9-88" fmla="*/ 2533101 h 2533101"/>
              <a:gd name="connsiteX10-89" fmla="*/ 1939290 w 2585764"/>
              <a:gd name="connsiteY10-90" fmla="*/ 2533052 h 2533101"/>
              <a:gd name="connsiteX11-91" fmla="*/ 646430 w 2585764"/>
              <a:gd name="connsiteY11-92" fmla="*/ 2533052 h 2533101"/>
              <a:gd name="connsiteX12-93" fmla="*/ 646430 w 2585764"/>
              <a:gd name="connsiteY12-94" fmla="*/ 2533052 h 2533101"/>
              <a:gd name="connsiteX13-95" fmla="*/ 646430 w 2585764"/>
              <a:gd name="connsiteY13-96" fmla="*/ 1069250 h 2533101"/>
              <a:gd name="connsiteX14-97" fmla="*/ 646430 w 2585764"/>
              <a:gd name="connsiteY14-98" fmla="*/ 1069299 h 2533101"/>
              <a:gd name="connsiteX15-99" fmla="*/ 0 w 2585764"/>
              <a:gd name="connsiteY15-100" fmla="*/ 1069299 h 2533101"/>
              <a:gd name="connsiteX16-101" fmla="*/ 0 w 2585764"/>
              <a:gd name="connsiteY16-102" fmla="*/ 1069300 h 2533101"/>
              <a:gd name="connsiteX0-103" fmla="*/ 0 w 2585764"/>
              <a:gd name="connsiteY0-104" fmla="*/ 1069300 h 2533101"/>
              <a:gd name="connsiteX1-105" fmla="*/ 0 w 2585764"/>
              <a:gd name="connsiteY1-106" fmla="*/ 1069299 h 2533101"/>
              <a:gd name="connsiteX2-107" fmla="*/ 1292905 w 2585764"/>
              <a:gd name="connsiteY2-108" fmla="*/ 0 h 2533101"/>
              <a:gd name="connsiteX3-109" fmla="*/ 1292860 w 2585764"/>
              <a:gd name="connsiteY3-110" fmla="*/ 37 h 2533101"/>
              <a:gd name="connsiteX4-111" fmla="*/ 2585764 w 2585764"/>
              <a:gd name="connsiteY4-112" fmla="*/ 1069336 h 2533101"/>
              <a:gd name="connsiteX5-113" fmla="*/ 2585720 w 2585764"/>
              <a:gd name="connsiteY5-114" fmla="*/ 1069299 h 2533101"/>
              <a:gd name="connsiteX6-115" fmla="*/ 2585720 w 2585764"/>
              <a:gd name="connsiteY6-116" fmla="*/ 1069299 h 2533101"/>
              <a:gd name="connsiteX7-117" fmla="*/ 1939290 w 2585764"/>
              <a:gd name="connsiteY7-118" fmla="*/ 1069299 h 2533101"/>
              <a:gd name="connsiteX8-119" fmla="*/ 1939290 w 2585764"/>
              <a:gd name="connsiteY8-120" fmla="*/ 1069299 h 2533101"/>
              <a:gd name="connsiteX9-121" fmla="*/ 1939290 w 2585764"/>
              <a:gd name="connsiteY9-122" fmla="*/ 2533101 h 2533101"/>
              <a:gd name="connsiteX10-123" fmla="*/ 1939290 w 2585764"/>
              <a:gd name="connsiteY10-124" fmla="*/ 2533052 h 2533101"/>
              <a:gd name="connsiteX11-125" fmla="*/ 646430 w 2585764"/>
              <a:gd name="connsiteY11-126" fmla="*/ 2533052 h 2533101"/>
              <a:gd name="connsiteX12-127" fmla="*/ 646430 w 2585764"/>
              <a:gd name="connsiteY12-128" fmla="*/ 2533052 h 2533101"/>
              <a:gd name="connsiteX13-129" fmla="*/ 646430 w 2585764"/>
              <a:gd name="connsiteY13-130" fmla="*/ 1069250 h 2533101"/>
              <a:gd name="connsiteX14-131" fmla="*/ 646430 w 2585764"/>
              <a:gd name="connsiteY14-132" fmla="*/ 1069299 h 2533101"/>
              <a:gd name="connsiteX15-133" fmla="*/ 0 w 2585764"/>
              <a:gd name="connsiteY15-134" fmla="*/ 1069299 h 2533101"/>
              <a:gd name="connsiteX16-135" fmla="*/ 0 w 2585764"/>
              <a:gd name="connsiteY16-136" fmla="*/ 1069300 h 2533101"/>
              <a:gd name="connsiteX0-137" fmla="*/ 0 w 2585764"/>
              <a:gd name="connsiteY0-138" fmla="*/ 1069300 h 2533101"/>
              <a:gd name="connsiteX1-139" fmla="*/ 0 w 2585764"/>
              <a:gd name="connsiteY1-140" fmla="*/ 1069300 h 2533101"/>
              <a:gd name="connsiteX2-141" fmla="*/ 1292905 w 2585764"/>
              <a:gd name="connsiteY2-142" fmla="*/ 0 h 2533101"/>
              <a:gd name="connsiteX3-143" fmla="*/ 1292860 w 2585764"/>
              <a:gd name="connsiteY3-144" fmla="*/ 37 h 2533101"/>
              <a:gd name="connsiteX4-145" fmla="*/ 2585764 w 2585764"/>
              <a:gd name="connsiteY4-146" fmla="*/ 1069336 h 2533101"/>
              <a:gd name="connsiteX5-147" fmla="*/ 2585720 w 2585764"/>
              <a:gd name="connsiteY5-148" fmla="*/ 1069299 h 2533101"/>
              <a:gd name="connsiteX6-149" fmla="*/ 2585720 w 2585764"/>
              <a:gd name="connsiteY6-150" fmla="*/ 1069299 h 2533101"/>
              <a:gd name="connsiteX7-151" fmla="*/ 1939290 w 2585764"/>
              <a:gd name="connsiteY7-152" fmla="*/ 1069299 h 2533101"/>
              <a:gd name="connsiteX8-153" fmla="*/ 1939290 w 2585764"/>
              <a:gd name="connsiteY8-154" fmla="*/ 1069299 h 2533101"/>
              <a:gd name="connsiteX9-155" fmla="*/ 1939290 w 2585764"/>
              <a:gd name="connsiteY9-156" fmla="*/ 2533101 h 2533101"/>
              <a:gd name="connsiteX10-157" fmla="*/ 1939290 w 2585764"/>
              <a:gd name="connsiteY10-158" fmla="*/ 2533052 h 2533101"/>
              <a:gd name="connsiteX11-159" fmla="*/ 646430 w 2585764"/>
              <a:gd name="connsiteY11-160" fmla="*/ 2533052 h 2533101"/>
              <a:gd name="connsiteX12-161" fmla="*/ 646430 w 2585764"/>
              <a:gd name="connsiteY12-162" fmla="*/ 2533052 h 2533101"/>
              <a:gd name="connsiteX13-163" fmla="*/ 646430 w 2585764"/>
              <a:gd name="connsiteY13-164" fmla="*/ 1069250 h 2533101"/>
              <a:gd name="connsiteX14-165" fmla="*/ 646430 w 2585764"/>
              <a:gd name="connsiteY14-166" fmla="*/ 1069299 h 2533101"/>
              <a:gd name="connsiteX15-167" fmla="*/ 0 w 2585764"/>
              <a:gd name="connsiteY15-168" fmla="*/ 1069299 h 2533101"/>
              <a:gd name="connsiteX16-169" fmla="*/ 0 w 2585764"/>
              <a:gd name="connsiteY16-170" fmla="*/ 1069300 h 2533101"/>
              <a:gd name="connsiteX0-171" fmla="*/ 0 w 2585764"/>
              <a:gd name="connsiteY0-172" fmla="*/ 1069300 h 2533101"/>
              <a:gd name="connsiteX1-173" fmla="*/ 0 w 2585764"/>
              <a:gd name="connsiteY1-174" fmla="*/ 1069300 h 2533101"/>
              <a:gd name="connsiteX2-175" fmla="*/ 1292905 w 2585764"/>
              <a:gd name="connsiteY2-176" fmla="*/ 0 h 2533101"/>
              <a:gd name="connsiteX3-177" fmla="*/ 1292860 w 2585764"/>
              <a:gd name="connsiteY3-178" fmla="*/ 37 h 2533101"/>
              <a:gd name="connsiteX4-179" fmla="*/ 2585764 w 2585764"/>
              <a:gd name="connsiteY4-180" fmla="*/ 1069336 h 2533101"/>
              <a:gd name="connsiteX5-181" fmla="*/ 2585720 w 2585764"/>
              <a:gd name="connsiteY5-182" fmla="*/ 1069299 h 2533101"/>
              <a:gd name="connsiteX6-183" fmla="*/ 2585720 w 2585764"/>
              <a:gd name="connsiteY6-184" fmla="*/ 1069299 h 2533101"/>
              <a:gd name="connsiteX7-185" fmla="*/ 1939290 w 2585764"/>
              <a:gd name="connsiteY7-186" fmla="*/ 1069299 h 2533101"/>
              <a:gd name="connsiteX8-187" fmla="*/ 1939290 w 2585764"/>
              <a:gd name="connsiteY8-188" fmla="*/ 1069299 h 2533101"/>
              <a:gd name="connsiteX9-189" fmla="*/ 1939290 w 2585764"/>
              <a:gd name="connsiteY9-190" fmla="*/ 2533101 h 2533101"/>
              <a:gd name="connsiteX10-191" fmla="*/ 1939290 w 2585764"/>
              <a:gd name="connsiteY10-192" fmla="*/ 2533052 h 2533101"/>
              <a:gd name="connsiteX11-193" fmla="*/ 646430 w 2585764"/>
              <a:gd name="connsiteY11-194" fmla="*/ 2533052 h 2533101"/>
              <a:gd name="connsiteX12-195" fmla="*/ 646430 w 2585764"/>
              <a:gd name="connsiteY12-196" fmla="*/ 2533052 h 2533101"/>
              <a:gd name="connsiteX13-197" fmla="*/ 646430 w 2585764"/>
              <a:gd name="connsiteY13-198" fmla="*/ 1069250 h 2533101"/>
              <a:gd name="connsiteX14-199" fmla="*/ 646430 w 2585764"/>
              <a:gd name="connsiteY14-200" fmla="*/ 1069299 h 2533101"/>
              <a:gd name="connsiteX15-201" fmla="*/ 0 w 2585764"/>
              <a:gd name="connsiteY15-202" fmla="*/ 1069299 h 2533101"/>
              <a:gd name="connsiteX16-203" fmla="*/ 0 w 2585764"/>
              <a:gd name="connsiteY16-204" fmla="*/ 1069300 h 2533101"/>
              <a:gd name="connsiteX0-205" fmla="*/ 0 w 2585764"/>
              <a:gd name="connsiteY0-206" fmla="*/ 1069300 h 2533101"/>
              <a:gd name="connsiteX1-207" fmla="*/ 0 w 2585764"/>
              <a:gd name="connsiteY1-208" fmla="*/ 1069300 h 2533101"/>
              <a:gd name="connsiteX2-209" fmla="*/ 1292905 w 2585764"/>
              <a:gd name="connsiteY2-210" fmla="*/ 0 h 2533101"/>
              <a:gd name="connsiteX3-211" fmla="*/ 1292860 w 2585764"/>
              <a:gd name="connsiteY3-212" fmla="*/ 37 h 2533101"/>
              <a:gd name="connsiteX4-213" fmla="*/ 2585764 w 2585764"/>
              <a:gd name="connsiteY4-214" fmla="*/ 1069336 h 2533101"/>
              <a:gd name="connsiteX5-215" fmla="*/ 2585720 w 2585764"/>
              <a:gd name="connsiteY5-216" fmla="*/ 1069299 h 2533101"/>
              <a:gd name="connsiteX6-217" fmla="*/ 2585720 w 2585764"/>
              <a:gd name="connsiteY6-218" fmla="*/ 1069299 h 2533101"/>
              <a:gd name="connsiteX7-219" fmla="*/ 1939290 w 2585764"/>
              <a:gd name="connsiteY7-220" fmla="*/ 1069299 h 2533101"/>
              <a:gd name="connsiteX8-221" fmla="*/ 1939290 w 2585764"/>
              <a:gd name="connsiteY8-222" fmla="*/ 1069299 h 2533101"/>
              <a:gd name="connsiteX9-223" fmla="*/ 1939290 w 2585764"/>
              <a:gd name="connsiteY9-224" fmla="*/ 2533101 h 2533101"/>
              <a:gd name="connsiteX10-225" fmla="*/ 1939290 w 2585764"/>
              <a:gd name="connsiteY10-226" fmla="*/ 2533052 h 2533101"/>
              <a:gd name="connsiteX11-227" fmla="*/ 646430 w 2585764"/>
              <a:gd name="connsiteY11-228" fmla="*/ 2533052 h 2533101"/>
              <a:gd name="connsiteX12-229" fmla="*/ 646430 w 2585764"/>
              <a:gd name="connsiteY12-230" fmla="*/ 2533052 h 2533101"/>
              <a:gd name="connsiteX13-231" fmla="*/ 646430 w 2585764"/>
              <a:gd name="connsiteY13-232" fmla="*/ 1069250 h 2533101"/>
              <a:gd name="connsiteX14-233" fmla="*/ 646430 w 2585764"/>
              <a:gd name="connsiteY14-234" fmla="*/ 1069299 h 2533101"/>
              <a:gd name="connsiteX15-235" fmla="*/ 0 w 2585764"/>
              <a:gd name="connsiteY15-236" fmla="*/ 1069299 h 2533101"/>
              <a:gd name="connsiteX16-237" fmla="*/ 0 w 2585764"/>
              <a:gd name="connsiteY16-238" fmla="*/ 1069300 h 2533101"/>
              <a:gd name="connsiteX0-239" fmla="*/ 0 w 2585764"/>
              <a:gd name="connsiteY0-240" fmla="*/ 1069299 h 2533100"/>
              <a:gd name="connsiteX1-241" fmla="*/ 0 w 2585764"/>
              <a:gd name="connsiteY1-242" fmla="*/ 1069299 h 2533100"/>
              <a:gd name="connsiteX2-243" fmla="*/ 1292905 w 2585764"/>
              <a:gd name="connsiteY2-244" fmla="*/ 0 h 2533100"/>
              <a:gd name="connsiteX3-245" fmla="*/ 1292860 w 2585764"/>
              <a:gd name="connsiteY3-246" fmla="*/ 36 h 2533100"/>
              <a:gd name="connsiteX4-247" fmla="*/ 2585764 w 2585764"/>
              <a:gd name="connsiteY4-248" fmla="*/ 1069335 h 2533100"/>
              <a:gd name="connsiteX5-249" fmla="*/ 2585720 w 2585764"/>
              <a:gd name="connsiteY5-250" fmla="*/ 1069298 h 2533100"/>
              <a:gd name="connsiteX6-251" fmla="*/ 2585720 w 2585764"/>
              <a:gd name="connsiteY6-252" fmla="*/ 1069298 h 2533100"/>
              <a:gd name="connsiteX7-253" fmla="*/ 1939290 w 2585764"/>
              <a:gd name="connsiteY7-254" fmla="*/ 1069298 h 2533100"/>
              <a:gd name="connsiteX8-255" fmla="*/ 1939290 w 2585764"/>
              <a:gd name="connsiteY8-256" fmla="*/ 1069298 h 2533100"/>
              <a:gd name="connsiteX9-257" fmla="*/ 1939290 w 2585764"/>
              <a:gd name="connsiteY9-258" fmla="*/ 2533100 h 2533100"/>
              <a:gd name="connsiteX10-259" fmla="*/ 1939290 w 2585764"/>
              <a:gd name="connsiteY10-260" fmla="*/ 2533051 h 2533100"/>
              <a:gd name="connsiteX11-261" fmla="*/ 646430 w 2585764"/>
              <a:gd name="connsiteY11-262" fmla="*/ 2533051 h 2533100"/>
              <a:gd name="connsiteX12-263" fmla="*/ 646430 w 2585764"/>
              <a:gd name="connsiteY12-264" fmla="*/ 2533051 h 2533100"/>
              <a:gd name="connsiteX13-265" fmla="*/ 646430 w 2585764"/>
              <a:gd name="connsiteY13-266" fmla="*/ 1069249 h 2533100"/>
              <a:gd name="connsiteX14-267" fmla="*/ 646430 w 2585764"/>
              <a:gd name="connsiteY14-268" fmla="*/ 1069298 h 2533100"/>
              <a:gd name="connsiteX15-269" fmla="*/ 0 w 2585764"/>
              <a:gd name="connsiteY15-270" fmla="*/ 1069298 h 2533100"/>
              <a:gd name="connsiteX16-271" fmla="*/ 0 w 2585764"/>
              <a:gd name="connsiteY16-272" fmla="*/ 1069299 h 2533100"/>
              <a:gd name="connsiteX0-273" fmla="*/ 0 w 2585764"/>
              <a:gd name="connsiteY0-274" fmla="*/ 1069299 h 2533100"/>
              <a:gd name="connsiteX1-275" fmla="*/ 0 w 2585764"/>
              <a:gd name="connsiteY1-276" fmla="*/ 1069299 h 2533100"/>
              <a:gd name="connsiteX2-277" fmla="*/ 1292905 w 2585764"/>
              <a:gd name="connsiteY2-278" fmla="*/ 0 h 2533100"/>
              <a:gd name="connsiteX3-279" fmla="*/ 1292860 w 2585764"/>
              <a:gd name="connsiteY3-280" fmla="*/ 36 h 2533100"/>
              <a:gd name="connsiteX4-281" fmla="*/ 2585764 w 2585764"/>
              <a:gd name="connsiteY4-282" fmla="*/ 1069335 h 2533100"/>
              <a:gd name="connsiteX5-283" fmla="*/ 2585720 w 2585764"/>
              <a:gd name="connsiteY5-284" fmla="*/ 1069298 h 2533100"/>
              <a:gd name="connsiteX6-285" fmla="*/ 2585720 w 2585764"/>
              <a:gd name="connsiteY6-286" fmla="*/ 1069298 h 2533100"/>
              <a:gd name="connsiteX7-287" fmla="*/ 1939290 w 2585764"/>
              <a:gd name="connsiteY7-288" fmla="*/ 1069298 h 2533100"/>
              <a:gd name="connsiteX8-289" fmla="*/ 1939290 w 2585764"/>
              <a:gd name="connsiteY8-290" fmla="*/ 1069298 h 2533100"/>
              <a:gd name="connsiteX9-291" fmla="*/ 1939290 w 2585764"/>
              <a:gd name="connsiteY9-292" fmla="*/ 2533100 h 2533100"/>
              <a:gd name="connsiteX10-293" fmla="*/ 1939290 w 2585764"/>
              <a:gd name="connsiteY10-294" fmla="*/ 2533051 h 2533100"/>
              <a:gd name="connsiteX11-295" fmla="*/ 646430 w 2585764"/>
              <a:gd name="connsiteY11-296" fmla="*/ 2533051 h 2533100"/>
              <a:gd name="connsiteX12-297" fmla="*/ 646430 w 2585764"/>
              <a:gd name="connsiteY12-298" fmla="*/ 2533051 h 2533100"/>
              <a:gd name="connsiteX13-299" fmla="*/ 646430 w 2585764"/>
              <a:gd name="connsiteY13-300" fmla="*/ 1069249 h 2533100"/>
              <a:gd name="connsiteX14-301" fmla="*/ 646430 w 2585764"/>
              <a:gd name="connsiteY14-302" fmla="*/ 1069298 h 2533100"/>
              <a:gd name="connsiteX15-303" fmla="*/ 0 w 2585764"/>
              <a:gd name="connsiteY15-304" fmla="*/ 1069298 h 2533100"/>
              <a:gd name="connsiteX16-305" fmla="*/ 0 w 2585764"/>
              <a:gd name="connsiteY16-306" fmla="*/ 1069299 h 2533100"/>
              <a:gd name="connsiteX0-307" fmla="*/ 0 w 2585764"/>
              <a:gd name="connsiteY0-308" fmla="*/ 1069299 h 2533100"/>
              <a:gd name="connsiteX1-309" fmla="*/ 0 w 2585764"/>
              <a:gd name="connsiteY1-310" fmla="*/ 1069299 h 2533100"/>
              <a:gd name="connsiteX2-311" fmla="*/ 1292905 w 2585764"/>
              <a:gd name="connsiteY2-312" fmla="*/ 0 h 2533100"/>
              <a:gd name="connsiteX3-313" fmla="*/ 1292860 w 2585764"/>
              <a:gd name="connsiteY3-314" fmla="*/ 36 h 2533100"/>
              <a:gd name="connsiteX4-315" fmla="*/ 2585764 w 2585764"/>
              <a:gd name="connsiteY4-316" fmla="*/ 1069335 h 2533100"/>
              <a:gd name="connsiteX5-317" fmla="*/ 2585720 w 2585764"/>
              <a:gd name="connsiteY5-318" fmla="*/ 1069298 h 2533100"/>
              <a:gd name="connsiteX6-319" fmla="*/ 2585720 w 2585764"/>
              <a:gd name="connsiteY6-320" fmla="*/ 1069298 h 2533100"/>
              <a:gd name="connsiteX7-321" fmla="*/ 1939290 w 2585764"/>
              <a:gd name="connsiteY7-322" fmla="*/ 1069298 h 2533100"/>
              <a:gd name="connsiteX8-323" fmla="*/ 1939290 w 2585764"/>
              <a:gd name="connsiteY8-324" fmla="*/ 1069298 h 2533100"/>
              <a:gd name="connsiteX9-325" fmla="*/ 1939290 w 2585764"/>
              <a:gd name="connsiteY9-326" fmla="*/ 2533100 h 2533100"/>
              <a:gd name="connsiteX10-327" fmla="*/ 1939290 w 2585764"/>
              <a:gd name="connsiteY10-328" fmla="*/ 2533051 h 2533100"/>
              <a:gd name="connsiteX11-329" fmla="*/ 646430 w 2585764"/>
              <a:gd name="connsiteY11-330" fmla="*/ 2533051 h 2533100"/>
              <a:gd name="connsiteX12-331" fmla="*/ 646430 w 2585764"/>
              <a:gd name="connsiteY12-332" fmla="*/ 2533051 h 2533100"/>
              <a:gd name="connsiteX13-333" fmla="*/ 646430 w 2585764"/>
              <a:gd name="connsiteY13-334" fmla="*/ 1069249 h 2533100"/>
              <a:gd name="connsiteX14-335" fmla="*/ 646430 w 2585764"/>
              <a:gd name="connsiteY14-336" fmla="*/ 1069298 h 2533100"/>
              <a:gd name="connsiteX15-337" fmla="*/ 0 w 2585764"/>
              <a:gd name="connsiteY15-338" fmla="*/ 1069298 h 2533100"/>
              <a:gd name="connsiteX16-339" fmla="*/ 0 w 2585764"/>
              <a:gd name="connsiteY16-340" fmla="*/ 1069299 h 2533100"/>
              <a:gd name="connsiteX0-341" fmla="*/ 0 w 2585764"/>
              <a:gd name="connsiteY0-342" fmla="*/ 1069299 h 2533100"/>
              <a:gd name="connsiteX1-343" fmla="*/ 0 w 2585764"/>
              <a:gd name="connsiteY1-344" fmla="*/ 1069299 h 2533100"/>
              <a:gd name="connsiteX2-345" fmla="*/ 1292905 w 2585764"/>
              <a:gd name="connsiteY2-346" fmla="*/ 0 h 2533100"/>
              <a:gd name="connsiteX3-347" fmla="*/ 1292860 w 2585764"/>
              <a:gd name="connsiteY3-348" fmla="*/ 36 h 2533100"/>
              <a:gd name="connsiteX4-349" fmla="*/ 2585764 w 2585764"/>
              <a:gd name="connsiteY4-350" fmla="*/ 1069335 h 2533100"/>
              <a:gd name="connsiteX5-351" fmla="*/ 2585720 w 2585764"/>
              <a:gd name="connsiteY5-352" fmla="*/ 1069298 h 2533100"/>
              <a:gd name="connsiteX6-353" fmla="*/ 2585720 w 2585764"/>
              <a:gd name="connsiteY6-354" fmla="*/ 1069298 h 2533100"/>
              <a:gd name="connsiteX7-355" fmla="*/ 1939290 w 2585764"/>
              <a:gd name="connsiteY7-356" fmla="*/ 1069298 h 2533100"/>
              <a:gd name="connsiteX8-357" fmla="*/ 1939290 w 2585764"/>
              <a:gd name="connsiteY8-358" fmla="*/ 1069298 h 2533100"/>
              <a:gd name="connsiteX9-359" fmla="*/ 1939290 w 2585764"/>
              <a:gd name="connsiteY9-360" fmla="*/ 2533100 h 2533100"/>
              <a:gd name="connsiteX10-361" fmla="*/ 1939290 w 2585764"/>
              <a:gd name="connsiteY10-362" fmla="*/ 2533051 h 2533100"/>
              <a:gd name="connsiteX11-363" fmla="*/ 646430 w 2585764"/>
              <a:gd name="connsiteY11-364" fmla="*/ 2533051 h 2533100"/>
              <a:gd name="connsiteX12-365" fmla="*/ 646430 w 2585764"/>
              <a:gd name="connsiteY12-366" fmla="*/ 2533051 h 2533100"/>
              <a:gd name="connsiteX13-367" fmla="*/ 646430 w 2585764"/>
              <a:gd name="connsiteY13-368" fmla="*/ 1069249 h 2533100"/>
              <a:gd name="connsiteX14-369" fmla="*/ 646430 w 2585764"/>
              <a:gd name="connsiteY14-370" fmla="*/ 1069298 h 2533100"/>
              <a:gd name="connsiteX15-371" fmla="*/ 0 w 2585764"/>
              <a:gd name="connsiteY15-372" fmla="*/ 1069298 h 2533100"/>
              <a:gd name="connsiteX16-373" fmla="*/ 0 w 2585764"/>
              <a:gd name="connsiteY16-374" fmla="*/ 1069299 h 2533100"/>
              <a:gd name="connsiteX0-375" fmla="*/ 0 w 2585764"/>
              <a:gd name="connsiteY0-376" fmla="*/ 1069299 h 2533100"/>
              <a:gd name="connsiteX1-377" fmla="*/ 0 w 2585764"/>
              <a:gd name="connsiteY1-378" fmla="*/ 1069299 h 2533100"/>
              <a:gd name="connsiteX2-379" fmla="*/ 1292905 w 2585764"/>
              <a:gd name="connsiteY2-380" fmla="*/ 0 h 2533100"/>
              <a:gd name="connsiteX3-381" fmla="*/ 1292860 w 2585764"/>
              <a:gd name="connsiteY3-382" fmla="*/ 36 h 2533100"/>
              <a:gd name="connsiteX4-383" fmla="*/ 2585764 w 2585764"/>
              <a:gd name="connsiteY4-384" fmla="*/ 1069335 h 2533100"/>
              <a:gd name="connsiteX5-385" fmla="*/ 2585720 w 2585764"/>
              <a:gd name="connsiteY5-386" fmla="*/ 1069298 h 2533100"/>
              <a:gd name="connsiteX6-387" fmla="*/ 2585720 w 2585764"/>
              <a:gd name="connsiteY6-388" fmla="*/ 1069298 h 2533100"/>
              <a:gd name="connsiteX7-389" fmla="*/ 1939290 w 2585764"/>
              <a:gd name="connsiteY7-390" fmla="*/ 1069298 h 2533100"/>
              <a:gd name="connsiteX8-391" fmla="*/ 1939290 w 2585764"/>
              <a:gd name="connsiteY8-392" fmla="*/ 1069298 h 2533100"/>
              <a:gd name="connsiteX9-393" fmla="*/ 1939290 w 2585764"/>
              <a:gd name="connsiteY9-394" fmla="*/ 2533100 h 2533100"/>
              <a:gd name="connsiteX10-395" fmla="*/ 1939290 w 2585764"/>
              <a:gd name="connsiteY10-396" fmla="*/ 2533051 h 2533100"/>
              <a:gd name="connsiteX11-397" fmla="*/ 646430 w 2585764"/>
              <a:gd name="connsiteY11-398" fmla="*/ 2533051 h 2533100"/>
              <a:gd name="connsiteX12-399" fmla="*/ 646430 w 2585764"/>
              <a:gd name="connsiteY12-400" fmla="*/ 2533051 h 2533100"/>
              <a:gd name="connsiteX13-401" fmla="*/ 646430 w 2585764"/>
              <a:gd name="connsiteY13-402" fmla="*/ 1069249 h 2533100"/>
              <a:gd name="connsiteX14-403" fmla="*/ 646430 w 2585764"/>
              <a:gd name="connsiteY14-404" fmla="*/ 1069298 h 2533100"/>
              <a:gd name="connsiteX15-405" fmla="*/ 0 w 2585764"/>
              <a:gd name="connsiteY15-406" fmla="*/ 1069298 h 2533100"/>
              <a:gd name="connsiteX16-407" fmla="*/ 0 w 2585764"/>
              <a:gd name="connsiteY16-408" fmla="*/ 1069299 h 2533100"/>
              <a:gd name="connsiteX0-409" fmla="*/ 0 w 2585764"/>
              <a:gd name="connsiteY0-410" fmla="*/ 1069299 h 2533100"/>
              <a:gd name="connsiteX1-411" fmla="*/ 0 w 2585764"/>
              <a:gd name="connsiteY1-412" fmla="*/ 1069299 h 2533100"/>
              <a:gd name="connsiteX2-413" fmla="*/ 1292905 w 2585764"/>
              <a:gd name="connsiteY2-414" fmla="*/ 0 h 2533100"/>
              <a:gd name="connsiteX3-415" fmla="*/ 1292860 w 2585764"/>
              <a:gd name="connsiteY3-416" fmla="*/ 36 h 2533100"/>
              <a:gd name="connsiteX4-417" fmla="*/ 2585764 w 2585764"/>
              <a:gd name="connsiteY4-418" fmla="*/ 1069335 h 2533100"/>
              <a:gd name="connsiteX5-419" fmla="*/ 2585720 w 2585764"/>
              <a:gd name="connsiteY5-420" fmla="*/ 1069298 h 2533100"/>
              <a:gd name="connsiteX6-421" fmla="*/ 2585720 w 2585764"/>
              <a:gd name="connsiteY6-422" fmla="*/ 1069298 h 2533100"/>
              <a:gd name="connsiteX7-423" fmla="*/ 1939290 w 2585764"/>
              <a:gd name="connsiteY7-424" fmla="*/ 1069298 h 2533100"/>
              <a:gd name="connsiteX8-425" fmla="*/ 1939290 w 2585764"/>
              <a:gd name="connsiteY8-426" fmla="*/ 1069298 h 2533100"/>
              <a:gd name="connsiteX9-427" fmla="*/ 1939290 w 2585764"/>
              <a:gd name="connsiteY9-428" fmla="*/ 2533100 h 2533100"/>
              <a:gd name="connsiteX10-429" fmla="*/ 1939290 w 2585764"/>
              <a:gd name="connsiteY10-430" fmla="*/ 2533051 h 2533100"/>
              <a:gd name="connsiteX11-431" fmla="*/ 646430 w 2585764"/>
              <a:gd name="connsiteY11-432" fmla="*/ 2533051 h 2533100"/>
              <a:gd name="connsiteX12-433" fmla="*/ 646430 w 2585764"/>
              <a:gd name="connsiteY12-434" fmla="*/ 2533051 h 2533100"/>
              <a:gd name="connsiteX13-435" fmla="*/ 646430 w 2585764"/>
              <a:gd name="connsiteY13-436" fmla="*/ 1069249 h 2533100"/>
              <a:gd name="connsiteX14-437" fmla="*/ 646430 w 2585764"/>
              <a:gd name="connsiteY14-438" fmla="*/ 1069298 h 2533100"/>
              <a:gd name="connsiteX15-439" fmla="*/ 0 w 2585764"/>
              <a:gd name="connsiteY15-440" fmla="*/ 1069298 h 2533100"/>
              <a:gd name="connsiteX16-441" fmla="*/ 0 w 2585764"/>
              <a:gd name="connsiteY16-442" fmla="*/ 1069299 h 2533100"/>
              <a:gd name="connsiteX0-443" fmla="*/ 0 w 2585764"/>
              <a:gd name="connsiteY0-444" fmla="*/ 1069299 h 2533100"/>
              <a:gd name="connsiteX1-445" fmla="*/ 0 w 2585764"/>
              <a:gd name="connsiteY1-446" fmla="*/ 1069299 h 2533100"/>
              <a:gd name="connsiteX2-447" fmla="*/ 1292905 w 2585764"/>
              <a:gd name="connsiteY2-448" fmla="*/ 0 h 2533100"/>
              <a:gd name="connsiteX3-449" fmla="*/ 1292860 w 2585764"/>
              <a:gd name="connsiteY3-450" fmla="*/ 36 h 2533100"/>
              <a:gd name="connsiteX4-451" fmla="*/ 2585764 w 2585764"/>
              <a:gd name="connsiteY4-452" fmla="*/ 1069335 h 2533100"/>
              <a:gd name="connsiteX5-453" fmla="*/ 2585720 w 2585764"/>
              <a:gd name="connsiteY5-454" fmla="*/ 1069298 h 2533100"/>
              <a:gd name="connsiteX6-455" fmla="*/ 2585720 w 2585764"/>
              <a:gd name="connsiteY6-456" fmla="*/ 1069298 h 2533100"/>
              <a:gd name="connsiteX7-457" fmla="*/ 1939290 w 2585764"/>
              <a:gd name="connsiteY7-458" fmla="*/ 1069298 h 2533100"/>
              <a:gd name="connsiteX8-459" fmla="*/ 1939290 w 2585764"/>
              <a:gd name="connsiteY8-460" fmla="*/ 1069298 h 2533100"/>
              <a:gd name="connsiteX9-461" fmla="*/ 1939290 w 2585764"/>
              <a:gd name="connsiteY9-462" fmla="*/ 2533100 h 2533100"/>
              <a:gd name="connsiteX10-463" fmla="*/ 1939290 w 2585764"/>
              <a:gd name="connsiteY10-464" fmla="*/ 2533051 h 2533100"/>
              <a:gd name="connsiteX11-465" fmla="*/ 646430 w 2585764"/>
              <a:gd name="connsiteY11-466" fmla="*/ 2533051 h 2533100"/>
              <a:gd name="connsiteX12-467" fmla="*/ 646430 w 2585764"/>
              <a:gd name="connsiteY12-468" fmla="*/ 2533051 h 2533100"/>
              <a:gd name="connsiteX13-469" fmla="*/ 646430 w 2585764"/>
              <a:gd name="connsiteY13-470" fmla="*/ 1069249 h 2533100"/>
              <a:gd name="connsiteX14-471" fmla="*/ 646430 w 2585764"/>
              <a:gd name="connsiteY14-472" fmla="*/ 1069298 h 2533100"/>
              <a:gd name="connsiteX15-473" fmla="*/ 0 w 2585764"/>
              <a:gd name="connsiteY15-474" fmla="*/ 1069298 h 2533100"/>
              <a:gd name="connsiteX16-475" fmla="*/ 0 w 2585764"/>
              <a:gd name="connsiteY16-476" fmla="*/ 1069299 h 2533100"/>
              <a:gd name="connsiteX0-477" fmla="*/ 0 w 2585764"/>
              <a:gd name="connsiteY0-478" fmla="*/ 1069299 h 2533100"/>
              <a:gd name="connsiteX1-479" fmla="*/ 0 w 2585764"/>
              <a:gd name="connsiteY1-480" fmla="*/ 1069299 h 2533100"/>
              <a:gd name="connsiteX2-481" fmla="*/ 1292905 w 2585764"/>
              <a:gd name="connsiteY2-482" fmla="*/ 0 h 2533100"/>
              <a:gd name="connsiteX3-483" fmla="*/ 1292860 w 2585764"/>
              <a:gd name="connsiteY3-484" fmla="*/ 36 h 2533100"/>
              <a:gd name="connsiteX4-485" fmla="*/ 2585764 w 2585764"/>
              <a:gd name="connsiteY4-486" fmla="*/ 1069335 h 2533100"/>
              <a:gd name="connsiteX5-487" fmla="*/ 2585720 w 2585764"/>
              <a:gd name="connsiteY5-488" fmla="*/ 1069298 h 2533100"/>
              <a:gd name="connsiteX6-489" fmla="*/ 2585720 w 2585764"/>
              <a:gd name="connsiteY6-490" fmla="*/ 1069298 h 2533100"/>
              <a:gd name="connsiteX7-491" fmla="*/ 1939290 w 2585764"/>
              <a:gd name="connsiteY7-492" fmla="*/ 1069298 h 2533100"/>
              <a:gd name="connsiteX8-493" fmla="*/ 1939290 w 2585764"/>
              <a:gd name="connsiteY8-494" fmla="*/ 1069298 h 2533100"/>
              <a:gd name="connsiteX9-495" fmla="*/ 1939290 w 2585764"/>
              <a:gd name="connsiteY9-496" fmla="*/ 2533100 h 2533100"/>
              <a:gd name="connsiteX10-497" fmla="*/ 1939290 w 2585764"/>
              <a:gd name="connsiteY10-498" fmla="*/ 2533051 h 2533100"/>
              <a:gd name="connsiteX11-499" fmla="*/ 646430 w 2585764"/>
              <a:gd name="connsiteY11-500" fmla="*/ 2533051 h 2533100"/>
              <a:gd name="connsiteX12-501" fmla="*/ 646430 w 2585764"/>
              <a:gd name="connsiteY12-502" fmla="*/ 2533051 h 2533100"/>
              <a:gd name="connsiteX13-503" fmla="*/ 646430 w 2585764"/>
              <a:gd name="connsiteY13-504" fmla="*/ 1069249 h 2533100"/>
              <a:gd name="connsiteX14-505" fmla="*/ 646430 w 2585764"/>
              <a:gd name="connsiteY14-506" fmla="*/ 1069298 h 2533100"/>
              <a:gd name="connsiteX15-507" fmla="*/ 0 w 2585764"/>
              <a:gd name="connsiteY15-508" fmla="*/ 1069298 h 2533100"/>
              <a:gd name="connsiteX16-509" fmla="*/ 0 w 2585764"/>
              <a:gd name="connsiteY16-510" fmla="*/ 1069299 h 2533100"/>
              <a:gd name="connsiteX0-511" fmla="*/ 0 w 2585764"/>
              <a:gd name="connsiteY0-512" fmla="*/ 1069299 h 2533100"/>
              <a:gd name="connsiteX1-513" fmla="*/ 0 w 2585764"/>
              <a:gd name="connsiteY1-514" fmla="*/ 1069299 h 2533100"/>
              <a:gd name="connsiteX2-515" fmla="*/ 1292905 w 2585764"/>
              <a:gd name="connsiteY2-516" fmla="*/ 0 h 2533100"/>
              <a:gd name="connsiteX3-517" fmla="*/ 1292860 w 2585764"/>
              <a:gd name="connsiteY3-518" fmla="*/ 36 h 2533100"/>
              <a:gd name="connsiteX4-519" fmla="*/ 2585764 w 2585764"/>
              <a:gd name="connsiteY4-520" fmla="*/ 1069335 h 2533100"/>
              <a:gd name="connsiteX5-521" fmla="*/ 2585720 w 2585764"/>
              <a:gd name="connsiteY5-522" fmla="*/ 1069298 h 2533100"/>
              <a:gd name="connsiteX6-523" fmla="*/ 2585720 w 2585764"/>
              <a:gd name="connsiteY6-524" fmla="*/ 1069298 h 2533100"/>
              <a:gd name="connsiteX7-525" fmla="*/ 1939290 w 2585764"/>
              <a:gd name="connsiteY7-526" fmla="*/ 1069298 h 2533100"/>
              <a:gd name="connsiteX8-527" fmla="*/ 1939290 w 2585764"/>
              <a:gd name="connsiteY8-528" fmla="*/ 1069298 h 2533100"/>
              <a:gd name="connsiteX9-529" fmla="*/ 1939290 w 2585764"/>
              <a:gd name="connsiteY9-530" fmla="*/ 2533100 h 2533100"/>
              <a:gd name="connsiteX10-531" fmla="*/ 1939290 w 2585764"/>
              <a:gd name="connsiteY10-532" fmla="*/ 2533051 h 2533100"/>
              <a:gd name="connsiteX11-533" fmla="*/ 646430 w 2585764"/>
              <a:gd name="connsiteY11-534" fmla="*/ 2533051 h 2533100"/>
              <a:gd name="connsiteX12-535" fmla="*/ 646430 w 2585764"/>
              <a:gd name="connsiteY12-536" fmla="*/ 2533051 h 2533100"/>
              <a:gd name="connsiteX13-537" fmla="*/ 646430 w 2585764"/>
              <a:gd name="connsiteY13-538" fmla="*/ 1069249 h 2533100"/>
              <a:gd name="connsiteX14-539" fmla="*/ 646430 w 2585764"/>
              <a:gd name="connsiteY14-540" fmla="*/ 1069298 h 2533100"/>
              <a:gd name="connsiteX15-541" fmla="*/ 0 w 2585764"/>
              <a:gd name="connsiteY15-542" fmla="*/ 1069298 h 2533100"/>
              <a:gd name="connsiteX16-543" fmla="*/ 0 w 2585764"/>
              <a:gd name="connsiteY16-544" fmla="*/ 1069299 h 2533100"/>
              <a:gd name="connsiteX0-545" fmla="*/ 0 w 2585764"/>
              <a:gd name="connsiteY0-546" fmla="*/ 1069299 h 2533100"/>
              <a:gd name="connsiteX1-547" fmla="*/ 0 w 2585764"/>
              <a:gd name="connsiteY1-548" fmla="*/ 1069299 h 2533100"/>
              <a:gd name="connsiteX2-549" fmla="*/ 1292905 w 2585764"/>
              <a:gd name="connsiteY2-550" fmla="*/ 0 h 2533100"/>
              <a:gd name="connsiteX3-551" fmla="*/ 1292860 w 2585764"/>
              <a:gd name="connsiteY3-552" fmla="*/ 36 h 2533100"/>
              <a:gd name="connsiteX4-553" fmla="*/ 2585764 w 2585764"/>
              <a:gd name="connsiteY4-554" fmla="*/ 1069335 h 2533100"/>
              <a:gd name="connsiteX5-555" fmla="*/ 2585720 w 2585764"/>
              <a:gd name="connsiteY5-556" fmla="*/ 1069298 h 2533100"/>
              <a:gd name="connsiteX6-557" fmla="*/ 2585720 w 2585764"/>
              <a:gd name="connsiteY6-558" fmla="*/ 1069298 h 2533100"/>
              <a:gd name="connsiteX7-559" fmla="*/ 1939290 w 2585764"/>
              <a:gd name="connsiteY7-560" fmla="*/ 1069298 h 2533100"/>
              <a:gd name="connsiteX8-561" fmla="*/ 1939290 w 2585764"/>
              <a:gd name="connsiteY8-562" fmla="*/ 1069298 h 2533100"/>
              <a:gd name="connsiteX9-563" fmla="*/ 1939290 w 2585764"/>
              <a:gd name="connsiteY9-564" fmla="*/ 2533100 h 2533100"/>
              <a:gd name="connsiteX10-565" fmla="*/ 1939290 w 2585764"/>
              <a:gd name="connsiteY10-566" fmla="*/ 2533051 h 2533100"/>
              <a:gd name="connsiteX11-567" fmla="*/ 646430 w 2585764"/>
              <a:gd name="connsiteY11-568" fmla="*/ 2533051 h 2533100"/>
              <a:gd name="connsiteX12-569" fmla="*/ 646430 w 2585764"/>
              <a:gd name="connsiteY12-570" fmla="*/ 2533051 h 2533100"/>
              <a:gd name="connsiteX13-571" fmla="*/ 646430 w 2585764"/>
              <a:gd name="connsiteY13-572" fmla="*/ 1069249 h 2533100"/>
              <a:gd name="connsiteX14-573" fmla="*/ 646430 w 2585764"/>
              <a:gd name="connsiteY14-574" fmla="*/ 1069298 h 2533100"/>
              <a:gd name="connsiteX15-575" fmla="*/ 0 w 2585764"/>
              <a:gd name="connsiteY15-576" fmla="*/ 1069298 h 2533100"/>
              <a:gd name="connsiteX16-577" fmla="*/ 0 w 2585764"/>
              <a:gd name="connsiteY16-578" fmla="*/ 1069299 h 2533100"/>
              <a:gd name="connsiteX0-579" fmla="*/ 0 w 2585764"/>
              <a:gd name="connsiteY0-580" fmla="*/ 1069299 h 2533100"/>
              <a:gd name="connsiteX1-581" fmla="*/ 0 w 2585764"/>
              <a:gd name="connsiteY1-582" fmla="*/ 1069299 h 2533100"/>
              <a:gd name="connsiteX2-583" fmla="*/ 1292905 w 2585764"/>
              <a:gd name="connsiteY2-584" fmla="*/ 0 h 2533100"/>
              <a:gd name="connsiteX3-585" fmla="*/ 1292860 w 2585764"/>
              <a:gd name="connsiteY3-586" fmla="*/ 36 h 2533100"/>
              <a:gd name="connsiteX4-587" fmla="*/ 2585764 w 2585764"/>
              <a:gd name="connsiteY4-588" fmla="*/ 1069335 h 2533100"/>
              <a:gd name="connsiteX5-589" fmla="*/ 2585720 w 2585764"/>
              <a:gd name="connsiteY5-590" fmla="*/ 1069298 h 2533100"/>
              <a:gd name="connsiteX6-591" fmla="*/ 2585720 w 2585764"/>
              <a:gd name="connsiteY6-592" fmla="*/ 1069298 h 2533100"/>
              <a:gd name="connsiteX7-593" fmla="*/ 1939290 w 2585764"/>
              <a:gd name="connsiteY7-594" fmla="*/ 1069298 h 2533100"/>
              <a:gd name="connsiteX8-595" fmla="*/ 1939290 w 2585764"/>
              <a:gd name="connsiteY8-596" fmla="*/ 1069298 h 2533100"/>
              <a:gd name="connsiteX9-597" fmla="*/ 1939290 w 2585764"/>
              <a:gd name="connsiteY9-598" fmla="*/ 2533100 h 2533100"/>
              <a:gd name="connsiteX10-599" fmla="*/ 1939290 w 2585764"/>
              <a:gd name="connsiteY10-600" fmla="*/ 2533051 h 2533100"/>
              <a:gd name="connsiteX11-601" fmla="*/ 646430 w 2585764"/>
              <a:gd name="connsiteY11-602" fmla="*/ 2533051 h 2533100"/>
              <a:gd name="connsiteX12-603" fmla="*/ 646430 w 2585764"/>
              <a:gd name="connsiteY12-604" fmla="*/ 2533051 h 2533100"/>
              <a:gd name="connsiteX13-605" fmla="*/ 646430 w 2585764"/>
              <a:gd name="connsiteY13-606" fmla="*/ 1069249 h 2533100"/>
              <a:gd name="connsiteX14-607" fmla="*/ 646430 w 2585764"/>
              <a:gd name="connsiteY14-608" fmla="*/ 1069298 h 2533100"/>
              <a:gd name="connsiteX15-609" fmla="*/ 0 w 2585764"/>
              <a:gd name="connsiteY15-610" fmla="*/ 1069298 h 2533100"/>
              <a:gd name="connsiteX16-611" fmla="*/ 0 w 2585764"/>
              <a:gd name="connsiteY16-612" fmla="*/ 1069299 h 2533100"/>
              <a:gd name="connsiteX0-613" fmla="*/ 0 w 2585764"/>
              <a:gd name="connsiteY0-614" fmla="*/ 1069299 h 2533100"/>
              <a:gd name="connsiteX1-615" fmla="*/ 0 w 2585764"/>
              <a:gd name="connsiteY1-616" fmla="*/ 1069299 h 2533100"/>
              <a:gd name="connsiteX2-617" fmla="*/ 1292905 w 2585764"/>
              <a:gd name="connsiteY2-618" fmla="*/ 0 h 2533100"/>
              <a:gd name="connsiteX3-619" fmla="*/ 1292860 w 2585764"/>
              <a:gd name="connsiteY3-620" fmla="*/ 36 h 2533100"/>
              <a:gd name="connsiteX4-621" fmla="*/ 2585764 w 2585764"/>
              <a:gd name="connsiteY4-622" fmla="*/ 1069335 h 2533100"/>
              <a:gd name="connsiteX5-623" fmla="*/ 2585720 w 2585764"/>
              <a:gd name="connsiteY5-624" fmla="*/ 1069298 h 2533100"/>
              <a:gd name="connsiteX6-625" fmla="*/ 2585720 w 2585764"/>
              <a:gd name="connsiteY6-626" fmla="*/ 1069298 h 2533100"/>
              <a:gd name="connsiteX7-627" fmla="*/ 1939290 w 2585764"/>
              <a:gd name="connsiteY7-628" fmla="*/ 1069298 h 2533100"/>
              <a:gd name="connsiteX8-629" fmla="*/ 1939290 w 2585764"/>
              <a:gd name="connsiteY8-630" fmla="*/ 1069298 h 2533100"/>
              <a:gd name="connsiteX9-631" fmla="*/ 1939290 w 2585764"/>
              <a:gd name="connsiteY9-632" fmla="*/ 2533100 h 2533100"/>
              <a:gd name="connsiteX10-633" fmla="*/ 1939290 w 2585764"/>
              <a:gd name="connsiteY10-634" fmla="*/ 2533051 h 2533100"/>
              <a:gd name="connsiteX11-635" fmla="*/ 646430 w 2585764"/>
              <a:gd name="connsiteY11-636" fmla="*/ 2533051 h 2533100"/>
              <a:gd name="connsiteX12-637" fmla="*/ 646430 w 2585764"/>
              <a:gd name="connsiteY12-638" fmla="*/ 2533051 h 2533100"/>
              <a:gd name="connsiteX13-639" fmla="*/ 646430 w 2585764"/>
              <a:gd name="connsiteY13-640" fmla="*/ 1069249 h 2533100"/>
              <a:gd name="connsiteX14-641" fmla="*/ 646430 w 2585764"/>
              <a:gd name="connsiteY14-642" fmla="*/ 1069298 h 2533100"/>
              <a:gd name="connsiteX15-643" fmla="*/ 0 w 2585764"/>
              <a:gd name="connsiteY15-644" fmla="*/ 1069298 h 2533100"/>
              <a:gd name="connsiteX16-645" fmla="*/ 0 w 2585764"/>
              <a:gd name="connsiteY16-646" fmla="*/ 1069299 h 2533100"/>
              <a:gd name="connsiteX0-647" fmla="*/ 0 w 2585764"/>
              <a:gd name="connsiteY0-648" fmla="*/ 1069299 h 2533100"/>
              <a:gd name="connsiteX1-649" fmla="*/ 0 w 2585764"/>
              <a:gd name="connsiteY1-650" fmla="*/ 1069299 h 2533100"/>
              <a:gd name="connsiteX2-651" fmla="*/ 1292905 w 2585764"/>
              <a:gd name="connsiteY2-652" fmla="*/ 0 h 2533100"/>
              <a:gd name="connsiteX3-653" fmla="*/ 1292860 w 2585764"/>
              <a:gd name="connsiteY3-654" fmla="*/ 36 h 2533100"/>
              <a:gd name="connsiteX4-655" fmla="*/ 2585764 w 2585764"/>
              <a:gd name="connsiteY4-656" fmla="*/ 1069335 h 2533100"/>
              <a:gd name="connsiteX5-657" fmla="*/ 2585720 w 2585764"/>
              <a:gd name="connsiteY5-658" fmla="*/ 1069298 h 2533100"/>
              <a:gd name="connsiteX6-659" fmla="*/ 2585720 w 2585764"/>
              <a:gd name="connsiteY6-660" fmla="*/ 1069298 h 2533100"/>
              <a:gd name="connsiteX7-661" fmla="*/ 1939290 w 2585764"/>
              <a:gd name="connsiteY7-662" fmla="*/ 1069298 h 2533100"/>
              <a:gd name="connsiteX8-663" fmla="*/ 1939290 w 2585764"/>
              <a:gd name="connsiteY8-664" fmla="*/ 1069298 h 2533100"/>
              <a:gd name="connsiteX9-665" fmla="*/ 1939290 w 2585764"/>
              <a:gd name="connsiteY9-666" fmla="*/ 2533100 h 2533100"/>
              <a:gd name="connsiteX10-667" fmla="*/ 1939290 w 2585764"/>
              <a:gd name="connsiteY10-668" fmla="*/ 2533051 h 2533100"/>
              <a:gd name="connsiteX11-669" fmla="*/ 646430 w 2585764"/>
              <a:gd name="connsiteY11-670" fmla="*/ 2533051 h 2533100"/>
              <a:gd name="connsiteX12-671" fmla="*/ 646430 w 2585764"/>
              <a:gd name="connsiteY12-672" fmla="*/ 2533051 h 2533100"/>
              <a:gd name="connsiteX13-673" fmla="*/ 646430 w 2585764"/>
              <a:gd name="connsiteY13-674" fmla="*/ 1069249 h 2533100"/>
              <a:gd name="connsiteX14-675" fmla="*/ 646430 w 2585764"/>
              <a:gd name="connsiteY14-676" fmla="*/ 1069298 h 2533100"/>
              <a:gd name="connsiteX15-677" fmla="*/ 0 w 2585764"/>
              <a:gd name="connsiteY15-678" fmla="*/ 1069298 h 2533100"/>
              <a:gd name="connsiteX16-679" fmla="*/ 0 w 2585764"/>
              <a:gd name="connsiteY16-680" fmla="*/ 1069299 h 2533100"/>
              <a:gd name="connsiteX0-681" fmla="*/ 0 w 2585764"/>
              <a:gd name="connsiteY0-682" fmla="*/ 1069299 h 2533100"/>
              <a:gd name="connsiteX1-683" fmla="*/ 0 w 2585764"/>
              <a:gd name="connsiteY1-684" fmla="*/ 1069299 h 2533100"/>
              <a:gd name="connsiteX2-685" fmla="*/ 1292905 w 2585764"/>
              <a:gd name="connsiteY2-686" fmla="*/ 0 h 2533100"/>
              <a:gd name="connsiteX3-687" fmla="*/ 1292860 w 2585764"/>
              <a:gd name="connsiteY3-688" fmla="*/ 36 h 2533100"/>
              <a:gd name="connsiteX4-689" fmla="*/ 2585764 w 2585764"/>
              <a:gd name="connsiteY4-690" fmla="*/ 1069335 h 2533100"/>
              <a:gd name="connsiteX5-691" fmla="*/ 2585720 w 2585764"/>
              <a:gd name="connsiteY5-692" fmla="*/ 1069298 h 2533100"/>
              <a:gd name="connsiteX6-693" fmla="*/ 2585720 w 2585764"/>
              <a:gd name="connsiteY6-694" fmla="*/ 1069298 h 2533100"/>
              <a:gd name="connsiteX7-695" fmla="*/ 1939290 w 2585764"/>
              <a:gd name="connsiteY7-696" fmla="*/ 1069298 h 2533100"/>
              <a:gd name="connsiteX8-697" fmla="*/ 1939290 w 2585764"/>
              <a:gd name="connsiteY8-698" fmla="*/ 1069298 h 2533100"/>
              <a:gd name="connsiteX9-699" fmla="*/ 1939290 w 2585764"/>
              <a:gd name="connsiteY9-700" fmla="*/ 2533100 h 2533100"/>
              <a:gd name="connsiteX10-701" fmla="*/ 1939290 w 2585764"/>
              <a:gd name="connsiteY10-702" fmla="*/ 2533051 h 2533100"/>
              <a:gd name="connsiteX11-703" fmla="*/ 646430 w 2585764"/>
              <a:gd name="connsiteY11-704" fmla="*/ 2533051 h 2533100"/>
              <a:gd name="connsiteX12-705" fmla="*/ 646430 w 2585764"/>
              <a:gd name="connsiteY12-706" fmla="*/ 2533051 h 2533100"/>
              <a:gd name="connsiteX13-707" fmla="*/ 646430 w 2585764"/>
              <a:gd name="connsiteY13-708" fmla="*/ 1069249 h 2533100"/>
              <a:gd name="connsiteX14-709" fmla="*/ 646430 w 2585764"/>
              <a:gd name="connsiteY14-710" fmla="*/ 1069298 h 2533100"/>
              <a:gd name="connsiteX15-711" fmla="*/ 0 w 2585764"/>
              <a:gd name="connsiteY15-712" fmla="*/ 1069298 h 2533100"/>
              <a:gd name="connsiteX16-713" fmla="*/ 0 w 2585764"/>
              <a:gd name="connsiteY16-714" fmla="*/ 1069299 h 2533100"/>
              <a:gd name="connsiteX0-715" fmla="*/ 0 w 2585764"/>
              <a:gd name="connsiteY0-716" fmla="*/ 1069299 h 2533100"/>
              <a:gd name="connsiteX1-717" fmla="*/ 0 w 2585764"/>
              <a:gd name="connsiteY1-718" fmla="*/ 1069299 h 2533100"/>
              <a:gd name="connsiteX2-719" fmla="*/ 1292905 w 2585764"/>
              <a:gd name="connsiteY2-720" fmla="*/ 0 h 2533100"/>
              <a:gd name="connsiteX3-721" fmla="*/ 1292860 w 2585764"/>
              <a:gd name="connsiteY3-722" fmla="*/ 36 h 2533100"/>
              <a:gd name="connsiteX4-723" fmla="*/ 2585764 w 2585764"/>
              <a:gd name="connsiteY4-724" fmla="*/ 1069335 h 2533100"/>
              <a:gd name="connsiteX5-725" fmla="*/ 2585720 w 2585764"/>
              <a:gd name="connsiteY5-726" fmla="*/ 1069298 h 2533100"/>
              <a:gd name="connsiteX6-727" fmla="*/ 2585720 w 2585764"/>
              <a:gd name="connsiteY6-728" fmla="*/ 1069298 h 2533100"/>
              <a:gd name="connsiteX7-729" fmla="*/ 1939290 w 2585764"/>
              <a:gd name="connsiteY7-730" fmla="*/ 1069298 h 2533100"/>
              <a:gd name="connsiteX8-731" fmla="*/ 1939290 w 2585764"/>
              <a:gd name="connsiteY8-732" fmla="*/ 1069298 h 2533100"/>
              <a:gd name="connsiteX9-733" fmla="*/ 1939290 w 2585764"/>
              <a:gd name="connsiteY9-734" fmla="*/ 2533100 h 2533100"/>
              <a:gd name="connsiteX10-735" fmla="*/ 1939290 w 2585764"/>
              <a:gd name="connsiteY10-736" fmla="*/ 2533051 h 2533100"/>
              <a:gd name="connsiteX11-737" fmla="*/ 646430 w 2585764"/>
              <a:gd name="connsiteY11-738" fmla="*/ 2533051 h 2533100"/>
              <a:gd name="connsiteX12-739" fmla="*/ 646430 w 2585764"/>
              <a:gd name="connsiteY12-740" fmla="*/ 2533051 h 2533100"/>
              <a:gd name="connsiteX13-741" fmla="*/ 646430 w 2585764"/>
              <a:gd name="connsiteY13-742" fmla="*/ 1069249 h 2533100"/>
              <a:gd name="connsiteX14-743" fmla="*/ 646430 w 2585764"/>
              <a:gd name="connsiteY14-744" fmla="*/ 1069298 h 2533100"/>
              <a:gd name="connsiteX15-745" fmla="*/ 0 w 2585764"/>
              <a:gd name="connsiteY15-746" fmla="*/ 1069298 h 2533100"/>
              <a:gd name="connsiteX16-747" fmla="*/ 0 w 2585764"/>
              <a:gd name="connsiteY16-748" fmla="*/ 1069299 h 2533100"/>
              <a:gd name="connsiteX0-749" fmla="*/ 0 w 2585764"/>
              <a:gd name="connsiteY0-750" fmla="*/ 1069299 h 2533100"/>
              <a:gd name="connsiteX1-751" fmla="*/ 0 w 2585764"/>
              <a:gd name="connsiteY1-752" fmla="*/ 1069299 h 2533100"/>
              <a:gd name="connsiteX2-753" fmla="*/ 1292905 w 2585764"/>
              <a:gd name="connsiteY2-754" fmla="*/ 0 h 2533100"/>
              <a:gd name="connsiteX3-755" fmla="*/ 1292860 w 2585764"/>
              <a:gd name="connsiteY3-756" fmla="*/ 36 h 2533100"/>
              <a:gd name="connsiteX4-757" fmla="*/ 2585764 w 2585764"/>
              <a:gd name="connsiteY4-758" fmla="*/ 1069335 h 2533100"/>
              <a:gd name="connsiteX5-759" fmla="*/ 2585720 w 2585764"/>
              <a:gd name="connsiteY5-760" fmla="*/ 1069298 h 2533100"/>
              <a:gd name="connsiteX6-761" fmla="*/ 2585720 w 2585764"/>
              <a:gd name="connsiteY6-762" fmla="*/ 1069298 h 2533100"/>
              <a:gd name="connsiteX7-763" fmla="*/ 1939290 w 2585764"/>
              <a:gd name="connsiteY7-764" fmla="*/ 1069298 h 2533100"/>
              <a:gd name="connsiteX8-765" fmla="*/ 1939290 w 2585764"/>
              <a:gd name="connsiteY8-766" fmla="*/ 1069298 h 2533100"/>
              <a:gd name="connsiteX9-767" fmla="*/ 1939290 w 2585764"/>
              <a:gd name="connsiteY9-768" fmla="*/ 2533100 h 2533100"/>
              <a:gd name="connsiteX10-769" fmla="*/ 1939290 w 2585764"/>
              <a:gd name="connsiteY10-770" fmla="*/ 2533051 h 2533100"/>
              <a:gd name="connsiteX11-771" fmla="*/ 646430 w 2585764"/>
              <a:gd name="connsiteY11-772" fmla="*/ 2533051 h 2533100"/>
              <a:gd name="connsiteX12-773" fmla="*/ 646430 w 2585764"/>
              <a:gd name="connsiteY12-774" fmla="*/ 2533051 h 2533100"/>
              <a:gd name="connsiteX13-775" fmla="*/ 646430 w 2585764"/>
              <a:gd name="connsiteY13-776" fmla="*/ 1069249 h 2533100"/>
              <a:gd name="connsiteX14-777" fmla="*/ 646430 w 2585764"/>
              <a:gd name="connsiteY14-778" fmla="*/ 1069298 h 2533100"/>
              <a:gd name="connsiteX15-779" fmla="*/ 0 w 2585764"/>
              <a:gd name="connsiteY15-780" fmla="*/ 1069298 h 2533100"/>
              <a:gd name="connsiteX16-781" fmla="*/ 0 w 2585764"/>
              <a:gd name="connsiteY16-782" fmla="*/ 1069299 h 2533100"/>
              <a:gd name="connsiteX0-783" fmla="*/ 0 w 2585764"/>
              <a:gd name="connsiteY0-784" fmla="*/ 1069299 h 2533100"/>
              <a:gd name="connsiteX1-785" fmla="*/ 0 w 2585764"/>
              <a:gd name="connsiteY1-786" fmla="*/ 1069299 h 2533100"/>
              <a:gd name="connsiteX2-787" fmla="*/ 1292905 w 2585764"/>
              <a:gd name="connsiteY2-788" fmla="*/ 0 h 2533100"/>
              <a:gd name="connsiteX3-789" fmla="*/ 1292860 w 2585764"/>
              <a:gd name="connsiteY3-790" fmla="*/ 36 h 2533100"/>
              <a:gd name="connsiteX4-791" fmla="*/ 2585764 w 2585764"/>
              <a:gd name="connsiteY4-792" fmla="*/ 1069335 h 2533100"/>
              <a:gd name="connsiteX5-793" fmla="*/ 2585720 w 2585764"/>
              <a:gd name="connsiteY5-794" fmla="*/ 1069298 h 2533100"/>
              <a:gd name="connsiteX6-795" fmla="*/ 2585720 w 2585764"/>
              <a:gd name="connsiteY6-796" fmla="*/ 1069298 h 2533100"/>
              <a:gd name="connsiteX7-797" fmla="*/ 1939290 w 2585764"/>
              <a:gd name="connsiteY7-798" fmla="*/ 1069298 h 2533100"/>
              <a:gd name="connsiteX8-799" fmla="*/ 1939290 w 2585764"/>
              <a:gd name="connsiteY8-800" fmla="*/ 1069298 h 2533100"/>
              <a:gd name="connsiteX9-801" fmla="*/ 1939290 w 2585764"/>
              <a:gd name="connsiteY9-802" fmla="*/ 2533100 h 2533100"/>
              <a:gd name="connsiteX10-803" fmla="*/ 1939290 w 2585764"/>
              <a:gd name="connsiteY10-804" fmla="*/ 2533051 h 2533100"/>
              <a:gd name="connsiteX11-805" fmla="*/ 646430 w 2585764"/>
              <a:gd name="connsiteY11-806" fmla="*/ 2533051 h 2533100"/>
              <a:gd name="connsiteX12-807" fmla="*/ 646430 w 2585764"/>
              <a:gd name="connsiteY12-808" fmla="*/ 2533051 h 2533100"/>
              <a:gd name="connsiteX13-809" fmla="*/ 646430 w 2585764"/>
              <a:gd name="connsiteY13-810" fmla="*/ 1069249 h 2533100"/>
              <a:gd name="connsiteX14-811" fmla="*/ 646430 w 2585764"/>
              <a:gd name="connsiteY14-812" fmla="*/ 1069298 h 2533100"/>
              <a:gd name="connsiteX15-813" fmla="*/ 0 w 2585764"/>
              <a:gd name="connsiteY15-814" fmla="*/ 1069298 h 2533100"/>
              <a:gd name="connsiteX16-815" fmla="*/ 0 w 2585764"/>
              <a:gd name="connsiteY16-816" fmla="*/ 1069299 h 2533100"/>
              <a:gd name="connsiteX0-817" fmla="*/ 0 w 2585764"/>
              <a:gd name="connsiteY0-818" fmla="*/ 1069299 h 2533100"/>
              <a:gd name="connsiteX1-819" fmla="*/ 0 w 2585764"/>
              <a:gd name="connsiteY1-820" fmla="*/ 1069299 h 2533100"/>
              <a:gd name="connsiteX2-821" fmla="*/ 1292905 w 2585764"/>
              <a:gd name="connsiteY2-822" fmla="*/ 0 h 2533100"/>
              <a:gd name="connsiteX3-823" fmla="*/ 1292860 w 2585764"/>
              <a:gd name="connsiteY3-824" fmla="*/ 36 h 2533100"/>
              <a:gd name="connsiteX4-825" fmla="*/ 2585764 w 2585764"/>
              <a:gd name="connsiteY4-826" fmla="*/ 1069335 h 2533100"/>
              <a:gd name="connsiteX5-827" fmla="*/ 2585720 w 2585764"/>
              <a:gd name="connsiteY5-828" fmla="*/ 1069298 h 2533100"/>
              <a:gd name="connsiteX6-829" fmla="*/ 2585720 w 2585764"/>
              <a:gd name="connsiteY6-830" fmla="*/ 1069298 h 2533100"/>
              <a:gd name="connsiteX7-831" fmla="*/ 1939290 w 2585764"/>
              <a:gd name="connsiteY7-832" fmla="*/ 1069298 h 2533100"/>
              <a:gd name="connsiteX8-833" fmla="*/ 1939290 w 2585764"/>
              <a:gd name="connsiteY8-834" fmla="*/ 1069298 h 2533100"/>
              <a:gd name="connsiteX9-835" fmla="*/ 1939290 w 2585764"/>
              <a:gd name="connsiteY9-836" fmla="*/ 2533100 h 2533100"/>
              <a:gd name="connsiteX10-837" fmla="*/ 1939290 w 2585764"/>
              <a:gd name="connsiteY10-838" fmla="*/ 2533051 h 2533100"/>
              <a:gd name="connsiteX11-839" fmla="*/ 646430 w 2585764"/>
              <a:gd name="connsiteY11-840" fmla="*/ 2533051 h 2533100"/>
              <a:gd name="connsiteX12-841" fmla="*/ 646430 w 2585764"/>
              <a:gd name="connsiteY12-842" fmla="*/ 2533051 h 2533100"/>
              <a:gd name="connsiteX13-843" fmla="*/ 646430 w 2585764"/>
              <a:gd name="connsiteY13-844" fmla="*/ 1069249 h 2533100"/>
              <a:gd name="connsiteX14-845" fmla="*/ 646430 w 2585764"/>
              <a:gd name="connsiteY14-846" fmla="*/ 1069298 h 2533100"/>
              <a:gd name="connsiteX15-847" fmla="*/ 0 w 2585764"/>
              <a:gd name="connsiteY15-848" fmla="*/ 1069298 h 2533100"/>
              <a:gd name="connsiteX16-849" fmla="*/ 0 w 2585764"/>
              <a:gd name="connsiteY16-850" fmla="*/ 1069299 h 2533100"/>
              <a:gd name="connsiteX0-851" fmla="*/ 0 w 2585764"/>
              <a:gd name="connsiteY0-852" fmla="*/ 1069299 h 2533100"/>
              <a:gd name="connsiteX1-853" fmla="*/ 0 w 2585764"/>
              <a:gd name="connsiteY1-854" fmla="*/ 1069299 h 2533100"/>
              <a:gd name="connsiteX2-855" fmla="*/ 1292905 w 2585764"/>
              <a:gd name="connsiteY2-856" fmla="*/ 0 h 2533100"/>
              <a:gd name="connsiteX3-857" fmla="*/ 1292860 w 2585764"/>
              <a:gd name="connsiteY3-858" fmla="*/ 36 h 2533100"/>
              <a:gd name="connsiteX4-859" fmla="*/ 2585764 w 2585764"/>
              <a:gd name="connsiteY4-860" fmla="*/ 1069335 h 2533100"/>
              <a:gd name="connsiteX5-861" fmla="*/ 2585720 w 2585764"/>
              <a:gd name="connsiteY5-862" fmla="*/ 1069298 h 2533100"/>
              <a:gd name="connsiteX6-863" fmla="*/ 2585720 w 2585764"/>
              <a:gd name="connsiteY6-864" fmla="*/ 1069298 h 2533100"/>
              <a:gd name="connsiteX7-865" fmla="*/ 1939290 w 2585764"/>
              <a:gd name="connsiteY7-866" fmla="*/ 1069298 h 2533100"/>
              <a:gd name="connsiteX8-867" fmla="*/ 1939290 w 2585764"/>
              <a:gd name="connsiteY8-868" fmla="*/ 1069298 h 2533100"/>
              <a:gd name="connsiteX9-869" fmla="*/ 1939290 w 2585764"/>
              <a:gd name="connsiteY9-870" fmla="*/ 2533100 h 2533100"/>
              <a:gd name="connsiteX10-871" fmla="*/ 1939290 w 2585764"/>
              <a:gd name="connsiteY10-872" fmla="*/ 2533051 h 2533100"/>
              <a:gd name="connsiteX11-873" fmla="*/ 646430 w 2585764"/>
              <a:gd name="connsiteY11-874" fmla="*/ 2533051 h 2533100"/>
              <a:gd name="connsiteX12-875" fmla="*/ 646430 w 2585764"/>
              <a:gd name="connsiteY12-876" fmla="*/ 2533051 h 2533100"/>
              <a:gd name="connsiteX13-877" fmla="*/ 646430 w 2585764"/>
              <a:gd name="connsiteY13-878" fmla="*/ 1069249 h 2533100"/>
              <a:gd name="connsiteX14-879" fmla="*/ 646430 w 2585764"/>
              <a:gd name="connsiteY14-880" fmla="*/ 1069298 h 2533100"/>
              <a:gd name="connsiteX15-881" fmla="*/ 0 w 2585764"/>
              <a:gd name="connsiteY15-882" fmla="*/ 1069298 h 2533100"/>
              <a:gd name="connsiteX16-883" fmla="*/ 0 w 2585764"/>
              <a:gd name="connsiteY16-884" fmla="*/ 1069299 h 2533100"/>
              <a:gd name="connsiteX0-885" fmla="*/ 0 w 2585764"/>
              <a:gd name="connsiteY0-886" fmla="*/ 1069299 h 2533100"/>
              <a:gd name="connsiteX1-887" fmla="*/ 0 w 2585764"/>
              <a:gd name="connsiteY1-888" fmla="*/ 1069299 h 2533100"/>
              <a:gd name="connsiteX2-889" fmla="*/ 1292905 w 2585764"/>
              <a:gd name="connsiteY2-890" fmla="*/ 0 h 2533100"/>
              <a:gd name="connsiteX3-891" fmla="*/ 1292860 w 2585764"/>
              <a:gd name="connsiteY3-892" fmla="*/ 36 h 2533100"/>
              <a:gd name="connsiteX4-893" fmla="*/ 2585764 w 2585764"/>
              <a:gd name="connsiteY4-894" fmla="*/ 1069335 h 2533100"/>
              <a:gd name="connsiteX5-895" fmla="*/ 2585720 w 2585764"/>
              <a:gd name="connsiteY5-896" fmla="*/ 1069298 h 2533100"/>
              <a:gd name="connsiteX6-897" fmla="*/ 2585720 w 2585764"/>
              <a:gd name="connsiteY6-898" fmla="*/ 1069298 h 2533100"/>
              <a:gd name="connsiteX7-899" fmla="*/ 1939290 w 2585764"/>
              <a:gd name="connsiteY7-900" fmla="*/ 1069298 h 2533100"/>
              <a:gd name="connsiteX8-901" fmla="*/ 1939290 w 2585764"/>
              <a:gd name="connsiteY8-902" fmla="*/ 1069298 h 2533100"/>
              <a:gd name="connsiteX9-903" fmla="*/ 1939290 w 2585764"/>
              <a:gd name="connsiteY9-904" fmla="*/ 2533100 h 2533100"/>
              <a:gd name="connsiteX10-905" fmla="*/ 1939290 w 2585764"/>
              <a:gd name="connsiteY10-906" fmla="*/ 2533051 h 2533100"/>
              <a:gd name="connsiteX11-907" fmla="*/ 646430 w 2585764"/>
              <a:gd name="connsiteY11-908" fmla="*/ 2533051 h 2533100"/>
              <a:gd name="connsiteX12-909" fmla="*/ 646430 w 2585764"/>
              <a:gd name="connsiteY12-910" fmla="*/ 2533051 h 2533100"/>
              <a:gd name="connsiteX13-911" fmla="*/ 646430 w 2585764"/>
              <a:gd name="connsiteY13-912" fmla="*/ 1069249 h 2533100"/>
              <a:gd name="connsiteX14-913" fmla="*/ 646430 w 2585764"/>
              <a:gd name="connsiteY14-914" fmla="*/ 1069298 h 2533100"/>
              <a:gd name="connsiteX15-915" fmla="*/ 0 w 2585764"/>
              <a:gd name="connsiteY15-916" fmla="*/ 1069298 h 2533100"/>
              <a:gd name="connsiteX16-917" fmla="*/ 0 w 2585764"/>
              <a:gd name="connsiteY16-918" fmla="*/ 1069299 h 2533100"/>
              <a:gd name="connsiteX0-919" fmla="*/ 0 w 2585764"/>
              <a:gd name="connsiteY0-920" fmla="*/ 1069299 h 2533100"/>
              <a:gd name="connsiteX1-921" fmla="*/ 0 w 2585764"/>
              <a:gd name="connsiteY1-922" fmla="*/ 1069299 h 2533100"/>
              <a:gd name="connsiteX2-923" fmla="*/ 1292905 w 2585764"/>
              <a:gd name="connsiteY2-924" fmla="*/ 0 h 2533100"/>
              <a:gd name="connsiteX3-925" fmla="*/ 1292860 w 2585764"/>
              <a:gd name="connsiteY3-926" fmla="*/ 36 h 2533100"/>
              <a:gd name="connsiteX4-927" fmla="*/ 2585764 w 2585764"/>
              <a:gd name="connsiteY4-928" fmla="*/ 1069335 h 2533100"/>
              <a:gd name="connsiteX5-929" fmla="*/ 2585720 w 2585764"/>
              <a:gd name="connsiteY5-930" fmla="*/ 1069298 h 2533100"/>
              <a:gd name="connsiteX6-931" fmla="*/ 2585720 w 2585764"/>
              <a:gd name="connsiteY6-932" fmla="*/ 1069298 h 2533100"/>
              <a:gd name="connsiteX7-933" fmla="*/ 1939290 w 2585764"/>
              <a:gd name="connsiteY7-934" fmla="*/ 1069298 h 2533100"/>
              <a:gd name="connsiteX8-935" fmla="*/ 1939290 w 2585764"/>
              <a:gd name="connsiteY8-936" fmla="*/ 1069298 h 2533100"/>
              <a:gd name="connsiteX9-937" fmla="*/ 1939290 w 2585764"/>
              <a:gd name="connsiteY9-938" fmla="*/ 2533100 h 2533100"/>
              <a:gd name="connsiteX10-939" fmla="*/ 1939290 w 2585764"/>
              <a:gd name="connsiteY10-940" fmla="*/ 2533051 h 2533100"/>
              <a:gd name="connsiteX11-941" fmla="*/ 646430 w 2585764"/>
              <a:gd name="connsiteY11-942" fmla="*/ 2533051 h 2533100"/>
              <a:gd name="connsiteX12-943" fmla="*/ 646430 w 2585764"/>
              <a:gd name="connsiteY12-944" fmla="*/ 2533051 h 2533100"/>
              <a:gd name="connsiteX13-945" fmla="*/ 646430 w 2585764"/>
              <a:gd name="connsiteY13-946" fmla="*/ 1069249 h 2533100"/>
              <a:gd name="connsiteX14-947" fmla="*/ 646430 w 2585764"/>
              <a:gd name="connsiteY14-948" fmla="*/ 1069298 h 2533100"/>
              <a:gd name="connsiteX15-949" fmla="*/ 0 w 2585764"/>
              <a:gd name="connsiteY15-950" fmla="*/ 1069298 h 2533100"/>
              <a:gd name="connsiteX16-951" fmla="*/ 0 w 2585764"/>
              <a:gd name="connsiteY16-952" fmla="*/ 1069299 h 2533100"/>
              <a:gd name="connsiteX0-953" fmla="*/ 0 w 2585764"/>
              <a:gd name="connsiteY0-954" fmla="*/ 1069299 h 2533100"/>
              <a:gd name="connsiteX1-955" fmla="*/ 0 w 2585764"/>
              <a:gd name="connsiteY1-956" fmla="*/ 1069299 h 2533100"/>
              <a:gd name="connsiteX2-957" fmla="*/ 1292905 w 2585764"/>
              <a:gd name="connsiteY2-958" fmla="*/ 0 h 2533100"/>
              <a:gd name="connsiteX3-959" fmla="*/ 1292860 w 2585764"/>
              <a:gd name="connsiteY3-960" fmla="*/ 36 h 2533100"/>
              <a:gd name="connsiteX4-961" fmla="*/ 2585764 w 2585764"/>
              <a:gd name="connsiteY4-962" fmla="*/ 1069335 h 2533100"/>
              <a:gd name="connsiteX5-963" fmla="*/ 2585720 w 2585764"/>
              <a:gd name="connsiteY5-964" fmla="*/ 1069298 h 2533100"/>
              <a:gd name="connsiteX6-965" fmla="*/ 2585720 w 2585764"/>
              <a:gd name="connsiteY6-966" fmla="*/ 1069298 h 2533100"/>
              <a:gd name="connsiteX7-967" fmla="*/ 1939290 w 2585764"/>
              <a:gd name="connsiteY7-968" fmla="*/ 1069298 h 2533100"/>
              <a:gd name="connsiteX8-969" fmla="*/ 1939290 w 2585764"/>
              <a:gd name="connsiteY8-970" fmla="*/ 1069298 h 2533100"/>
              <a:gd name="connsiteX9-971" fmla="*/ 1939290 w 2585764"/>
              <a:gd name="connsiteY9-972" fmla="*/ 2533100 h 2533100"/>
              <a:gd name="connsiteX10-973" fmla="*/ 1939290 w 2585764"/>
              <a:gd name="connsiteY10-974" fmla="*/ 2533051 h 2533100"/>
              <a:gd name="connsiteX11-975" fmla="*/ 646430 w 2585764"/>
              <a:gd name="connsiteY11-976" fmla="*/ 2533051 h 2533100"/>
              <a:gd name="connsiteX12-977" fmla="*/ 646430 w 2585764"/>
              <a:gd name="connsiteY12-978" fmla="*/ 2533051 h 2533100"/>
              <a:gd name="connsiteX13-979" fmla="*/ 646430 w 2585764"/>
              <a:gd name="connsiteY13-980" fmla="*/ 1069249 h 2533100"/>
              <a:gd name="connsiteX14-981" fmla="*/ 646430 w 2585764"/>
              <a:gd name="connsiteY14-982" fmla="*/ 1069298 h 2533100"/>
              <a:gd name="connsiteX15-983" fmla="*/ 0 w 2585764"/>
              <a:gd name="connsiteY15-984" fmla="*/ 1069298 h 2533100"/>
              <a:gd name="connsiteX16-985" fmla="*/ 0 w 2585764"/>
              <a:gd name="connsiteY16-986" fmla="*/ 1069299 h 2533100"/>
              <a:gd name="connsiteX0-987" fmla="*/ 0 w 2585764"/>
              <a:gd name="connsiteY0-988" fmla="*/ 1069299 h 2533100"/>
              <a:gd name="connsiteX1-989" fmla="*/ 0 w 2585764"/>
              <a:gd name="connsiteY1-990" fmla="*/ 1069299 h 2533100"/>
              <a:gd name="connsiteX2-991" fmla="*/ 1292905 w 2585764"/>
              <a:gd name="connsiteY2-992" fmla="*/ 0 h 2533100"/>
              <a:gd name="connsiteX3-993" fmla="*/ 1292860 w 2585764"/>
              <a:gd name="connsiteY3-994" fmla="*/ 36 h 2533100"/>
              <a:gd name="connsiteX4-995" fmla="*/ 2585764 w 2585764"/>
              <a:gd name="connsiteY4-996" fmla="*/ 1069335 h 2533100"/>
              <a:gd name="connsiteX5-997" fmla="*/ 2585720 w 2585764"/>
              <a:gd name="connsiteY5-998" fmla="*/ 1069298 h 2533100"/>
              <a:gd name="connsiteX6-999" fmla="*/ 2585720 w 2585764"/>
              <a:gd name="connsiteY6-1000" fmla="*/ 1069298 h 2533100"/>
              <a:gd name="connsiteX7-1001" fmla="*/ 1939290 w 2585764"/>
              <a:gd name="connsiteY7-1002" fmla="*/ 1069298 h 2533100"/>
              <a:gd name="connsiteX8-1003" fmla="*/ 1939290 w 2585764"/>
              <a:gd name="connsiteY8-1004" fmla="*/ 1069298 h 2533100"/>
              <a:gd name="connsiteX9-1005" fmla="*/ 1939290 w 2585764"/>
              <a:gd name="connsiteY9-1006" fmla="*/ 2533100 h 2533100"/>
              <a:gd name="connsiteX10-1007" fmla="*/ 1939290 w 2585764"/>
              <a:gd name="connsiteY10-1008" fmla="*/ 2533051 h 2533100"/>
              <a:gd name="connsiteX11-1009" fmla="*/ 646430 w 2585764"/>
              <a:gd name="connsiteY11-1010" fmla="*/ 2533051 h 2533100"/>
              <a:gd name="connsiteX12-1011" fmla="*/ 646430 w 2585764"/>
              <a:gd name="connsiteY12-1012" fmla="*/ 2533051 h 2533100"/>
              <a:gd name="connsiteX13-1013" fmla="*/ 646430 w 2585764"/>
              <a:gd name="connsiteY13-1014" fmla="*/ 1069249 h 2533100"/>
              <a:gd name="connsiteX14-1015" fmla="*/ 646430 w 2585764"/>
              <a:gd name="connsiteY14-1016" fmla="*/ 1069298 h 2533100"/>
              <a:gd name="connsiteX15-1017" fmla="*/ 0 w 2585764"/>
              <a:gd name="connsiteY15-1018" fmla="*/ 1069298 h 2533100"/>
              <a:gd name="connsiteX16-1019" fmla="*/ 0 w 2585764"/>
              <a:gd name="connsiteY16-1020" fmla="*/ 1069299 h 2533100"/>
              <a:gd name="connsiteX0-1021" fmla="*/ 0 w 2585764"/>
              <a:gd name="connsiteY0-1022" fmla="*/ 1069299 h 2533100"/>
              <a:gd name="connsiteX1-1023" fmla="*/ 0 w 2585764"/>
              <a:gd name="connsiteY1-1024" fmla="*/ 1069299 h 2533100"/>
              <a:gd name="connsiteX2-1025" fmla="*/ 1292905 w 2585764"/>
              <a:gd name="connsiteY2-1026" fmla="*/ 0 h 2533100"/>
              <a:gd name="connsiteX3-1027" fmla="*/ 1292860 w 2585764"/>
              <a:gd name="connsiteY3-1028" fmla="*/ 36 h 2533100"/>
              <a:gd name="connsiteX4-1029" fmla="*/ 2585764 w 2585764"/>
              <a:gd name="connsiteY4-1030" fmla="*/ 1069335 h 2533100"/>
              <a:gd name="connsiteX5-1031" fmla="*/ 2585720 w 2585764"/>
              <a:gd name="connsiteY5-1032" fmla="*/ 1069298 h 2533100"/>
              <a:gd name="connsiteX6-1033" fmla="*/ 2585720 w 2585764"/>
              <a:gd name="connsiteY6-1034" fmla="*/ 1069298 h 2533100"/>
              <a:gd name="connsiteX7-1035" fmla="*/ 1939290 w 2585764"/>
              <a:gd name="connsiteY7-1036" fmla="*/ 1069298 h 2533100"/>
              <a:gd name="connsiteX8-1037" fmla="*/ 1939290 w 2585764"/>
              <a:gd name="connsiteY8-1038" fmla="*/ 1069298 h 2533100"/>
              <a:gd name="connsiteX9-1039" fmla="*/ 1939290 w 2585764"/>
              <a:gd name="connsiteY9-1040" fmla="*/ 2533100 h 2533100"/>
              <a:gd name="connsiteX10-1041" fmla="*/ 1939290 w 2585764"/>
              <a:gd name="connsiteY10-1042" fmla="*/ 2533051 h 2533100"/>
              <a:gd name="connsiteX11-1043" fmla="*/ 646430 w 2585764"/>
              <a:gd name="connsiteY11-1044" fmla="*/ 2533051 h 2533100"/>
              <a:gd name="connsiteX12-1045" fmla="*/ 646430 w 2585764"/>
              <a:gd name="connsiteY12-1046" fmla="*/ 2533051 h 2533100"/>
              <a:gd name="connsiteX13-1047" fmla="*/ 646430 w 2585764"/>
              <a:gd name="connsiteY13-1048" fmla="*/ 1069249 h 2533100"/>
              <a:gd name="connsiteX14-1049" fmla="*/ 646430 w 2585764"/>
              <a:gd name="connsiteY14-1050" fmla="*/ 1069298 h 2533100"/>
              <a:gd name="connsiteX15-1051" fmla="*/ 0 w 2585764"/>
              <a:gd name="connsiteY15-1052" fmla="*/ 1069298 h 2533100"/>
              <a:gd name="connsiteX16-1053" fmla="*/ 0 w 2585764"/>
              <a:gd name="connsiteY16-1054" fmla="*/ 1069299 h 2533100"/>
              <a:gd name="connsiteX0-1055" fmla="*/ 0 w 2585764"/>
              <a:gd name="connsiteY0-1056" fmla="*/ 1069299 h 2533100"/>
              <a:gd name="connsiteX1-1057" fmla="*/ 0 w 2585764"/>
              <a:gd name="connsiteY1-1058" fmla="*/ 1069299 h 2533100"/>
              <a:gd name="connsiteX2-1059" fmla="*/ 1292905 w 2585764"/>
              <a:gd name="connsiteY2-1060" fmla="*/ 0 h 2533100"/>
              <a:gd name="connsiteX3-1061" fmla="*/ 1292860 w 2585764"/>
              <a:gd name="connsiteY3-1062" fmla="*/ 36 h 2533100"/>
              <a:gd name="connsiteX4-1063" fmla="*/ 2585764 w 2585764"/>
              <a:gd name="connsiteY4-1064" fmla="*/ 1069335 h 2533100"/>
              <a:gd name="connsiteX5-1065" fmla="*/ 2585720 w 2585764"/>
              <a:gd name="connsiteY5-1066" fmla="*/ 1069298 h 2533100"/>
              <a:gd name="connsiteX6-1067" fmla="*/ 2585720 w 2585764"/>
              <a:gd name="connsiteY6-1068" fmla="*/ 1069298 h 2533100"/>
              <a:gd name="connsiteX7-1069" fmla="*/ 1939290 w 2585764"/>
              <a:gd name="connsiteY7-1070" fmla="*/ 1069298 h 2533100"/>
              <a:gd name="connsiteX8-1071" fmla="*/ 1939290 w 2585764"/>
              <a:gd name="connsiteY8-1072" fmla="*/ 1069298 h 2533100"/>
              <a:gd name="connsiteX9-1073" fmla="*/ 1939290 w 2585764"/>
              <a:gd name="connsiteY9-1074" fmla="*/ 2533100 h 2533100"/>
              <a:gd name="connsiteX10-1075" fmla="*/ 1939290 w 2585764"/>
              <a:gd name="connsiteY10-1076" fmla="*/ 2533051 h 2533100"/>
              <a:gd name="connsiteX11-1077" fmla="*/ 646430 w 2585764"/>
              <a:gd name="connsiteY11-1078" fmla="*/ 2533051 h 2533100"/>
              <a:gd name="connsiteX12-1079" fmla="*/ 646430 w 2585764"/>
              <a:gd name="connsiteY12-1080" fmla="*/ 2533051 h 2533100"/>
              <a:gd name="connsiteX13-1081" fmla="*/ 646430 w 2585764"/>
              <a:gd name="connsiteY13-1082" fmla="*/ 1069249 h 2533100"/>
              <a:gd name="connsiteX14-1083" fmla="*/ 646430 w 2585764"/>
              <a:gd name="connsiteY14-1084" fmla="*/ 1069298 h 2533100"/>
              <a:gd name="connsiteX15-1085" fmla="*/ 0 w 2585764"/>
              <a:gd name="connsiteY15-1086" fmla="*/ 1069298 h 2533100"/>
              <a:gd name="connsiteX16-1087" fmla="*/ 0 w 2585764"/>
              <a:gd name="connsiteY16-1088" fmla="*/ 1069299 h 2533100"/>
              <a:gd name="connsiteX0-1089" fmla="*/ 0 w 2585764"/>
              <a:gd name="connsiteY0-1090" fmla="*/ 1069299 h 2533100"/>
              <a:gd name="connsiteX1-1091" fmla="*/ 0 w 2585764"/>
              <a:gd name="connsiteY1-1092" fmla="*/ 1069299 h 2533100"/>
              <a:gd name="connsiteX2-1093" fmla="*/ 1292905 w 2585764"/>
              <a:gd name="connsiteY2-1094" fmla="*/ 0 h 2533100"/>
              <a:gd name="connsiteX3-1095" fmla="*/ 1292860 w 2585764"/>
              <a:gd name="connsiteY3-1096" fmla="*/ 36 h 2533100"/>
              <a:gd name="connsiteX4-1097" fmla="*/ 2585764 w 2585764"/>
              <a:gd name="connsiteY4-1098" fmla="*/ 1069335 h 2533100"/>
              <a:gd name="connsiteX5-1099" fmla="*/ 2585720 w 2585764"/>
              <a:gd name="connsiteY5-1100" fmla="*/ 1069298 h 2533100"/>
              <a:gd name="connsiteX6-1101" fmla="*/ 2585720 w 2585764"/>
              <a:gd name="connsiteY6-1102" fmla="*/ 1069298 h 2533100"/>
              <a:gd name="connsiteX7-1103" fmla="*/ 1939290 w 2585764"/>
              <a:gd name="connsiteY7-1104" fmla="*/ 1069298 h 2533100"/>
              <a:gd name="connsiteX8-1105" fmla="*/ 1939290 w 2585764"/>
              <a:gd name="connsiteY8-1106" fmla="*/ 1069298 h 2533100"/>
              <a:gd name="connsiteX9-1107" fmla="*/ 1939290 w 2585764"/>
              <a:gd name="connsiteY9-1108" fmla="*/ 2533100 h 2533100"/>
              <a:gd name="connsiteX10-1109" fmla="*/ 1939290 w 2585764"/>
              <a:gd name="connsiteY10-1110" fmla="*/ 2533051 h 2533100"/>
              <a:gd name="connsiteX11-1111" fmla="*/ 646430 w 2585764"/>
              <a:gd name="connsiteY11-1112" fmla="*/ 2533051 h 2533100"/>
              <a:gd name="connsiteX12-1113" fmla="*/ 646430 w 2585764"/>
              <a:gd name="connsiteY12-1114" fmla="*/ 2533051 h 2533100"/>
              <a:gd name="connsiteX13-1115" fmla="*/ 646430 w 2585764"/>
              <a:gd name="connsiteY13-1116" fmla="*/ 1069249 h 2533100"/>
              <a:gd name="connsiteX14-1117" fmla="*/ 646430 w 2585764"/>
              <a:gd name="connsiteY14-1118" fmla="*/ 1069298 h 2533100"/>
              <a:gd name="connsiteX15-1119" fmla="*/ 0 w 2585764"/>
              <a:gd name="connsiteY15-1120" fmla="*/ 1069298 h 2533100"/>
              <a:gd name="connsiteX16-1121" fmla="*/ 0 w 2585764"/>
              <a:gd name="connsiteY16-1122" fmla="*/ 1069299 h 2533100"/>
              <a:gd name="connsiteX0-1123" fmla="*/ 0 w 2585764"/>
              <a:gd name="connsiteY0-1124" fmla="*/ 1069299 h 2533100"/>
              <a:gd name="connsiteX1-1125" fmla="*/ 0 w 2585764"/>
              <a:gd name="connsiteY1-1126" fmla="*/ 1069299 h 2533100"/>
              <a:gd name="connsiteX2-1127" fmla="*/ 1292905 w 2585764"/>
              <a:gd name="connsiteY2-1128" fmla="*/ 0 h 2533100"/>
              <a:gd name="connsiteX3-1129" fmla="*/ 1292860 w 2585764"/>
              <a:gd name="connsiteY3-1130" fmla="*/ 36 h 2533100"/>
              <a:gd name="connsiteX4-1131" fmla="*/ 2585764 w 2585764"/>
              <a:gd name="connsiteY4-1132" fmla="*/ 1069335 h 2533100"/>
              <a:gd name="connsiteX5-1133" fmla="*/ 2585720 w 2585764"/>
              <a:gd name="connsiteY5-1134" fmla="*/ 1069298 h 2533100"/>
              <a:gd name="connsiteX6-1135" fmla="*/ 2585720 w 2585764"/>
              <a:gd name="connsiteY6-1136" fmla="*/ 1069298 h 2533100"/>
              <a:gd name="connsiteX7-1137" fmla="*/ 1939290 w 2585764"/>
              <a:gd name="connsiteY7-1138" fmla="*/ 1069298 h 2533100"/>
              <a:gd name="connsiteX8-1139" fmla="*/ 1939290 w 2585764"/>
              <a:gd name="connsiteY8-1140" fmla="*/ 1069298 h 2533100"/>
              <a:gd name="connsiteX9-1141" fmla="*/ 1939290 w 2585764"/>
              <a:gd name="connsiteY9-1142" fmla="*/ 2533100 h 2533100"/>
              <a:gd name="connsiteX10-1143" fmla="*/ 1939290 w 2585764"/>
              <a:gd name="connsiteY10-1144" fmla="*/ 2533051 h 2533100"/>
              <a:gd name="connsiteX11-1145" fmla="*/ 646430 w 2585764"/>
              <a:gd name="connsiteY11-1146" fmla="*/ 2533051 h 2533100"/>
              <a:gd name="connsiteX12-1147" fmla="*/ 646430 w 2585764"/>
              <a:gd name="connsiteY12-1148" fmla="*/ 2533051 h 2533100"/>
              <a:gd name="connsiteX13-1149" fmla="*/ 646430 w 2585764"/>
              <a:gd name="connsiteY13-1150" fmla="*/ 1069249 h 2533100"/>
              <a:gd name="connsiteX14-1151" fmla="*/ 646430 w 2585764"/>
              <a:gd name="connsiteY14-1152" fmla="*/ 1069298 h 2533100"/>
              <a:gd name="connsiteX15-1153" fmla="*/ 0 w 2585764"/>
              <a:gd name="connsiteY15-1154" fmla="*/ 1069298 h 2533100"/>
              <a:gd name="connsiteX16-1155" fmla="*/ 0 w 2585764"/>
              <a:gd name="connsiteY16-1156" fmla="*/ 1069299 h 2533100"/>
              <a:gd name="connsiteX0-1157" fmla="*/ 0 w 2585764"/>
              <a:gd name="connsiteY0-1158" fmla="*/ 1069299 h 2533100"/>
              <a:gd name="connsiteX1-1159" fmla="*/ 0 w 2585764"/>
              <a:gd name="connsiteY1-1160" fmla="*/ 1069299 h 2533100"/>
              <a:gd name="connsiteX2-1161" fmla="*/ 1292905 w 2585764"/>
              <a:gd name="connsiteY2-1162" fmla="*/ 0 h 2533100"/>
              <a:gd name="connsiteX3-1163" fmla="*/ 1292860 w 2585764"/>
              <a:gd name="connsiteY3-1164" fmla="*/ 36 h 2533100"/>
              <a:gd name="connsiteX4-1165" fmla="*/ 2585764 w 2585764"/>
              <a:gd name="connsiteY4-1166" fmla="*/ 1069335 h 2533100"/>
              <a:gd name="connsiteX5-1167" fmla="*/ 2585720 w 2585764"/>
              <a:gd name="connsiteY5-1168" fmla="*/ 1069298 h 2533100"/>
              <a:gd name="connsiteX6-1169" fmla="*/ 2585720 w 2585764"/>
              <a:gd name="connsiteY6-1170" fmla="*/ 1069298 h 2533100"/>
              <a:gd name="connsiteX7-1171" fmla="*/ 1939290 w 2585764"/>
              <a:gd name="connsiteY7-1172" fmla="*/ 1069298 h 2533100"/>
              <a:gd name="connsiteX8-1173" fmla="*/ 1939290 w 2585764"/>
              <a:gd name="connsiteY8-1174" fmla="*/ 1069298 h 2533100"/>
              <a:gd name="connsiteX9-1175" fmla="*/ 1939290 w 2585764"/>
              <a:gd name="connsiteY9-1176" fmla="*/ 2533100 h 2533100"/>
              <a:gd name="connsiteX10-1177" fmla="*/ 1939290 w 2585764"/>
              <a:gd name="connsiteY10-1178" fmla="*/ 2533051 h 2533100"/>
              <a:gd name="connsiteX11-1179" fmla="*/ 646430 w 2585764"/>
              <a:gd name="connsiteY11-1180" fmla="*/ 2533051 h 2533100"/>
              <a:gd name="connsiteX12-1181" fmla="*/ 646430 w 2585764"/>
              <a:gd name="connsiteY12-1182" fmla="*/ 2533051 h 2533100"/>
              <a:gd name="connsiteX13-1183" fmla="*/ 646430 w 2585764"/>
              <a:gd name="connsiteY13-1184" fmla="*/ 1069249 h 2533100"/>
              <a:gd name="connsiteX14-1185" fmla="*/ 646430 w 2585764"/>
              <a:gd name="connsiteY14-1186" fmla="*/ 1069298 h 2533100"/>
              <a:gd name="connsiteX15-1187" fmla="*/ 0 w 2585764"/>
              <a:gd name="connsiteY15-1188" fmla="*/ 1069298 h 2533100"/>
              <a:gd name="connsiteX16-1189" fmla="*/ 0 w 2585764"/>
              <a:gd name="connsiteY16-1190" fmla="*/ 1069299 h 2533100"/>
              <a:gd name="connsiteX0-1191" fmla="*/ 0 w 2585764"/>
              <a:gd name="connsiteY0-1192" fmla="*/ 1069299 h 2533100"/>
              <a:gd name="connsiteX1-1193" fmla="*/ 0 w 2585764"/>
              <a:gd name="connsiteY1-1194" fmla="*/ 1069299 h 2533100"/>
              <a:gd name="connsiteX2-1195" fmla="*/ 1292905 w 2585764"/>
              <a:gd name="connsiteY2-1196" fmla="*/ 0 h 2533100"/>
              <a:gd name="connsiteX3-1197" fmla="*/ 1292860 w 2585764"/>
              <a:gd name="connsiteY3-1198" fmla="*/ 36 h 2533100"/>
              <a:gd name="connsiteX4-1199" fmla="*/ 2585764 w 2585764"/>
              <a:gd name="connsiteY4-1200" fmla="*/ 1069335 h 2533100"/>
              <a:gd name="connsiteX5-1201" fmla="*/ 2585720 w 2585764"/>
              <a:gd name="connsiteY5-1202" fmla="*/ 1069298 h 2533100"/>
              <a:gd name="connsiteX6-1203" fmla="*/ 2585720 w 2585764"/>
              <a:gd name="connsiteY6-1204" fmla="*/ 1069298 h 2533100"/>
              <a:gd name="connsiteX7-1205" fmla="*/ 1939290 w 2585764"/>
              <a:gd name="connsiteY7-1206" fmla="*/ 1069298 h 2533100"/>
              <a:gd name="connsiteX8-1207" fmla="*/ 1939290 w 2585764"/>
              <a:gd name="connsiteY8-1208" fmla="*/ 1069298 h 2533100"/>
              <a:gd name="connsiteX9-1209" fmla="*/ 1939290 w 2585764"/>
              <a:gd name="connsiteY9-1210" fmla="*/ 2533100 h 2533100"/>
              <a:gd name="connsiteX10-1211" fmla="*/ 1939290 w 2585764"/>
              <a:gd name="connsiteY10-1212" fmla="*/ 2533051 h 2533100"/>
              <a:gd name="connsiteX11-1213" fmla="*/ 646430 w 2585764"/>
              <a:gd name="connsiteY11-1214" fmla="*/ 2533051 h 2533100"/>
              <a:gd name="connsiteX12-1215" fmla="*/ 646430 w 2585764"/>
              <a:gd name="connsiteY12-1216" fmla="*/ 2533051 h 2533100"/>
              <a:gd name="connsiteX13-1217" fmla="*/ 646430 w 2585764"/>
              <a:gd name="connsiteY13-1218" fmla="*/ 1069249 h 2533100"/>
              <a:gd name="connsiteX14-1219" fmla="*/ 646430 w 2585764"/>
              <a:gd name="connsiteY14-1220" fmla="*/ 1069298 h 2533100"/>
              <a:gd name="connsiteX15-1221" fmla="*/ 0 w 2585764"/>
              <a:gd name="connsiteY15-1222" fmla="*/ 1069298 h 2533100"/>
              <a:gd name="connsiteX16-1223" fmla="*/ 0 w 2585764"/>
              <a:gd name="connsiteY16-1224" fmla="*/ 1069299 h 2533100"/>
              <a:gd name="connsiteX0-1225" fmla="*/ 0 w 2585764"/>
              <a:gd name="connsiteY0-1226" fmla="*/ 1069299 h 2533100"/>
              <a:gd name="connsiteX1-1227" fmla="*/ 0 w 2585764"/>
              <a:gd name="connsiteY1-1228" fmla="*/ 1069299 h 2533100"/>
              <a:gd name="connsiteX2-1229" fmla="*/ 1292905 w 2585764"/>
              <a:gd name="connsiteY2-1230" fmla="*/ 0 h 2533100"/>
              <a:gd name="connsiteX3-1231" fmla="*/ 1292860 w 2585764"/>
              <a:gd name="connsiteY3-1232" fmla="*/ 36 h 2533100"/>
              <a:gd name="connsiteX4-1233" fmla="*/ 2585764 w 2585764"/>
              <a:gd name="connsiteY4-1234" fmla="*/ 1069335 h 2533100"/>
              <a:gd name="connsiteX5-1235" fmla="*/ 2585720 w 2585764"/>
              <a:gd name="connsiteY5-1236" fmla="*/ 1069298 h 2533100"/>
              <a:gd name="connsiteX6-1237" fmla="*/ 2585720 w 2585764"/>
              <a:gd name="connsiteY6-1238" fmla="*/ 1069298 h 2533100"/>
              <a:gd name="connsiteX7-1239" fmla="*/ 1939290 w 2585764"/>
              <a:gd name="connsiteY7-1240" fmla="*/ 1069298 h 2533100"/>
              <a:gd name="connsiteX8-1241" fmla="*/ 1939290 w 2585764"/>
              <a:gd name="connsiteY8-1242" fmla="*/ 1069298 h 2533100"/>
              <a:gd name="connsiteX9-1243" fmla="*/ 1939290 w 2585764"/>
              <a:gd name="connsiteY9-1244" fmla="*/ 2533100 h 2533100"/>
              <a:gd name="connsiteX10-1245" fmla="*/ 1939290 w 2585764"/>
              <a:gd name="connsiteY10-1246" fmla="*/ 2533051 h 2533100"/>
              <a:gd name="connsiteX11-1247" fmla="*/ 646430 w 2585764"/>
              <a:gd name="connsiteY11-1248" fmla="*/ 2533051 h 2533100"/>
              <a:gd name="connsiteX12-1249" fmla="*/ 646430 w 2585764"/>
              <a:gd name="connsiteY12-1250" fmla="*/ 2533051 h 2533100"/>
              <a:gd name="connsiteX13-1251" fmla="*/ 646430 w 2585764"/>
              <a:gd name="connsiteY13-1252" fmla="*/ 1069249 h 2533100"/>
              <a:gd name="connsiteX14-1253" fmla="*/ 646430 w 2585764"/>
              <a:gd name="connsiteY14-1254" fmla="*/ 1069298 h 2533100"/>
              <a:gd name="connsiteX15-1255" fmla="*/ 0 w 2585764"/>
              <a:gd name="connsiteY15-1256" fmla="*/ 1069298 h 2533100"/>
              <a:gd name="connsiteX16-1257" fmla="*/ 0 w 2585764"/>
              <a:gd name="connsiteY16-1258" fmla="*/ 1069299 h 2533100"/>
              <a:gd name="connsiteX0-1259" fmla="*/ 0 w 2585764"/>
              <a:gd name="connsiteY0-1260" fmla="*/ 1069299 h 2533100"/>
              <a:gd name="connsiteX1-1261" fmla="*/ 0 w 2585764"/>
              <a:gd name="connsiteY1-1262" fmla="*/ 1069299 h 2533100"/>
              <a:gd name="connsiteX2-1263" fmla="*/ 1292905 w 2585764"/>
              <a:gd name="connsiteY2-1264" fmla="*/ 0 h 2533100"/>
              <a:gd name="connsiteX3-1265" fmla="*/ 1292860 w 2585764"/>
              <a:gd name="connsiteY3-1266" fmla="*/ 36 h 2533100"/>
              <a:gd name="connsiteX4-1267" fmla="*/ 2585764 w 2585764"/>
              <a:gd name="connsiteY4-1268" fmla="*/ 1069335 h 2533100"/>
              <a:gd name="connsiteX5-1269" fmla="*/ 2585720 w 2585764"/>
              <a:gd name="connsiteY5-1270" fmla="*/ 1069298 h 2533100"/>
              <a:gd name="connsiteX6-1271" fmla="*/ 2585720 w 2585764"/>
              <a:gd name="connsiteY6-1272" fmla="*/ 1069298 h 2533100"/>
              <a:gd name="connsiteX7-1273" fmla="*/ 1939290 w 2585764"/>
              <a:gd name="connsiteY7-1274" fmla="*/ 1069298 h 2533100"/>
              <a:gd name="connsiteX8-1275" fmla="*/ 1939290 w 2585764"/>
              <a:gd name="connsiteY8-1276" fmla="*/ 1069298 h 2533100"/>
              <a:gd name="connsiteX9-1277" fmla="*/ 1939290 w 2585764"/>
              <a:gd name="connsiteY9-1278" fmla="*/ 2533100 h 2533100"/>
              <a:gd name="connsiteX10-1279" fmla="*/ 1939290 w 2585764"/>
              <a:gd name="connsiteY10-1280" fmla="*/ 2533051 h 2533100"/>
              <a:gd name="connsiteX11-1281" fmla="*/ 646430 w 2585764"/>
              <a:gd name="connsiteY11-1282" fmla="*/ 2533051 h 2533100"/>
              <a:gd name="connsiteX12-1283" fmla="*/ 646430 w 2585764"/>
              <a:gd name="connsiteY12-1284" fmla="*/ 2533051 h 2533100"/>
              <a:gd name="connsiteX13-1285" fmla="*/ 646430 w 2585764"/>
              <a:gd name="connsiteY13-1286" fmla="*/ 1069249 h 2533100"/>
              <a:gd name="connsiteX14-1287" fmla="*/ 646430 w 2585764"/>
              <a:gd name="connsiteY14-1288" fmla="*/ 1069298 h 2533100"/>
              <a:gd name="connsiteX15-1289" fmla="*/ 0 w 2585764"/>
              <a:gd name="connsiteY15-1290" fmla="*/ 1069298 h 2533100"/>
              <a:gd name="connsiteX16-1291" fmla="*/ 0 w 2585764"/>
              <a:gd name="connsiteY16-1292" fmla="*/ 1069299 h 2533100"/>
              <a:gd name="connsiteX0-1293" fmla="*/ 0 w 2585764"/>
              <a:gd name="connsiteY0-1294" fmla="*/ 1069299 h 2533100"/>
              <a:gd name="connsiteX1-1295" fmla="*/ 0 w 2585764"/>
              <a:gd name="connsiteY1-1296" fmla="*/ 1069299 h 2533100"/>
              <a:gd name="connsiteX2-1297" fmla="*/ 1292905 w 2585764"/>
              <a:gd name="connsiteY2-1298" fmla="*/ 0 h 2533100"/>
              <a:gd name="connsiteX3-1299" fmla="*/ 1292860 w 2585764"/>
              <a:gd name="connsiteY3-1300" fmla="*/ 36 h 2533100"/>
              <a:gd name="connsiteX4-1301" fmla="*/ 2585764 w 2585764"/>
              <a:gd name="connsiteY4-1302" fmla="*/ 1069335 h 2533100"/>
              <a:gd name="connsiteX5-1303" fmla="*/ 2585720 w 2585764"/>
              <a:gd name="connsiteY5-1304" fmla="*/ 1069298 h 2533100"/>
              <a:gd name="connsiteX6-1305" fmla="*/ 2585720 w 2585764"/>
              <a:gd name="connsiteY6-1306" fmla="*/ 1069298 h 2533100"/>
              <a:gd name="connsiteX7-1307" fmla="*/ 1939290 w 2585764"/>
              <a:gd name="connsiteY7-1308" fmla="*/ 1069298 h 2533100"/>
              <a:gd name="connsiteX8-1309" fmla="*/ 1939290 w 2585764"/>
              <a:gd name="connsiteY8-1310" fmla="*/ 1069298 h 2533100"/>
              <a:gd name="connsiteX9-1311" fmla="*/ 1939290 w 2585764"/>
              <a:gd name="connsiteY9-1312" fmla="*/ 2533100 h 2533100"/>
              <a:gd name="connsiteX10-1313" fmla="*/ 1939290 w 2585764"/>
              <a:gd name="connsiteY10-1314" fmla="*/ 2533051 h 2533100"/>
              <a:gd name="connsiteX11-1315" fmla="*/ 646430 w 2585764"/>
              <a:gd name="connsiteY11-1316" fmla="*/ 2533051 h 2533100"/>
              <a:gd name="connsiteX12-1317" fmla="*/ 646430 w 2585764"/>
              <a:gd name="connsiteY12-1318" fmla="*/ 2533051 h 2533100"/>
              <a:gd name="connsiteX13-1319" fmla="*/ 646430 w 2585764"/>
              <a:gd name="connsiteY13-1320" fmla="*/ 1069249 h 2533100"/>
              <a:gd name="connsiteX14-1321" fmla="*/ 646430 w 2585764"/>
              <a:gd name="connsiteY14-1322" fmla="*/ 1069298 h 2533100"/>
              <a:gd name="connsiteX15-1323" fmla="*/ 0 w 2585764"/>
              <a:gd name="connsiteY15-1324" fmla="*/ 1069298 h 2533100"/>
              <a:gd name="connsiteX16-1325" fmla="*/ 0 w 2585764"/>
              <a:gd name="connsiteY16-1326" fmla="*/ 1069299 h 2533100"/>
              <a:gd name="connsiteX0-1327" fmla="*/ 0 w 2585764"/>
              <a:gd name="connsiteY0-1328" fmla="*/ 1069299 h 2533100"/>
              <a:gd name="connsiteX1-1329" fmla="*/ 0 w 2585764"/>
              <a:gd name="connsiteY1-1330" fmla="*/ 1069299 h 2533100"/>
              <a:gd name="connsiteX2-1331" fmla="*/ 1292905 w 2585764"/>
              <a:gd name="connsiteY2-1332" fmla="*/ 0 h 2533100"/>
              <a:gd name="connsiteX3-1333" fmla="*/ 1292860 w 2585764"/>
              <a:gd name="connsiteY3-1334" fmla="*/ 36 h 2533100"/>
              <a:gd name="connsiteX4-1335" fmla="*/ 2585764 w 2585764"/>
              <a:gd name="connsiteY4-1336" fmla="*/ 1069335 h 2533100"/>
              <a:gd name="connsiteX5-1337" fmla="*/ 2585720 w 2585764"/>
              <a:gd name="connsiteY5-1338" fmla="*/ 1069298 h 2533100"/>
              <a:gd name="connsiteX6-1339" fmla="*/ 2585720 w 2585764"/>
              <a:gd name="connsiteY6-1340" fmla="*/ 1069298 h 2533100"/>
              <a:gd name="connsiteX7-1341" fmla="*/ 1939290 w 2585764"/>
              <a:gd name="connsiteY7-1342" fmla="*/ 1069298 h 2533100"/>
              <a:gd name="connsiteX8-1343" fmla="*/ 1939290 w 2585764"/>
              <a:gd name="connsiteY8-1344" fmla="*/ 1069298 h 2533100"/>
              <a:gd name="connsiteX9-1345" fmla="*/ 1939290 w 2585764"/>
              <a:gd name="connsiteY9-1346" fmla="*/ 2533100 h 2533100"/>
              <a:gd name="connsiteX10-1347" fmla="*/ 1939290 w 2585764"/>
              <a:gd name="connsiteY10-1348" fmla="*/ 2533051 h 2533100"/>
              <a:gd name="connsiteX11-1349" fmla="*/ 646430 w 2585764"/>
              <a:gd name="connsiteY11-1350" fmla="*/ 2533051 h 2533100"/>
              <a:gd name="connsiteX12-1351" fmla="*/ 646430 w 2585764"/>
              <a:gd name="connsiteY12-1352" fmla="*/ 2533051 h 2533100"/>
              <a:gd name="connsiteX13-1353" fmla="*/ 646430 w 2585764"/>
              <a:gd name="connsiteY13-1354" fmla="*/ 1069249 h 2533100"/>
              <a:gd name="connsiteX14-1355" fmla="*/ 646430 w 2585764"/>
              <a:gd name="connsiteY14-1356" fmla="*/ 1069298 h 2533100"/>
              <a:gd name="connsiteX15-1357" fmla="*/ 0 w 2585764"/>
              <a:gd name="connsiteY15-1358" fmla="*/ 1069298 h 2533100"/>
              <a:gd name="connsiteX16-1359" fmla="*/ 0 w 2585764"/>
              <a:gd name="connsiteY16-1360" fmla="*/ 1069299 h 2533100"/>
              <a:gd name="connsiteX0-1361" fmla="*/ 0 w 2585764"/>
              <a:gd name="connsiteY0-1362" fmla="*/ 1069299 h 2533100"/>
              <a:gd name="connsiteX1-1363" fmla="*/ 0 w 2585764"/>
              <a:gd name="connsiteY1-1364" fmla="*/ 1069299 h 2533100"/>
              <a:gd name="connsiteX2-1365" fmla="*/ 1292905 w 2585764"/>
              <a:gd name="connsiteY2-1366" fmla="*/ 0 h 2533100"/>
              <a:gd name="connsiteX3-1367" fmla="*/ 1292860 w 2585764"/>
              <a:gd name="connsiteY3-1368" fmla="*/ 36 h 2533100"/>
              <a:gd name="connsiteX4-1369" fmla="*/ 2585764 w 2585764"/>
              <a:gd name="connsiteY4-1370" fmla="*/ 1069335 h 2533100"/>
              <a:gd name="connsiteX5-1371" fmla="*/ 2585720 w 2585764"/>
              <a:gd name="connsiteY5-1372" fmla="*/ 1069298 h 2533100"/>
              <a:gd name="connsiteX6-1373" fmla="*/ 2585720 w 2585764"/>
              <a:gd name="connsiteY6-1374" fmla="*/ 1069298 h 2533100"/>
              <a:gd name="connsiteX7-1375" fmla="*/ 1939290 w 2585764"/>
              <a:gd name="connsiteY7-1376" fmla="*/ 1069298 h 2533100"/>
              <a:gd name="connsiteX8-1377" fmla="*/ 1939290 w 2585764"/>
              <a:gd name="connsiteY8-1378" fmla="*/ 1069298 h 2533100"/>
              <a:gd name="connsiteX9-1379" fmla="*/ 1939290 w 2585764"/>
              <a:gd name="connsiteY9-1380" fmla="*/ 2533100 h 2533100"/>
              <a:gd name="connsiteX10-1381" fmla="*/ 1939290 w 2585764"/>
              <a:gd name="connsiteY10-1382" fmla="*/ 2533051 h 2533100"/>
              <a:gd name="connsiteX11-1383" fmla="*/ 646430 w 2585764"/>
              <a:gd name="connsiteY11-1384" fmla="*/ 2533051 h 2533100"/>
              <a:gd name="connsiteX12-1385" fmla="*/ 646430 w 2585764"/>
              <a:gd name="connsiteY12-1386" fmla="*/ 2533051 h 2533100"/>
              <a:gd name="connsiteX13-1387" fmla="*/ 646430 w 2585764"/>
              <a:gd name="connsiteY13-1388" fmla="*/ 1069249 h 2533100"/>
              <a:gd name="connsiteX14-1389" fmla="*/ 646430 w 2585764"/>
              <a:gd name="connsiteY14-1390" fmla="*/ 1069298 h 2533100"/>
              <a:gd name="connsiteX15-1391" fmla="*/ 0 w 2585764"/>
              <a:gd name="connsiteY15-1392" fmla="*/ 1069298 h 2533100"/>
              <a:gd name="connsiteX16-1393" fmla="*/ 0 w 2585764"/>
              <a:gd name="connsiteY16-1394" fmla="*/ 1069299 h 2533100"/>
              <a:gd name="connsiteX0-1395" fmla="*/ 0 w 2585764"/>
              <a:gd name="connsiteY0-1396" fmla="*/ 1069299 h 2533100"/>
              <a:gd name="connsiteX1-1397" fmla="*/ 0 w 2585764"/>
              <a:gd name="connsiteY1-1398" fmla="*/ 1069299 h 2533100"/>
              <a:gd name="connsiteX2-1399" fmla="*/ 1292905 w 2585764"/>
              <a:gd name="connsiteY2-1400" fmla="*/ 0 h 2533100"/>
              <a:gd name="connsiteX3-1401" fmla="*/ 1292860 w 2585764"/>
              <a:gd name="connsiteY3-1402" fmla="*/ 36 h 2533100"/>
              <a:gd name="connsiteX4-1403" fmla="*/ 2585764 w 2585764"/>
              <a:gd name="connsiteY4-1404" fmla="*/ 1069335 h 2533100"/>
              <a:gd name="connsiteX5-1405" fmla="*/ 2585720 w 2585764"/>
              <a:gd name="connsiteY5-1406" fmla="*/ 1069298 h 2533100"/>
              <a:gd name="connsiteX6-1407" fmla="*/ 2585720 w 2585764"/>
              <a:gd name="connsiteY6-1408" fmla="*/ 1069298 h 2533100"/>
              <a:gd name="connsiteX7-1409" fmla="*/ 1939290 w 2585764"/>
              <a:gd name="connsiteY7-1410" fmla="*/ 1069298 h 2533100"/>
              <a:gd name="connsiteX8-1411" fmla="*/ 1939290 w 2585764"/>
              <a:gd name="connsiteY8-1412" fmla="*/ 1069298 h 2533100"/>
              <a:gd name="connsiteX9-1413" fmla="*/ 1939290 w 2585764"/>
              <a:gd name="connsiteY9-1414" fmla="*/ 2533100 h 2533100"/>
              <a:gd name="connsiteX10-1415" fmla="*/ 1939290 w 2585764"/>
              <a:gd name="connsiteY10-1416" fmla="*/ 2533051 h 2533100"/>
              <a:gd name="connsiteX11-1417" fmla="*/ 646430 w 2585764"/>
              <a:gd name="connsiteY11-1418" fmla="*/ 2533051 h 2533100"/>
              <a:gd name="connsiteX12-1419" fmla="*/ 646430 w 2585764"/>
              <a:gd name="connsiteY12-1420" fmla="*/ 2533051 h 2533100"/>
              <a:gd name="connsiteX13-1421" fmla="*/ 646430 w 2585764"/>
              <a:gd name="connsiteY13-1422" fmla="*/ 1069249 h 2533100"/>
              <a:gd name="connsiteX14-1423" fmla="*/ 646430 w 2585764"/>
              <a:gd name="connsiteY14-1424" fmla="*/ 1069298 h 2533100"/>
              <a:gd name="connsiteX15-1425" fmla="*/ 0 w 2585764"/>
              <a:gd name="connsiteY15-1426" fmla="*/ 1069298 h 2533100"/>
              <a:gd name="connsiteX16-1427" fmla="*/ 0 w 2585764"/>
              <a:gd name="connsiteY16-1428" fmla="*/ 1069299 h 2533100"/>
              <a:gd name="connsiteX0-1429" fmla="*/ 0 w 2585764"/>
              <a:gd name="connsiteY0-1430" fmla="*/ 1069299 h 2533100"/>
              <a:gd name="connsiteX1-1431" fmla="*/ 0 w 2585764"/>
              <a:gd name="connsiteY1-1432" fmla="*/ 1069299 h 2533100"/>
              <a:gd name="connsiteX2-1433" fmla="*/ 1292905 w 2585764"/>
              <a:gd name="connsiteY2-1434" fmla="*/ 0 h 2533100"/>
              <a:gd name="connsiteX3-1435" fmla="*/ 1292860 w 2585764"/>
              <a:gd name="connsiteY3-1436" fmla="*/ 36 h 2533100"/>
              <a:gd name="connsiteX4-1437" fmla="*/ 2585764 w 2585764"/>
              <a:gd name="connsiteY4-1438" fmla="*/ 1069335 h 2533100"/>
              <a:gd name="connsiteX5-1439" fmla="*/ 2585720 w 2585764"/>
              <a:gd name="connsiteY5-1440" fmla="*/ 1069298 h 2533100"/>
              <a:gd name="connsiteX6-1441" fmla="*/ 2585720 w 2585764"/>
              <a:gd name="connsiteY6-1442" fmla="*/ 1069298 h 2533100"/>
              <a:gd name="connsiteX7-1443" fmla="*/ 1939290 w 2585764"/>
              <a:gd name="connsiteY7-1444" fmla="*/ 1069298 h 2533100"/>
              <a:gd name="connsiteX8-1445" fmla="*/ 1939290 w 2585764"/>
              <a:gd name="connsiteY8-1446" fmla="*/ 1069298 h 2533100"/>
              <a:gd name="connsiteX9-1447" fmla="*/ 1939290 w 2585764"/>
              <a:gd name="connsiteY9-1448" fmla="*/ 2533100 h 2533100"/>
              <a:gd name="connsiteX10-1449" fmla="*/ 1939290 w 2585764"/>
              <a:gd name="connsiteY10-1450" fmla="*/ 2533051 h 2533100"/>
              <a:gd name="connsiteX11-1451" fmla="*/ 646430 w 2585764"/>
              <a:gd name="connsiteY11-1452" fmla="*/ 2533051 h 2533100"/>
              <a:gd name="connsiteX12-1453" fmla="*/ 646430 w 2585764"/>
              <a:gd name="connsiteY12-1454" fmla="*/ 2533051 h 2533100"/>
              <a:gd name="connsiteX13-1455" fmla="*/ 646430 w 2585764"/>
              <a:gd name="connsiteY13-1456" fmla="*/ 1069249 h 2533100"/>
              <a:gd name="connsiteX14-1457" fmla="*/ 646430 w 2585764"/>
              <a:gd name="connsiteY14-1458" fmla="*/ 1069298 h 2533100"/>
              <a:gd name="connsiteX15-1459" fmla="*/ 0 w 2585764"/>
              <a:gd name="connsiteY15-1460" fmla="*/ 1069298 h 2533100"/>
              <a:gd name="connsiteX16-1461" fmla="*/ 0 w 2585764"/>
              <a:gd name="connsiteY16-1462" fmla="*/ 1069299 h 2533100"/>
              <a:gd name="connsiteX0-1463" fmla="*/ 0 w 2585764"/>
              <a:gd name="connsiteY0-1464" fmla="*/ 1069299 h 2533100"/>
              <a:gd name="connsiteX1-1465" fmla="*/ 0 w 2585764"/>
              <a:gd name="connsiteY1-1466" fmla="*/ 1069299 h 2533100"/>
              <a:gd name="connsiteX2-1467" fmla="*/ 1292905 w 2585764"/>
              <a:gd name="connsiteY2-1468" fmla="*/ 0 h 2533100"/>
              <a:gd name="connsiteX3-1469" fmla="*/ 1292860 w 2585764"/>
              <a:gd name="connsiteY3-1470" fmla="*/ 36 h 2533100"/>
              <a:gd name="connsiteX4-1471" fmla="*/ 2585764 w 2585764"/>
              <a:gd name="connsiteY4-1472" fmla="*/ 1069335 h 2533100"/>
              <a:gd name="connsiteX5-1473" fmla="*/ 2585720 w 2585764"/>
              <a:gd name="connsiteY5-1474" fmla="*/ 1069298 h 2533100"/>
              <a:gd name="connsiteX6-1475" fmla="*/ 2585720 w 2585764"/>
              <a:gd name="connsiteY6-1476" fmla="*/ 1069298 h 2533100"/>
              <a:gd name="connsiteX7-1477" fmla="*/ 1939290 w 2585764"/>
              <a:gd name="connsiteY7-1478" fmla="*/ 1069298 h 2533100"/>
              <a:gd name="connsiteX8-1479" fmla="*/ 1939290 w 2585764"/>
              <a:gd name="connsiteY8-1480" fmla="*/ 1069298 h 2533100"/>
              <a:gd name="connsiteX9-1481" fmla="*/ 1939290 w 2585764"/>
              <a:gd name="connsiteY9-1482" fmla="*/ 2533100 h 2533100"/>
              <a:gd name="connsiteX10-1483" fmla="*/ 1939290 w 2585764"/>
              <a:gd name="connsiteY10-1484" fmla="*/ 2533051 h 2533100"/>
              <a:gd name="connsiteX11-1485" fmla="*/ 646430 w 2585764"/>
              <a:gd name="connsiteY11-1486" fmla="*/ 2533051 h 2533100"/>
              <a:gd name="connsiteX12-1487" fmla="*/ 646430 w 2585764"/>
              <a:gd name="connsiteY12-1488" fmla="*/ 2533051 h 2533100"/>
              <a:gd name="connsiteX13-1489" fmla="*/ 646430 w 2585764"/>
              <a:gd name="connsiteY13-1490" fmla="*/ 1069249 h 2533100"/>
              <a:gd name="connsiteX14-1491" fmla="*/ 646430 w 2585764"/>
              <a:gd name="connsiteY14-1492" fmla="*/ 1069298 h 2533100"/>
              <a:gd name="connsiteX15-1493" fmla="*/ 0 w 2585764"/>
              <a:gd name="connsiteY15-1494" fmla="*/ 1069298 h 2533100"/>
              <a:gd name="connsiteX16-1495" fmla="*/ 0 w 2585764"/>
              <a:gd name="connsiteY16-1496" fmla="*/ 1069299 h 2533100"/>
              <a:gd name="connsiteX0-1497" fmla="*/ 0 w 2585764"/>
              <a:gd name="connsiteY0-1498" fmla="*/ 1069299 h 2533100"/>
              <a:gd name="connsiteX1-1499" fmla="*/ 0 w 2585764"/>
              <a:gd name="connsiteY1-1500" fmla="*/ 1069299 h 2533100"/>
              <a:gd name="connsiteX2-1501" fmla="*/ 1292905 w 2585764"/>
              <a:gd name="connsiteY2-1502" fmla="*/ 0 h 2533100"/>
              <a:gd name="connsiteX3-1503" fmla="*/ 1292860 w 2585764"/>
              <a:gd name="connsiteY3-1504" fmla="*/ 36 h 2533100"/>
              <a:gd name="connsiteX4-1505" fmla="*/ 2585764 w 2585764"/>
              <a:gd name="connsiteY4-1506" fmla="*/ 1069335 h 2533100"/>
              <a:gd name="connsiteX5-1507" fmla="*/ 2585720 w 2585764"/>
              <a:gd name="connsiteY5-1508" fmla="*/ 1069298 h 2533100"/>
              <a:gd name="connsiteX6-1509" fmla="*/ 2585720 w 2585764"/>
              <a:gd name="connsiteY6-1510" fmla="*/ 1069298 h 2533100"/>
              <a:gd name="connsiteX7-1511" fmla="*/ 1939290 w 2585764"/>
              <a:gd name="connsiteY7-1512" fmla="*/ 1069298 h 2533100"/>
              <a:gd name="connsiteX8-1513" fmla="*/ 1939290 w 2585764"/>
              <a:gd name="connsiteY8-1514" fmla="*/ 1069298 h 2533100"/>
              <a:gd name="connsiteX9-1515" fmla="*/ 1939290 w 2585764"/>
              <a:gd name="connsiteY9-1516" fmla="*/ 2533100 h 2533100"/>
              <a:gd name="connsiteX10-1517" fmla="*/ 1939290 w 2585764"/>
              <a:gd name="connsiteY10-1518" fmla="*/ 2533051 h 2533100"/>
              <a:gd name="connsiteX11-1519" fmla="*/ 646430 w 2585764"/>
              <a:gd name="connsiteY11-1520" fmla="*/ 2533051 h 2533100"/>
              <a:gd name="connsiteX12-1521" fmla="*/ 646430 w 2585764"/>
              <a:gd name="connsiteY12-1522" fmla="*/ 2533051 h 2533100"/>
              <a:gd name="connsiteX13-1523" fmla="*/ 646430 w 2585764"/>
              <a:gd name="connsiteY13-1524" fmla="*/ 1069249 h 2533100"/>
              <a:gd name="connsiteX14-1525" fmla="*/ 646430 w 2585764"/>
              <a:gd name="connsiteY14-1526" fmla="*/ 1069298 h 2533100"/>
              <a:gd name="connsiteX15-1527" fmla="*/ 0 w 2585764"/>
              <a:gd name="connsiteY15-1528" fmla="*/ 1069298 h 2533100"/>
              <a:gd name="connsiteX16-1529" fmla="*/ 0 w 2585764"/>
              <a:gd name="connsiteY16-1530" fmla="*/ 1069299 h 2533100"/>
              <a:gd name="connsiteX0-1531" fmla="*/ 0 w 2585764"/>
              <a:gd name="connsiteY0-1532" fmla="*/ 1069299 h 2533100"/>
              <a:gd name="connsiteX1-1533" fmla="*/ 0 w 2585764"/>
              <a:gd name="connsiteY1-1534" fmla="*/ 1069299 h 2533100"/>
              <a:gd name="connsiteX2-1535" fmla="*/ 1292905 w 2585764"/>
              <a:gd name="connsiteY2-1536" fmla="*/ 0 h 2533100"/>
              <a:gd name="connsiteX3-1537" fmla="*/ 1292860 w 2585764"/>
              <a:gd name="connsiteY3-1538" fmla="*/ 36 h 2533100"/>
              <a:gd name="connsiteX4-1539" fmla="*/ 2585764 w 2585764"/>
              <a:gd name="connsiteY4-1540" fmla="*/ 1069335 h 2533100"/>
              <a:gd name="connsiteX5-1541" fmla="*/ 2585720 w 2585764"/>
              <a:gd name="connsiteY5-1542" fmla="*/ 1069298 h 2533100"/>
              <a:gd name="connsiteX6-1543" fmla="*/ 2585720 w 2585764"/>
              <a:gd name="connsiteY6-1544" fmla="*/ 1069298 h 2533100"/>
              <a:gd name="connsiteX7-1545" fmla="*/ 1939290 w 2585764"/>
              <a:gd name="connsiteY7-1546" fmla="*/ 1069298 h 2533100"/>
              <a:gd name="connsiteX8-1547" fmla="*/ 1939290 w 2585764"/>
              <a:gd name="connsiteY8-1548" fmla="*/ 1069298 h 2533100"/>
              <a:gd name="connsiteX9-1549" fmla="*/ 1939290 w 2585764"/>
              <a:gd name="connsiteY9-1550" fmla="*/ 2533100 h 2533100"/>
              <a:gd name="connsiteX10-1551" fmla="*/ 1939290 w 2585764"/>
              <a:gd name="connsiteY10-1552" fmla="*/ 2533051 h 2533100"/>
              <a:gd name="connsiteX11-1553" fmla="*/ 646430 w 2585764"/>
              <a:gd name="connsiteY11-1554" fmla="*/ 2533051 h 2533100"/>
              <a:gd name="connsiteX12-1555" fmla="*/ 646430 w 2585764"/>
              <a:gd name="connsiteY12-1556" fmla="*/ 2533051 h 2533100"/>
              <a:gd name="connsiteX13-1557" fmla="*/ 646430 w 2585764"/>
              <a:gd name="connsiteY13-1558" fmla="*/ 1069249 h 2533100"/>
              <a:gd name="connsiteX14-1559" fmla="*/ 646430 w 2585764"/>
              <a:gd name="connsiteY14-1560" fmla="*/ 1069298 h 2533100"/>
              <a:gd name="connsiteX15-1561" fmla="*/ 0 w 2585764"/>
              <a:gd name="connsiteY15-1562" fmla="*/ 1069298 h 2533100"/>
              <a:gd name="connsiteX16-1563" fmla="*/ 0 w 2585764"/>
              <a:gd name="connsiteY16-1564" fmla="*/ 1069299 h 2533100"/>
              <a:gd name="connsiteX0-1565" fmla="*/ 0 w 2585764"/>
              <a:gd name="connsiteY0-1566" fmla="*/ 1069299 h 2533100"/>
              <a:gd name="connsiteX1-1567" fmla="*/ 0 w 2585764"/>
              <a:gd name="connsiteY1-1568" fmla="*/ 1069299 h 2533100"/>
              <a:gd name="connsiteX2-1569" fmla="*/ 1292905 w 2585764"/>
              <a:gd name="connsiteY2-1570" fmla="*/ 0 h 2533100"/>
              <a:gd name="connsiteX3-1571" fmla="*/ 1292860 w 2585764"/>
              <a:gd name="connsiteY3-1572" fmla="*/ 36 h 2533100"/>
              <a:gd name="connsiteX4-1573" fmla="*/ 2585764 w 2585764"/>
              <a:gd name="connsiteY4-1574" fmla="*/ 1069335 h 2533100"/>
              <a:gd name="connsiteX5-1575" fmla="*/ 2585720 w 2585764"/>
              <a:gd name="connsiteY5-1576" fmla="*/ 1069298 h 2533100"/>
              <a:gd name="connsiteX6-1577" fmla="*/ 2585720 w 2585764"/>
              <a:gd name="connsiteY6-1578" fmla="*/ 1069298 h 2533100"/>
              <a:gd name="connsiteX7-1579" fmla="*/ 1939290 w 2585764"/>
              <a:gd name="connsiteY7-1580" fmla="*/ 1069298 h 2533100"/>
              <a:gd name="connsiteX8-1581" fmla="*/ 1939290 w 2585764"/>
              <a:gd name="connsiteY8-1582" fmla="*/ 1069298 h 2533100"/>
              <a:gd name="connsiteX9-1583" fmla="*/ 1939290 w 2585764"/>
              <a:gd name="connsiteY9-1584" fmla="*/ 2533100 h 2533100"/>
              <a:gd name="connsiteX10-1585" fmla="*/ 1939290 w 2585764"/>
              <a:gd name="connsiteY10-1586" fmla="*/ 2533051 h 2533100"/>
              <a:gd name="connsiteX11-1587" fmla="*/ 646430 w 2585764"/>
              <a:gd name="connsiteY11-1588" fmla="*/ 2533051 h 2533100"/>
              <a:gd name="connsiteX12-1589" fmla="*/ 646430 w 2585764"/>
              <a:gd name="connsiteY12-1590" fmla="*/ 2533051 h 2533100"/>
              <a:gd name="connsiteX13-1591" fmla="*/ 646430 w 2585764"/>
              <a:gd name="connsiteY13-1592" fmla="*/ 1069249 h 2533100"/>
              <a:gd name="connsiteX14-1593" fmla="*/ 646430 w 2585764"/>
              <a:gd name="connsiteY14-1594" fmla="*/ 1069298 h 2533100"/>
              <a:gd name="connsiteX15-1595" fmla="*/ 0 w 2585764"/>
              <a:gd name="connsiteY15-1596" fmla="*/ 1069298 h 2533100"/>
              <a:gd name="connsiteX16-1597" fmla="*/ 0 w 2585764"/>
              <a:gd name="connsiteY16-1598" fmla="*/ 1069299 h 2533100"/>
              <a:gd name="connsiteX0-1599" fmla="*/ 0 w 2585764"/>
              <a:gd name="connsiteY0-1600" fmla="*/ 1069299 h 2533100"/>
              <a:gd name="connsiteX1-1601" fmla="*/ 0 w 2585764"/>
              <a:gd name="connsiteY1-1602" fmla="*/ 1069299 h 2533100"/>
              <a:gd name="connsiteX2-1603" fmla="*/ 1292905 w 2585764"/>
              <a:gd name="connsiteY2-1604" fmla="*/ 0 h 2533100"/>
              <a:gd name="connsiteX3-1605" fmla="*/ 1292860 w 2585764"/>
              <a:gd name="connsiteY3-1606" fmla="*/ 36 h 2533100"/>
              <a:gd name="connsiteX4-1607" fmla="*/ 2585764 w 2585764"/>
              <a:gd name="connsiteY4-1608" fmla="*/ 1069335 h 2533100"/>
              <a:gd name="connsiteX5-1609" fmla="*/ 2585720 w 2585764"/>
              <a:gd name="connsiteY5-1610" fmla="*/ 1069298 h 2533100"/>
              <a:gd name="connsiteX6-1611" fmla="*/ 2585720 w 2585764"/>
              <a:gd name="connsiteY6-1612" fmla="*/ 1069298 h 2533100"/>
              <a:gd name="connsiteX7-1613" fmla="*/ 1939290 w 2585764"/>
              <a:gd name="connsiteY7-1614" fmla="*/ 1069298 h 2533100"/>
              <a:gd name="connsiteX8-1615" fmla="*/ 1939290 w 2585764"/>
              <a:gd name="connsiteY8-1616" fmla="*/ 1069298 h 2533100"/>
              <a:gd name="connsiteX9-1617" fmla="*/ 1939290 w 2585764"/>
              <a:gd name="connsiteY9-1618" fmla="*/ 2533100 h 2533100"/>
              <a:gd name="connsiteX10-1619" fmla="*/ 1939290 w 2585764"/>
              <a:gd name="connsiteY10-1620" fmla="*/ 2533051 h 2533100"/>
              <a:gd name="connsiteX11-1621" fmla="*/ 646430 w 2585764"/>
              <a:gd name="connsiteY11-1622" fmla="*/ 2533051 h 2533100"/>
              <a:gd name="connsiteX12-1623" fmla="*/ 646430 w 2585764"/>
              <a:gd name="connsiteY12-1624" fmla="*/ 2533051 h 2533100"/>
              <a:gd name="connsiteX13-1625" fmla="*/ 646430 w 2585764"/>
              <a:gd name="connsiteY13-1626" fmla="*/ 1069249 h 2533100"/>
              <a:gd name="connsiteX14-1627" fmla="*/ 646430 w 2585764"/>
              <a:gd name="connsiteY14-1628" fmla="*/ 1069298 h 2533100"/>
              <a:gd name="connsiteX15-1629" fmla="*/ 0 w 2585764"/>
              <a:gd name="connsiteY15-1630" fmla="*/ 1069298 h 2533100"/>
              <a:gd name="connsiteX16-1631" fmla="*/ 0 w 2585764"/>
              <a:gd name="connsiteY16-1632" fmla="*/ 1069299 h 2533100"/>
              <a:gd name="connsiteX0-1633" fmla="*/ 0 w 2585764"/>
              <a:gd name="connsiteY0-1634" fmla="*/ 1069299 h 2533100"/>
              <a:gd name="connsiteX1-1635" fmla="*/ 0 w 2585764"/>
              <a:gd name="connsiteY1-1636" fmla="*/ 1069299 h 2533100"/>
              <a:gd name="connsiteX2-1637" fmla="*/ 1292905 w 2585764"/>
              <a:gd name="connsiteY2-1638" fmla="*/ 0 h 2533100"/>
              <a:gd name="connsiteX3-1639" fmla="*/ 1292860 w 2585764"/>
              <a:gd name="connsiteY3-1640" fmla="*/ 36 h 2533100"/>
              <a:gd name="connsiteX4-1641" fmla="*/ 2585764 w 2585764"/>
              <a:gd name="connsiteY4-1642" fmla="*/ 1069335 h 2533100"/>
              <a:gd name="connsiteX5-1643" fmla="*/ 2585720 w 2585764"/>
              <a:gd name="connsiteY5-1644" fmla="*/ 1069298 h 2533100"/>
              <a:gd name="connsiteX6-1645" fmla="*/ 2585720 w 2585764"/>
              <a:gd name="connsiteY6-1646" fmla="*/ 1069298 h 2533100"/>
              <a:gd name="connsiteX7-1647" fmla="*/ 1939290 w 2585764"/>
              <a:gd name="connsiteY7-1648" fmla="*/ 1069298 h 2533100"/>
              <a:gd name="connsiteX8-1649" fmla="*/ 1939290 w 2585764"/>
              <a:gd name="connsiteY8-1650" fmla="*/ 1069298 h 2533100"/>
              <a:gd name="connsiteX9-1651" fmla="*/ 1939290 w 2585764"/>
              <a:gd name="connsiteY9-1652" fmla="*/ 2533100 h 2533100"/>
              <a:gd name="connsiteX10-1653" fmla="*/ 1939290 w 2585764"/>
              <a:gd name="connsiteY10-1654" fmla="*/ 2533051 h 2533100"/>
              <a:gd name="connsiteX11-1655" fmla="*/ 646430 w 2585764"/>
              <a:gd name="connsiteY11-1656" fmla="*/ 2533051 h 2533100"/>
              <a:gd name="connsiteX12-1657" fmla="*/ 646430 w 2585764"/>
              <a:gd name="connsiteY12-1658" fmla="*/ 2533051 h 2533100"/>
              <a:gd name="connsiteX13-1659" fmla="*/ 646430 w 2585764"/>
              <a:gd name="connsiteY13-1660" fmla="*/ 1069249 h 2533100"/>
              <a:gd name="connsiteX14-1661" fmla="*/ 646430 w 2585764"/>
              <a:gd name="connsiteY14-1662" fmla="*/ 1069298 h 2533100"/>
              <a:gd name="connsiteX15-1663" fmla="*/ 0 w 2585764"/>
              <a:gd name="connsiteY15-1664" fmla="*/ 1069298 h 2533100"/>
              <a:gd name="connsiteX16-1665" fmla="*/ 0 w 2585764"/>
              <a:gd name="connsiteY16-1666" fmla="*/ 1069299 h 2533100"/>
              <a:gd name="connsiteX0-1667" fmla="*/ 0 w 2585764"/>
              <a:gd name="connsiteY0-1668" fmla="*/ 1069299 h 2533100"/>
              <a:gd name="connsiteX1-1669" fmla="*/ 0 w 2585764"/>
              <a:gd name="connsiteY1-1670" fmla="*/ 1069299 h 2533100"/>
              <a:gd name="connsiteX2-1671" fmla="*/ 1292905 w 2585764"/>
              <a:gd name="connsiteY2-1672" fmla="*/ 0 h 2533100"/>
              <a:gd name="connsiteX3-1673" fmla="*/ 1292860 w 2585764"/>
              <a:gd name="connsiteY3-1674" fmla="*/ 36 h 2533100"/>
              <a:gd name="connsiteX4-1675" fmla="*/ 2585764 w 2585764"/>
              <a:gd name="connsiteY4-1676" fmla="*/ 1069335 h 2533100"/>
              <a:gd name="connsiteX5-1677" fmla="*/ 2585720 w 2585764"/>
              <a:gd name="connsiteY5-1678" fmla="*/ 1069298 h 2533100"/>
              <a:gd name="connsiteX6-1679" fmla="*/ 2585720 w 2585764"/>
              <a:gd name="connsiteY6-1680" fmla="*/ 1069298 h 2533100"/>
              <a:gd name="connsiteX7-1681" fmla="*/ 1939290 w 2585764"/>
              <a:gd name="connsiteY7-1682" fmla="*/ 1069298 h 2533100"/>
              <a:gd name="connsiteX8-1683" fmla="*/ 1939290 w 2585764"/>
              <a:gd name="connsiteY8-1684" fmla="*/ 1069298 h 2533100"/>
              <a:gd name="connsiteX9-1685" fmla="*/ 1939290 w 2585764"/>
              <a:gd name="connsiteY9-1686" fmla="*/ 2533100 h 2533100"/>
              <a:gd name="connsiteX10-1687" fmla="*/ 1939290 w 2585764"/>
              <a:gd name="connsiteY10-1688" fmla="*/ 2533051 h 2533100"/>
              <a:gd name="connsiteX11-1689" fmla="*/ 646430 w 2585764"/>
              <a:gd name="connsiteY11-1690" fmla="*/ 2533051 h 2533100"/>
              <a:gd name="connsiteX12-1691" fmla="*/ 646430 w 2585764"/>
              <a:gd name="connsiteY12-1692" fmla="*/ 2533051 h 2533100"/>
              <a:gd name="connsiteX13-1693" fmla="*/ 646430 w 2585764"/>
              <a:gd name="connsiteY13-1694" fmla="*/ 1069249 h 2533100"/>
              <a:gd name="connsiteX14-1695" fmla="*/ 646430 w 2585764"/>
              <a:gd name="connsiteY14-1696" fmla="*/ 1069298 h 2533100"/>
              <a:gd name="connsiteX15-1697" fmla="*/ 0 w 2585764"/>
              <a:gd name="connsiteY15-1698" fmla="*/ 1069298 h 2533100"/>
              <a:gd name="connsiteX16-1699" fmla="*/ 23342 w 2585764"/>
              <a:gd name="connsiteY16-1700" fmla="*/ 1060893 h 2533100"/>
              <a:gd name="connsiteX0-1701" fmla="*/ 23342 w 2585764"/>
              <a:gd name="connsiteY0-1702" fmla="*/ 1060893 h 2533100"/>
              <a:gd name="connsiteX1-1703" fmla="*/ 0 w 2585764"/>
              <a:gd name="connsiteY1-1704" fmla="*/ 1069299 h 2533100"/>
              <a:gd name="connsiteX2-1705" fmla="*/ 1292905 w 2585764"/>
              <a:gd name="connsiteY2-1706" fmla="*/ 0 h 2533100"/>
              <a:gd name="connsiteX3-1707" fmla="*/ 1292860 w 2585764"/>
              <a:gd name="connsiteY3-1708" fmla="*/ 36 h 2533100"/>
              <a:gd name="connsiteX4-1709" fmla="*/ 2585764 w 2585764"/>
              <a:gd name="connsiteY4-1710" fmla="*/ 1069335 h 2533100"/>
              <a:gd name="connsiteX5-1711" fmla="*/ 2585720 w 2585764"/>
              <a:gd name="connsiteY5-1712" fmla="*/ 1069298 h 2533100"/>
              <a:gd name="connsiteX6-1713" fmla="*/ 2585720 w 2585764"/>
              <a:gd name="connsiteY6-1714" fmla="*/ 1069298 h 2533100"/>
              <a:gd name="connsiteX7-1715" fmla="*/ 1939290 w 2585764"/>
              <a:gd name="connsiteY7-1716" fmla="*/ 1069298 h 2533100"/>
              <a:gd name="connsiteX8-1717" fmla="*/ 1939290 w 2585764"/>
              <a:gd name="connsiteY8-1718" fmla="*/ 1069298 h 2533100"/>
              <a:gd name="connsiteX9-1719" fmla="*/ 1939290 w 2585764"/>
              <a:gd name="connsiteY9-1720" fmla="*/ 2533100 h 2533100"/>
              <a:gd name="connsiteX10-1721" fmla="*/ 1939290 w 2585764"/>
              <a:gd name="connsiteY10-1722" fmla="*/ 2533051 h 2533100"/>
              <a:gd name="connsiteX11-1723" fmla="*/ 646430 w 2585764"/>
              <a:gd name="connsiteY11-1724" fmla="*/ 2533051 h 2533100"/>
              <a:gd name="connsiteX12-1725" fmla="*/ 646430 w 2585764"/>
              <a:gd name="connsiteY12-1726" fmla="*/ 2533051 h 2533100"/>
              <a:gd name="connsiteX13-1727" fmla="*/ 646430 w 2585764"/>
              <a:gd name="connsiteY13-1728" fmla="*/ 1069249 h 2533100"/>
              <a:gd name="connsiteX14-1729" fmla="*/ 646430 w 2585764"/>
              <a:gd name="connsiteY14-1730" fmla="*/ 1069298 h 2533100"/>
              <a:gd name="connsiteX15-1731" fmla="*/ 0 w 2585764"/>
              <a:gd name="connsiteY15-1732" fmla="*/ 1069298 h 2533100"/>
              <a:gd name="connsiteX16-1733" fmla="*/ 23342 w 2585764"/>
              <a:gd name="connsiteY16-1734" fmla="*/ 1060893 h 2533100"/>
              <a:gd name="connsiteX0-1735" fmla="*/ 23342 w 2585764"/>
              <a:gd name="connsiteY0-1736" fmla="*/ 1060893 h 2533100"/>
              <a:gd name="connsiteX1-1737" fmla="*/ 0 w 2585764"/>
              <a:gd name="connsiteY1-1738" fmla="*/ 1069299 h 2533100"/>
              <a:gd name="connsiteX2-1739" fmla="*/ 1292905 w 2585764"/>
              <a:gd name="connsiteY2-1740" fmla="*/ 0 h 2533100"/>
              <a:gd name="connsiteX3-1741" fmla="*/ 1292860 w 2585764"/>
              <a:gd name="connsiteY3-1742" fmla="*/ 36 h 2533100"/>
              <a:gd name="connsiteX4-1743" fmla="*/ 2585764 w 2585764"/>
              <a:gd name="connsiteY4-1744" fmla="*/ 1069335 h 2533100"/>
              <a:gd name="connsiteX5-1745" fmla="*/ 2585720 w 2585764"/>
              <a:gd name="connsiteY5-1746" fmla="*/ 1069298 h 2533100"/>
              <a:gd name="connsiteX6-1747" fmla="*/ 2585720 w 2585764"/>
              <a:gd name="connsiteY6-1748" fmla="*/ 1069298 h 2533100"/>
              <a:gd name="connsiteX7-1749" fmla="*/ 1939290 w 2585764"/>
              <a:gd name="connsiteY7-1750" fmla="*/ 1069298 h 2533100"/>
              <a:gd name="connsiteX8-1751" fmla="*/ 1939290 w 2585764"/>
              <a:gd name="connsiteY8-1752" fmla="*/ 1069298 h 2533100"/>
              <a:gd name="connsiteX9-1753" fmla="*/ 1939290 w 2585764"/>
              <a:gd name="connsiteY9-1754" fmla="*/ 2533100 h 2533100"/>
              <a:gd name="connsiteX10-1755" fmla="*/ 1939290 w 2585764"/>
              <a:gd name="connsiteY10-1756" fmla="*/ 2533051 h 2533100"/>
              <a:gd name="connsiteX11-1757" fmla="*/ 646430 w 2585764"/>
              <a:gd name="connsiteY11-1758" fmla="*/ 2533051 h 2533100"/>
              <a:gd name="connsiteX12-1759" fmla="*/ 646430 w 2585764"/>
              <a:gd name="connsiteY12-1760" fmla="*/ 2533051 h 2533100"/>
              <a:gd name="connsiteX13-1761" fmla="*/ 646430 w 2585764"/>
              <a:gd name="connsiteY13-1762" fmla="*/ 1069249 h 2533100"/>
              <a:gd name="connsiteX14-1763" fmla="*/ 646430 w 2585764"/>
              <a:gd name="connsiteY14-1764" fmla="*/ 1069298 h 2533100"/>
              <a:gd name="connsiteX15-1765" fmla="*/ 0 w 2585764"/>
              <a:gd name="connsiteY15-1766" fmla="*/ 1069298 h 2533100"/>
              <a:gd name="connsiteX16-1767" fmla="*/ 23342 w 2585764"/>
              <a:gd name="connsiteY16-1768" fmla="*/ 1060893 h 2533100"/>
              <a:gd name="connsiteX0-1769" fmla="*/ 23342 w 2585764"/>
              <a:gd name="connsiteY0-1770" fmla="*/ 1060893 h 2533100"/>
              <a:gd name="connsiteX1-1771" fmla="*/ 0 w 2585764"/>
              <a:gd name="connsiteY1-1772" fmla="*/ 1069299 h 2533100"/>
              <a:gd name="connsiteX2-1773" fmla="*/ 1292905 w 2585764"/>
              <a:gd name="connsiteY2-1774" fmla="*/ 0 h 2533100"/>
              <a:gd name="connsiteX3-1775" fmla="*/ 1292860 w 2585764"/>
              <a:gd name="connsiteY3-1776" fmla="*/ 36 h 2533100"/>
              <a:gd name="connsiteX4-1777" fmla="*/ 2585764 w 2585764"/>
              <a:gd name="connsiteY4-1778" fmla="*/ 1069335 h 2533100"/>
              <a:gd name="connsiteX5-1779" fmla="*/ 2585720 w 2585764"/>
              <a:gd name="connsiteY5-1780" fmla="*/ 1069298 h 2533100"/>
              <a:gd name="connsiteX6-1781" fmla="*/ 2585720 w 2585764"/>
              <a:gd name="connsiteY6-1782" fmla="*/ 1069298 h 2533100"/>
              <a:gd name="connsiteX7-1783" fmla="*/ 1939290 w 2585764"/>
              <a:gd name="connsiteY7-1784" fmla="*/ 1069298 h 2533100"/>
              <a:gd name="connsiteX8-1785" fmla="*/ 1939290 w 2585764"/>
              <a:gd name="connsiteY8-1786" fmla="*/ 1069298 h 2533100"/>
              <a:gd name="connsiteX9-1787" fmla="*/ 1939290 w 2585764"/>
              <a:gd name="connsiteY9-1788" fmla="*/ 2533100 h 2533100"/>
              <a:gd name="connsiteX10-1789" fmla="*/ 1939290 w 2585764"/>
              <a:gd name="connsiteY10-1790" fmla="*/ 2533051 h 2533100"/>
              <a:gd name="connsiteX11-1791" fmla="*/ 646430 w 2585764"/>
              <a:gd name="connsiteY11-1792" fmla="*/ 2533051 h 2533100"/>
              <a:gd name="connsiteX12-1793" fmla="*/ 646430 w 2585764"/>
              <a:gd name="connsiteY12-1794" fmla="*/ 2533051 h 2533100"/>
              <a:gd name="connsiteX13-1795" fmla="*/ 646430 w 2585764"/>
              <a:gd name="connsiteY13-1796" fmla="*/ 1069249 h 2533100"/>
              <a:gd name="connsiteX14-1797" fmla="*/ 646430 w 2585764"/>
              <a:gd name="connsiteY14-1798" fmla="*/ 1069298 h 2533100"/>
              <a:gd name="connsiteX15-1799" fmla="*/ 0 w 2585764"/>
              <a:gd name="connsiteY15-1800" fmla="*/ 1069298 h 2533100"/>
              <a:gd name="connsiteX16-1801" fmla="*/ 23342 w 2585764"/>
              <a:gd name="connsiteY16-1802" fmla="*/ 1060893 h 2533100"/>
              <a:gd name="connsiteX0-1803" fmla="*/ 23342 w 2585764"/>
              <a:gd name="connsiteY0-1804" fmla="*/ 1060893 h 2533100"/>
              <a:gd name="connsiteX1-1805" fmla="*/ 27197 w 2585764"/>
              <a:gd name="connsiteY1-1806" fmla="*/ 1046805 h 2533100"/>
              <a:gd name="connsiteX2-1807" fmla="*/ 1292905 w 2585764"/>
              <a:gd name="connsiteY2-1808" fmla="*/ 0 h 2533100"/>
              <a:gd name="connsiteX3-1809" fmla="*/ 1292860 w 2585764"/>
              <a:gd name="connsiteY3-1810" fmla="*/ 36 h 2533100"/>
              <a:gd name="connsiteX4-1811" fmla="*/ 2585764 w 2585764"/>
              <a:gd name="connsiteY4-1812" fmla="*/ 1069335 h 2533100"/>
              <a:gd name="connsiteX5-1813" fmla="*/ 2585720 w 2585764"/>
              <a:gd name="connsiteY5-1814" fmla="*/ 1069298 h 2533100"/>
              <a:gd name="connsiteX6-1815" fmla="*/ 2585720 w 2585764"/>
              <a:gd name="connsiteY6-1816" fmla="*/ 1069298 h 2533100"/>
              <a:gd name="connsiteX7-1817" fmla="*/ 1939290 w 2585764"/>
              <a:gd name="connsiteY7-1818" fmla="*/ 1069298 h 2533100"/>
              <a:gd name="connsiteX8-1819" fmla="*/ 1939290 w 2585764"/>
              <a:gd name="connsiteY8-1820" fmla="*/ 1069298 h 2533100"/>
              <a:gd name="connsiteX9-1821" fmla="*/ 1939290 w 2585764"/>
              <a:gd name="connsiteY9-1822" fmla="*/ 2533100 h 2533100"/>
              <a:gd name="connsiteX10-1823" fmla="*/ 1939290 w 2585764"/>
              <a:gd name="connsiteY10-1824" fmla="*/ 2533051 h 2533100"/>
              <a:gd name="connsiteX11-1825" fmla="*/ 646430 w 2585764"/>
              <a:gd name="connsiteY11-1826" fmla="*/ 2533051 h 2533100"/>
              <a:gd name="connsiteX12-1827" fmla="*/ 646430 w 2585764"/>
              <a:gd name="connsiteY12-1828" fmla="*/ 2533051 h 2533100"/>
              <a:gd name="connsiteX13-1829" fmla="*/ 646430 w 2585764"/>
              <a:gd name="connsiteY13-1830" fmla="*/ 1069249 h 2533100"/>
              <a:gd name="connsiteX14-1831" fmla="*/ 646430 w 2585764"/>
              <a:gd name="connsiteY14-1832" fmla="*/ 1069298 h 2533100"/>
              <a:gd name="connsiteX15-1833" fmla="*/ 0 w 2585764"/>
              <a:gd name="connsiteY15-1834" fmla="*/ 1069298 h 2533100"/>
              <a:gd name="connsiteX16-1835" fmla="*/ 23342 w 2585764"/>
              <a:gd name="connsiteY16-1836" fmla="*/ 1060893 h 2533100"/>
              <a:gd name="connsiteX0-1837" fmla="*/ 23342 w 2585764"/>
              <a:gd name="connsiteY0-1838" fmla="*/ 1060893 h 2533100"/>
              <a:gd name="connsiteX1-1839" fmla="*/ 27197 w 2585764"/>
              <a:gd name="connsiteY1-1840" fmla="*/ 1046805 h 2533100"/>
              <a:gd name="connsiteX2-1841" fmla="*/ 1292905 w 2585764"/>
              <a:gd name="connsiteY2-1842" fmla="*/ 0 h 2533100"/>
              <a:gd name="connsiteX3-1843" fmla="*/ 1292860 w 2585764"/>
              <a:gd name="connsiteY3-1844" fmla="*/ 36 h 2533100"/>
              <a:gd name="connsiteX4-1845" fmla="*/ 2585764 w 2585764"/>
              <a:gd name="connsiteY4-1846" fmla="*/ 1069335 h 2533100"/>
              <a:gd name="connsiteX5-1847" fmla="*/ 2585720 w 2585764"/>
              <a:gd name="connsiteY5-1848" fmla="*/ 1069298 h 2533100"/>
              <a:gd name="connsiteX6-1849" fmla="*/ 2585720 w 2585764"/>
              <a:gd name="connsiteY6-1850" fmla="*/ 1069298 h 2533100"/>
              <a:gd name="connsiteX7-1851" fmla="*/ 1939290 w 2585764"/>
              <a:gd name="connsiteY7-1852" fmla="*/ 1069298 h 2533100"/>
              <a:gd name="connsiteX8-1853" fmla="*/ 1939290 w 2585764"/>
              <a:gd name="connsiteY8-1854" fmla="*/ 1069298 h 2533100"/>
              <a:gd name="connsiteX9-1855" fmla="*/ 1939290 w 2585764"/>
              <a:gd name="connsiteY9-1856" fmla="*/ 2533100 h 2533100"/>
              <a:gd name="connsiteX10-1857" fmla="*/ 1939290 w 2585764"/>
              <a:gd name="connsiteY10-1858" fmla="*/ 2533051 h 2533100"/>
              <a:gd name="connsiteX11-1859" fmla="*/ 646430 w 2585764"/>
              <a:gd name="connsiteY11-1860" fmla="*/ 2533051 h 2533100"/>
              <a:gd name="connsiteX12-1861" fmla="*/ 646430 w 2585764"/>
              <a:gd name="connsiteY12-1862" fmla="*/ 2533051 h 2533100"/>
              <a:gd name="connsiteX13-1863" fmla="*/ 646430 w 2585764"/>
              <a:gd name="connsiteY13-1864" fmla="*/ 1069249 h 2533100"/>
              <a:gd name="connsiteX14-1865" fmla="*/ 646430 w 2585764"/>
              <a:gd name="connsiteY14-1866" fmla="*/ 1069298 h 2533100"/>
              <a:gd name="connsiteX15-1867" fmla="*/ 0 w 2585764"/>
              <a:gd name="connsiteY15-1868" fmla="*/ 1069298 h 2533100"/>
              <a:gd name="connsiteX16-1869" fmla="*/ 23342 w 2585764"/>
              <a:gd name="connsiteY16-1870" fmla="*/ 1060893 h 2533100"/>
              <a:gd name="connsiteX0-1871" fmla="*/ 23342 w 2585764"/>
              <a:gd name="connsiteY0-1872" fmla="*/ 1060893 h 2533100"/>
              <a:gd name="connsiteX1-1873" fmla="*/ 27197 w 2585764"/>
              <a:gd name="connsiteY1-1874" fmla="*/ 1046805 h 2533100"/>
              <a:gd name="connsiteX2-1875" fmla="*/ 1292905 w 2585764"/>
              <a:gd name="connsiteY2-1876" fmla="*/ 0 h 2533100"/>
              <a:gd name="connsiteX3-1877" fmla="*/ 1292860 w 2585764"/>
              <a:gd name="connsiteY3-1878" fmla="*/ 36 h 2533100"/>
              <a:gd name="connsiteX4-1879" fmla="*/ 2585764 w 2585764"/>
              <a:gd name="connsiteY4-1880" fmla="*/ 1069335 h 2533100"/>
              <a:gd name="connsiteX5-1881" fmla="*/ 2585720 w 2585764"/>
              <a:gd name="connsiteY5-1882" fmla="*/ 1069298 h 2533100"/>
              <a:gd name="connsiteX6-1883" fmla="*/ 2585720 w 2585764"/>
              <a:gd name="connsiteY6-1884" fmla="*/ 1069298 h 2533100"/>
              <a:gd name="connsiteX7-1885" fmla="*/ 1939290 w 2585764"/>
              <a:gd name="connsiteY7-1886" fmla="*/ 1069298 h 2533100"/>
              <a:gd name="connsiteX8-1887" fmla="*/ 1939290 w 2585764"/>
              <a:gd name="connsiteY8-1888" fmla="*/ 1069298 h 2533100"/>
              <a:gd name="connsiteX9-1889" fmla="*/ 1939290 w 2585764"/>
              <a:gd name="connsiteY9-1890" fmla="*/ 2533100 h 2533100"/>
              <a:gd name="connsiteX10-1891" fmla="*/ 1939290 w 2585764"/>
              <a:gd name="connsiteY10-1892" fmla="*/ 2533051 h 2533100"/>
              <a:gd name="connsiteX11-1893" fmla="*/ 646430 w 2585764"/>
              <a:gd name="connsiteY11-1894" fmla="*/ 2533051 h 2533100"/>
              <a:gd name="connsiteX12-1895" fmla="*/ 646430 w 2585764"/>
              <a:gd name="connsiteY12-1896" fmla="*/ 2533051 h 2533100"/>
              <a:gd name="connsiteX13-1897" fmla="*/ 646430 w 2585764"/>
              <a:gd name="connsiteY13-1898" fmla="*/ 1069249 h 2533100"/>
              <a:gd name="connsiteX14-1899" fmla="*/ 646430 w 2585764"/>
              <a:gd name="connsiteY14-1900" fmla="*/ 1069298 h 2533100"/>
              <a:gd name="connsiteX15-1901" fmla="*/ 0 w 2585764"/>
              <a:gd name="connsiteY15-1902" fmla="*/ 1069298 h 2533100"/>
              <a:gd name="connsiteX16-1903" fmla="*/ 23342 w 2585764"/>
              <a:gd name="connsiteY16-1904" fmla="*/ 1060893 h 2533100"/>
              <a:gd name="connsiteX0-1905" fmla="*/ 23342 w 2585764"/>
              <a:gd name="connsiteY0-1906" fmla="*/ 1060858 h 2533065"/>
              <a:gd name="connsiteX1-1907" fmla="*/ 27197 w 2585764"/>
              <a:gd name="connsiteY1-1908" fmla="*/ 1046770 h 2533065"/>
              <a:gd name="connsiteX2-1909" fmla="*/ 1284810 w 2585764"/>
              <a:gd name="connsiteY2-1910" fmla="*/ 6659 h 2533065"/>
              <a:gd name="connsiteX3-1911" fmla="*/ 1292860 w 2585764"/>
              <a:gd name="connsiteY3-1912" fmla="*/ 1 h 2533065"/>
              <a:gd name="connsiteX4-1913" fmla="*/ 2585764 w 2585764"/>
              <a:gd name="connsiteY4-1914" fmla="*/ 1069300 h 2533065"/>
              <a:gd name="connsiteX5-1915" fmla="*/ 2585720 w 2585764"/>
              <a:gd name="connsiteY5-1916" fmla="*/ 1069263 h 2533065"/>
              <a:gd name="connsiteX6-1917" fmla="*/ 2585720 w 2585764"/>
              <a:gd name="connsiteY6-1918" fmla="*/ 1069263 h 2533065"/>
              <a:gd name="connsiteX7-1919" fmla="*/ 1939290 w 2585764"/>
              <a:gd name="connsiteY7-1920" fmla="*/ 1069263 h 2533065"/>
              <a:gd name="connsiteX8-1921" fmla="*/ 1939290 w 2585764"/>
              <a:gd name="connsiteY8-1922" fmla="*/ 1069263 h 2533065"/>
              <a:gd name="connsiteX9-1923" fmla="*/ 1939290 w 2585764"/>
              <a:gd name="connsiteY9-1924" fmla="*/ 2533065 h 2533065"/>
              <a:gd name="connsiteX10-1925" fmla="*/ 1939290 w 2585764"/>
              <a:gd name="connsiteY10-1926" fmla="*/ 2533016 h 2533065"/>
              <a:gd name="connsiteX11-1927" fmla="*/ 646430 w 2585764"/>
              <a:gd name="connsiteY11-1928" fmla="*/ 2533016 h 2533065"/>
              <a:gd name="connsiteX12-1929" fmla="*/ 646430 w 2585764"/>
              <a:gd name="connsiteY12-1930" fmla="*/ 2533016 h 2533065"/>
              <a:gd name="connsiteX13-1931" fmla="*/ 646430 w 2585764"/>
              <a:gd name="connsiteY13-1932" fmla="*/ 1069214 h 2533065"/>
              <a:gd name="connsiteX14-1933" fmla="*/ 646430 w 2585764"/>
              <a:gd name="connsiteY14-1934" fmla="*/ 1069263 h 2533065"/>
              <a:gd name="connsiteX15-1935" fmla="*/ 0 w 2585764"/>
              <a:gd name="connsiteY15-1936" fmla="*/ 1069263 h 2533065"/>
              <a:gd name="connsiteX16-1937" fmla="*/ 23342 w 2585764"/>
              <a:gd name="connsiteY16-1938" fmla="*/ 1060858 h 2533065"/>
              <a:gd name="connsiteX0-1939" fmla="*/ 23342 w 2585764"/>
              <a:gd name="connsiteY0-1940" fmla="*/ 1060857 h 2533064"/>
              <a:gd name="connsiteX1-1941" fmla="*/ 27197 w 2585764"/>
              <a:gd name="connsiteY1-1942" fmla="*/ 1046769 h 2533064"/>
              <a:gd name="connsiteX2-1943" fmla="*/ 1284810 w 2585764"/>
              <a:gd name="connsiteY2-1944" fmla="*/ 6658 h 2533064"/>
              <a:gd name="connsiteX3-1945" fmla="*/ 1292860 w 2585764"/>
              <a:gd name="connsiteY3-1946" fmla="*/ 0 h 2533064"/>
              <a:gd name="connsiteX4-1947" fmla="*/ 2585764 w 2585764"/>
              <a:gd name="connsiteY4-1948" fmla="*/ 1069299 h 2533064"/>
              <a:gd name="connsiteX5-1949" fmla="*/ 2585720 w 2585764"/>
              <a:gd name="connsiteY5-1950" fmla="*/ 1069262 h 2533064"/>
              <a:gd name="connsiteX6-1951" fmla="*/ 2585720 w 2585764"/>
              <a:gd name="connsiteY6-1952" fmla="*/ 1069262 h 2533064"/>
              <a:gd name="connsiteX7-1953" fmla="*/ 1939290 w 2585764"/>
              <a:gd name="connsiteY7-1954" fmla="*/ 1069262 h 2533064"/>
              <a:gd name="connsiteX8-1955" fmla="*/ 1939290 w 2585764"/>
              <a:gd name="connsiteY8-1956" fmla="*/ 1069262 h 2533064"/>
              <a:gd name="connsiteX9-1957" fmla="*/ 1939290 w 2585764"/>
              <a:gd name="connsiteY9-1958" fmla="*/ 2533064 h 2533064"/>
              <a:gd name="connsiteX10-1959" fmla="*/ 1939290 w 2585764"/>
              <a:gd name="connsiteY10-1960" fmla="*/ 2533015 h 2533064"/>
              <a:gd name="connsiteX11-1961" fmla="*/ 646430 w 2585764"/>
              <a:gd name="connsiteY11-1962" fmla="*/ 2533015 h 2533064"/>
              <a:gd name="connsiteX12-1963" fmla="*/ 646430 w 2585764"/>
              <a:gd name="connsiteY12-1964" fmla="*/ 2533015 h 2533064"/>
              <a:gd name="connsiteX13-1965" fmla="*/ 646430 w 2585764"/>
              <a:gd name="connsiteY13-1966" fmla="*/ 1069213 h 2533064"/>
              <a:gd name="connsiteX14-1967" fmla="*/ 646430 w 2585764"/>
              <a:gd name="connsiteY14-1968" fmla="*/ 1069262 h 2533064"/>
              <a:gd name="connsiteX15-1969" fmla="*/ 0 w 2585764"/>
              <a:gd name="connsiteY15-1970" fmla="*/ 1069262 h 2533064"/>
              <a:gd name="connsiteX16-1971" fmla="*/ 23342 w 2585764"/>
              <a:gd name="connsiteY16-1972" fmla="*/ 1060857 h 2533064"/>
              <a:gd name="connsiteX0-1973" fmla="*/ 23342 w 2585764"/>
              <a:gd name="connsiteY0-1974" fmla="*/ 1060857 h 2533064"/>
              <a:gd name="connsiteX1-1975" fmla="*/ 27197 w 2585764"/>
              <a:gd name="connsiteY1-1976" fmla="*/ 1046769 h 2533064"/>
              <a:gd name="connsiteX2-1977" fmla="*/ 1284810 w 2585764"/>
              <a:gd name="connsiteY2-1978" fmla="*/ 6658 h 2533064"/>
              <a:gd name="connsiteX3-1979" fmla="*/ 1292860 w 2585764"/>
              <a:gd name="connsiteY3-1980" fmla="*/ 0 h 2533064"/>
              <a:gd name="connsiteX4-1981" fmla="*/ 2585764 w 2585764"/>
              <a:gd name="connsiteY4-1982" fmla="*/ 1069299 h 2533064"/>
              <a:gd name="connsiteX5-1983" fmla="*/ 2585720 w 2585764"/>
              <a:gd name="connsiteY5-1984" fmla="*/ 1069262 h 2533064"/>
              <a:gd name="connsiteX6-1985" fmla="*/ 2585720 w 2585764"/>
              <a:gd name="connsiteY6-1986" fmla="*/ 1069262 h 2533064"/>
              <a:gd name="connsiteX7-1987" fmla="*/ 1939290 w 2585764"/>
              <a:gd name="connsiteY7-1988" fmla="*/ 1069262 h 2533064"/>
              <a:gd name="connsiteX8-1989" fmla="*/ 1939290 w 2585764"/>
              <a:gd name="connsiteY8-1990" fmla="*/ 1069262 h 2533064"/>
              <a:gd name="connsiteX9-1991" fmla="*/ 1939290 w 2585764"/>
              <a:gd name="connsiteY9-1992" fmla="*/ 2533064 h 2533064"/>
              <a:gd name="connsiteX10-1993" fmla="*/ 1939290 w 2585764"/>
              <a:gd name="connsiteY10-1994" fmla="*/ 2533015 h 2533064"/>
              <a:gd name="connsiteX11-1995" fmla="*/ 646430 w 2585764"/>
              <a:gd name="connsiteY11-1996" fmla="*/ 2533015 h 2533064"/>
              <a:gd name="connsiteX12-1997" fmla="*/ 646430 w 2585764"/>
              <a:gd name="connsiteY12-1998" fmla="*/ 2533015 h 2533064"/>
              <a:gd name="connsiteX13-1999" fmla="*/ 646430 w 2585764"/>
              <a:gd name="connsiteY13-2000" fmla="*/ 1069213 h 2533064"/>
              <a:gd name="connsiteX14-2001" fmla="*/ 646430 w 2585764"/>
              <a:gd name="connsiteY14-2002" fmla="*/ 1069262 h 2533064"/>
              <a:gd name="connsiteX15-2003" fmla="*/ 0 w 2585764"/>
              <a:gd name="connsiteY15-2004" fmla="*/ 1069262 h 2533064"/>
              <a:gd name="connsiteX16-2005" fmla="*/ 23342 w 2585764"/>
              <a:gd name="connsiteY16-2006" fmla="*/ 1060857 h 2533064"/>
              <a:gd name="connsiteX0-2007" fmla="*/ 23342 w 2585764"/>
              <a:gd name="connsiteY0-2008" fmla="*/ 1057227 h 2529434"/>
              <a:gd name="connsiteX1-2009" fmla="*/ 27197 w 2585764"/>
              <a:gd name="connsiteY1-2010" fmla="*/ 1043139 h 2529434"/>
              <a:gd name="connsiteX2-2011" fmla="*/ 1284810 w 2585764"/>
              <a:gd name="connsiteY2-2012" fmla="*/ 3028 h 2529434"/>
              <a:gd name="connsiteX3-2013" fmla="*/ 1300955 w 2585764"/>
              <a:gd name="connsiteY3-2014" fmla="*/ 3064 h 2529434"/>
              <a:gd name="connsiteX4-2015" fmla="*/ 2585764 w 2585764"/>
              <a:gd name="connsiteY4-2016" fmla="*/ 1065669 h 2529434"/>
              <a:gd name="connsiteX5-2017" fmla="*/ 2585720 w 2585764"/>
              <a:gd name="connsiteY5-2018" fmla="*/ 1065632 h 2529434"/>
              <a:gd name="connsiteX6-2019" fmla="*/ 2585720 w 2585764"/>
              <a:gd name="connsiteY6-2020" fmla="*/ 1065632 h 2529434"/>
              <a:gd name="connsiteX7-2021" fmla="*/ 1939290 w 2585764"/>
              <a:gd name="connsiteY7-2022" fmla="*/ 1065632 h 2529434"/>
              <a:gd name="connsiteX8-2023" fmla="*/ 1939290 w 2585764"/>
              <a:gd name="connsiteY8-2024" fmla="*/ 1065632 h 2529434"/>
              <a:gd name="connsiteX9-2025" fmla="*/ 1939290 w 2585764"/>
              <a:gd name="connsiteY9-2026" fmla="*/ 2529434 h 2529434"/>
              <a:gd name="connsiteX10-2027" fmla="*/ 1939290 w 2585764"/>
              <a:gd name="connsiteY10-2028" fmla="*/ 2529385 h 2529434"/>
              <a:gd name="connsiteX11-2029" fmla="*/ 646430 w 2585764"/>
              <a:gd name="connsiteY11-2030" fmla="*/ 2529385 h 2529434"/>
              <a:gd name="connsiteX12-2031" fmla="*/ 646430 w 2585764"/>
              <a:gd name="connsiteY12-2032" fmla="*/ 2529385 h 2529434"/>
              <a:gd name="connsiteX13-2033" fmla="*/ 646430 w 2585764"/>
              <a:gd name="connsiteY13-2034" fmla="*/ 1065583 h 2529434"/>
              <a:gd name="connsiteX14-2035" fmla="*/ 646430 w 2585764"/>
              <a:gd name="connsiteY14-2036" fmla="*/ 1065632 h 2529434"/>
              <a:gd name="connsiteX15-2037" fmla="*/ 0 w 2585764"/>
              <a:gd name="connsiteY15-2038" fmla="*/ 1065632 h 2529434"/>
              <a:gd name="connsiteX16-2039" fmla="*/ 23342 w 2585764"/>
              <a:gd name="connsiteY16-2040" fmla="*/ 1057227 h 2529434"/>
              <a:gd name="connsiteX0-2041" fmla="*/ 23342 w 2585764"/>
              <a:gd name="connsiteY0-2042" fmla="*/ 1057227 h 2529434"/>
              <a:gd name="connsiteX1-2043" fmla="*/ 27197 w 2585764"/>
              <a:gd name="connsiteY1-2044" fmla="*/ 1043139 h 2529434"/>
              <a:gd name="connsiteX2-2045" fmla="*/ 1284810 w 2585764"/>
              <a:gd name="connsiteY2-2046" fmla="*/ 3028 h 2529434"/>
              <a:gd name="connsiteX3-2047" fmla="*/ 1300955 w 2585764"/>
              <a:gd name="connsiteY3-2048" fmla="*/ 3064 h 2529434"/>
              <a:gd name="connsiteX4-2049" fmla="*/ 2585764 w 2585764"/>
              <a:gd name="connsiteY4-2050" fmla="*/ 1065669 h 2529434"/>
              <a:gd name="connsiteX5-2051" fmla="*/ 2585720 w 2585764"/>
              <a:gd name="connsiteY5-2052" fmla="*/ 1065632 h 2529434"/>
              <a:gd name="connsiteX6-2053" fmla="*/ 2585720 w 2585764"/>
              <a:gd name="connsiteY6-2054" fmla="*/ 1065632 h 2529434"/>
              <a:gd name="connsiteX7-2055" fmla="*/ 1939290 w 2585764"/>
              <a:gd name="connsiteY7-2056" fmla="*/ 1065632 h 2529434"/>
              <a:gd name="connsiteX8-2057" fmla="*/ 1939290 w 2585764"/>
              <a:gd name="connsiteY8-2058" fmla="*/ 1065632 h 2529434"/>
              <a:gd name="connsiteX9-2059" fmla="*/ 1939290 w 2585764"/>
              <a:gd name="connsiteY9-2060" fmla="*/ 2529434 h 2529434"/>
              <a:gd name="connsiteX10-2061" fmla="*/ 1939290 w 2585764"/>
              <a:gd name="connsiteY10-2062" fmla="*/ 2529385 h 2529434"/>
              <a:gd name="connsiteX11-2063" fmla="*/ 646430 w 2585764"/>
              <a:gd name="connsiteY11-2064" fmla="*/ 2529385 h 2529434"/>
              <a:gd name="connsiteX12-2065" fmla="*/ 646430 w 2585764"/>
              <a:gd name="connsiteY12-2066" fmla="*/ 2529385 h 2529434"/>
              <a:gd name="connsiteX13-2067" fmla="*/ 646430 w 2585764"/>
              <a:gd name="connsiteY13-2068" fmla="*/ 1065583 h 2529434"/>
              <a:gd name="connsiteX14-2069" fmla="*/ 646430 w 2585764"/>
              <a:gd name="connsiteY14-2070" fmla="*/ 1065632 h 2529434"/>
              <a:gd name="connsiteX15-2071" fmla="*/ 0 w 2585764"/>
              <a:gd name="connsiteY15-2072" fmla="*/ 1065632 h 2529434"/>
              <a:gd name="connsiteX16-2073" fmla="*/ 23342 w 2585764"/>
              <a:gd name="connsiteY16-2074" fmla="*/ 1057227 h 2529434"/>
              <a:gd name="connsiteX0-2075" fmla="*/ 23342 w 2585764"/>
              <a:gd name="connsiteY0-2076" fmla="*/ 1057227 h 2529434"/>
              <a:gd name="connsiteX1-2077" fmla="*/ 27197 w 2585764"/>
              <a:gd name="connsiteY1-2078" fmla="*/ 1043139 h 2529434"/>
              <a:gd name="connsiteX2-2079" fmla="*/ 1284810 w 2585764"/>
              <a:gd name="connsiteY2-2080" fmla="*/ 3028 h 2529434"/>
              <a:gd name="connsiteX3-2081" fmla="*/ 1300955 w 2585764"/>
              <a:gd name="connsiteY3-2082" fmla="*/ 3064 h 2529434"/>
              <a:gd name="connsiteX4-2083" fmla="*/ 2585764 w 2585764"/>
              <a:gd name="connsiteY4-2084" fmla="*/ 1065669 h 2529434"/>
              <a:gd name="connsiteX5-2085" fmla="*/ 2585720 w 2585764"/>
              <a:gd name="connsiteY5-2086" fmla="*/ 1065632 h 2529434"/>
              <a:gd name="connsiteX6-2087" fmla="*/ 2585720 w 2585764"/>
              <a:gd name="connsiteY6-2088" fmla="*/ 1065632 h 2529434"/>
              <a:gd name="connsiteX7-2089" fmla="*/ 1939290 w 2585764"/>
              <a:gd name="connsiteY7-2090" fmla="*/ 1065632 h 2529434"/>
              <a:gd name="connsiteX8-2091" fmla="*/ 1939290 w 2585764"/>
              <a:gd name="connsiteY8-2092" fmla="*/ 1065632 h 2529434"/>
              <a:gd name="connsiteX9-2093" fmla="*/ 1939290 w 2585764"/>
              <a:gd name="connsiteY9-2094" fmla="*/ 2529434 h 2529434"/>
              <a:gd name="connsiteX10-2095" fmla="*/ 1939290 w 2585764"/>
              <a:gd name="connsiteY10-2096" fmla="*/ 2529385 h 2529434"/>
              <a:gd name="connsiteX11-2097" fmla="*/ 646430 w 2585764"/>
              <a:gd name="connsiteY11-2098" fmla="*/ 2529385 h 2529434"/>
              <a:gd name="connsiteX12-2099" fmla="*/ 646430 w 2585764"/>
              <a:gd name="connsiteY12-2100" fmla="*/ 2529385 h 2529434"/>
              <a:gd name="connsiteX13-2101" fmla="*/ 646430 w 2585764"/>
              <a:gd name="connsiteY13-2102" fmla="*/ 1065583 h 2529434"/>
              <a:gd name="connsiteX14-2103" fmla="*/ 646430 w 2585764"/>
              <a:gd name="connsiteY14-2104" fmla="*/ 1065632 h 2529434"/>
              <a:gd name="connsiteX15-2105" fmla="*/ 0 w 2585764"/>
              <a:gd name="connsiteY15-2106" fmla="*/ 1065632 h 2529434"/>
              <a:gd name="connsiteX16-2107" fmla="*/ 23342 w 2585764"/>
              <a:gd name="connsiteY16-2108" fmla="*/ 1057227 h 2529434"/>
              <a:gd name="connsiteX0-2109" fmla="*/ 23342 w 2585720"/>
              <a:gd name="connsiteY0-2110" fmla="*/ 1057227 h 2529434"/>
              <a:gd name="connsiteX1-2111" fmla="*/ 27197 w 2585720"/>
              <a:gd name="connsiteY1-2112" fmla="*/ 1043139 h 2529434"/>
              <a:gd name="connsiteX2-2113" fmla="*/ 1284810 w 2585720"/>
              <a:gd name="connsiteY2-2114" fmla="*/ 3028 h 2529434"/>
              <a:gd name="connsiteX3-2115" fmla="*/ 1300955 w 2585720"/>
              <a:gd name="connsiteY3-2116" fmla="*/ 3064 h 2529434"/>
              <a:gd name="connsiteX4-2117" fmla="*/ 2558568 w 2585720"/>
              <a:gd name="connsiteY4-2118" fmla="*/ 1043175 h 2529434"/>
              <a:gd name="connsiteX5-2119" fmla="*/ 2585720 w 2585720"/>
              <a:gd name="connsiteY5-2120" fmla="*/ 1065632 h 2529434"/>
              <a:gd name="connsiteX6-2121" fmla="*/ 2585720 w 2585720"/>
              <a:gd name="connsiteY6-2122" fmla="*/ 1065632 h 2529434"/>
              <a:gd name="connsiteX7-2123" fmla="*/ 1939290 w 2585720"/>
              <a:gd name="connsiteY7-2124" fmla="*/ 1065632 h 2529434"/>
              <a:gd name="connsiteX8-2125" fmla="*/ 1939290 w 2585720"/>
              <a:gd name="connsiteY8-2126" fmla="*/ 1065632 h 2529434"/>
              <a:gd name="connsiteX9-2127" fmla="*/ 1939290 w 2585720"/>
              <a:gd name="connsiteY9-2128" fmla="*/ 2529434 h 2529434"/>
              <a:gd name="connsiteX10-2129" fmla="*/ 1939290 w 2585720"/>
              <a:gd name="connsiteY10-2130" fmla="*/ 2529385 h 2529434"/>
              <a:gd name="connsiteX11-2131" fmla="*/ 646430 w 2585720"/>
              <a:gd name="connsiteY11-2132" fmla="*/ 2529385 h 2529434"/>
              <a:gd name="connsiteX12-2133" fmla="*/ 646430 w 2585720"/>
              <a:gd name="connsiteY12-2134" fmla="*/ 2529385 h 2529434"/>
              <a:gd name="connsiteX13-2135" fmla="*/ 646430 w 2585720"/>
              <a:gd name="connsiteY13-2136" fmla="*/ 1065583 h 2529434"/>
              <a:gd name="connsiteX14-2137" fmla="*/ 646430 w 2585720"/>
              <a:gd name="connsiteY14-2138" fmla="*/ 1065632 h 2529434"/>
              <a:gd name="connsiteX15-2139" fmla="*/ 0 w 2585720"/>
              <a:gd name="connsiteY15-2140" fmla="*/ 1065632 h 2529434"/>
              <a:gd name="connsiteX16-2141" fmla="*/ 23342 w 2585720"/>
              <a:gd name="connsiteY16-2142" fmla="*/ 1057227 h 2529434"/>
              <a:gd name="connsiteX0-2143" fmla="*/ 23342 w 2585720"/>
              <a:gd name="connsiteY0-2144" fmla="*/ 1057227 h 2529434"/>
              <a:gd name="connsiteX1-2145" fmla="*/ 27197 w 2585720"/>
              <a:gd name="connsiteY1-2146" fmla="*/ 1043139 h 2529434"/>
              <a:gd name="connsiteX2-2147" fmla="*/ 1284810 w 2585720"/>
              <a:gd name="connsiteY2-2148" fmla="*/ 3028 h 2529434"/>
              <a:gd name="connsiteX3-2149" fmla="*/ 1300955 w 2585720"/>
              <a:gd name="connsiteY3-2150" fmla="*/ 3064 h 2529434"/>
              <a:gd name="connsiteX4-2151" fmla="*/ 2558568 w 2585720"/>
              <a:gd name="connsiteY4-2152" fmla="*/ 1043175 h 2529434"/>
              <a:gd name="connsiteX5-2153" fmla="*/ 2585720 w 2585720"/>
              <a:gd name="connsiteY5-2154" fmla="*/ 1065632 h 2529434"/>
              <a:gd name="connsiteX6-2155" fmla="*/ 2585720 w 2585720"/>
              <a:gd name="connsiteY6-2156" fmla="*/ 1065632 h 2529434"/>
              <a:gd name="connsiteX7-2157" fmla="*/ 1939290 w 2585720"/>
              <a:gd name="connsiteY7-2158" fmla="*/ 1065632 h 2529434"/>
              <a:gd name="connsiteX8-2159" fmla="*/ 1939290 w 2585720"/>
              <a:gd name="connsiteY8-2160" fmla="*/ 1065632 h 2529434"/>
              <a:gd name="connsiteX9-2161" fmla="*/ 1939290 w 2585720"/>
              <a:gd name="connsiteY9-2162" fmla="*/ 2529434 h 2529434"/>
              <a:gd name="connsiteX10-2163" fmla="*/ 1939290 w 2585720"/>
              <a:gd name="connsiteY10-2164" fmla="*/ 2529385 h 2529434"/>
              <a:gd name="connsiteX11-2165" fmla="*/ 646430 w 2585720"/>
              <a:gd name="connsiteY11-2166" fmla="*/ 2529385 h 2529434"/>
              <a:gd name="connsiteX12-2167" fmla="*/ 646430 w 2585720"/>
              <a:gd name="connsiteY12-2168" fmla="*/ 2529385 h 2529434"/>
              <a:gd name="connsiteX13-2169" fmla="*/ 646430 w 2585720"/>
              <a:gd name="connsiteY13-2170" fmla="*/ 1065583 h 2529434"/>
              <a:gd name="connsiteX14-2171" fmla="*/ 646430 w 2585720"/>
              <a:gd name="connsiteY14-2172" fmla="*/ 1065632 h 2529434"/>
              <a:gd name="connsiteX15-2173" fmla="*/ 0 w 2585720"/>
              <a:gd name="connsiteY15-2174" fmla="*/ 1065632 h 2529434"/>
              <a:gd name="connsiteX16-2175" fmla="*/ 23342 w 2585720"/>
              <a:gd name="connsiteY16-2176" fmla="*/ 1057227 h 2529434"/>
              <a:gd name="connsiteX0-2177" fmla="*/ 23342 w 2585720"/>
              <a:gd name="connsiteY0-2178" fmla="*/ 1057227 h 2529434"/>
              <a:gd name="connsiteX1-2179" fmla="*/ 27197 w 2585720"/>
              <a:gd name="connsiteY1-2180" fmla="*/ 1043139 h 2529434"/>
              <a:gd name="connsiteX2-2181" fmla="*/ 1284810 w 2585720"/>
              <a:gd name="connsiteY2-2182" fmla="*/ 3028 h 2529434"/>
              <a:gd name="connsiteX3-2183" fmla="*/ 1300955 w 2585720"/>
              <a:gd name="connsiteY3-2184" fmla="*/ 3064 h 2529434"/>
              <a:gd name="connsiteX4-2185" fmla="*/ 2558568 w 2585720"/>
              <a:gd name="connsiteY4-2186" fmla="*/ 1043175 h 2529434"/>
              <a:gd name="connsiteX5-2187" fmla="*/ 2585720 w 2585720"/>
              <a:gd name="connsiteY5-2188" fmla="*/ 1065632 h 2529434"/>
              <a:gd name="connsiteX6-2189" fmla="*/ 2585720 w 2585720"/>
              <a:gd name="connsiteY6-2190" fmla="*/ 1065632 h 2529434"/>
              <a:gd name="connsiteX7-2191" fmla="*/ 1939290 w 2585720"/>
              <a:gd name="connsiteY7-2192" fmla="*/ 1065632 h 2529434"/>
              <a:gd name="connsiteX8-2193" fmla="*/ 1939290 w 2585720"/>
              <a:gd name="connsiteY8-2194" fmla="*/ 1065632 h 2529434"/>
              <a:gd name="connsiteX9-2195" fmla="*/ 1939290 w 2585720"/>
              <a:gd name="connsiteY9-2196" fmla="*/ 2529434 h 2529434"/>
              <a:gd name="connsiteX10-2197" fmla="*/ 1939290 w 2585720"/>
              <a:gd name="connsiteY10-2198" fmla="*/ 2529385 h 2529434"/>
              <a:gd name="connsiteX11-2199" fmla="*/ 646430 w 2585720"/>
              <a:gd name="connsiteY11-2200" fmla="*/ 2529385 h 2529434"/>
              <a:gd name="connsiteX12-2201" fmla="*/ 646430 w 2585720"/>
              <a:gd name="connsiteY12-2202" fmla="*/ 2529385 h 2529434"/>
              <a:gd name="connsiteX13-2203" fmla="*/ 646430 w 2585720"/>
              <a:gd name="connsiteY13-2204" fmla="*/ 1065583 h 2529434"/>
              <a:gd name="connsiteX14-2205" fmla="*/ 646430 w 2585720"/>
              <a:gd name="connsiteY14-2206" fmla="*/ 1065632 h 2529434"/>
              <a:gd name="connsiteX15-2207" fmla="*/ 0 w 2585720"/>
              <a:gd name="connsiteY15-2208" fmla="*/ 1065632 h 2529434"/>
              <a:gd name="connsiteX16-2209" fmla="*/ 23342 w 2585720"/>
              <a:gd name="connsiteY16-2210" fmla="*/ 1057227 h 2529434"/>
              <a:gd name="connsiteX0-2211" fmla="*/ 23342 w 2585720"/>
              <a:gd name="connsiteY0-2212" fmla="*/ 1057227 h 2529434"/>
              <a:gd name="connsiteX1-2213" fmla="*/ 27197 w 2585720"/>
              <a:gd name="connsiteY1-2214" fmla="*/ 1043139 h 2529434"/>
              <a:gd name="connsiteX2-2215" fmla="*/ 1284810 w 2585720"/>
              <a:gd name="connsiteY2-2216" fmla="*/ 3028 h 2529434"/>
              <a:gd name="connsiteX3-2217" fmla="*/ 1300955 w 2585720"/>
              <a:gd name="connsiteY3-2218" fmla="*/ 3064 h 2529434"/>
              <a:gd name="connsiteX4-2219" fmla="*/ 2558568 w 2585720"/>
              <a:gd name="connsiteY4-2220" fmla="*/ 1043175 h 2529434"/>
              <a:gd name="connsiteX5-2221" fmla="*/ 2562377 w 2585720"/>
              <a:gd name="connsiteY5-2222" fmla="*/ 1057231 h 2529434"/>
              <a:gd name="connsiteX6-2223" fmla="*/ 2585720 w 2585720"/>
              <a:gd name="connsiteY6-2224" fmla="*/ 1065632 h 2529434"/>
              <a:gd name="connsiteX7-2225" fmla="*/ 1939290 w 2585720"/>
              <a:gd name="connsiteY7-2226" fmla="*/ 1065632 h 2529434"/>
              <a:gd name="connsiteX8-2227" fmla="*/ 1939290 w 2585720"/>
              <a:gd name="connsiteY8-2228" fmla="*/ 1065632 h 2529434"/>
              <a:gd name="connsiteX9-2229" fmla="*/ 1939290 w 2585720"/>
              <a:gd name="connsiteY9-2230" fmla="*/ 2529434 h 2529434"/>
              <a:gd name="connsiteX10-2231" fmla="*/ 1939290 w 2585720"/>
              <a:gd name="connsiteY10-2232" fmla="*/ 2529385 h 2529434"/>
              <a:gd name="connsiteX11-2233" fmla="*/ 646430 w 2585720"/>
              <a:gd name="connsiteY11-2234" fmla="*/ 2529385 h 2529434"/>
              <a:gd name="connsiteX12-2235" fmla="*/ 646430 w 2585720"/>
              <a:gd name="connsiteY12-2236" fmla="*/ 2529385 h 2529434"/>
              <a:gd name="connsiteX13-2237" fmla="*/ 646430 w 2585720"/>
              <a:gd name="connsiteY13-2238" fmla="*/ 1065583 h 2529434"/>
              <a:gd name="connsiteX14-2239" fmla="*/ 646430 w 2585720"/>
              <a:gd name="connsiteY14-2240" fmla="*/ 1065632 h 2529434"/>
              <a:gd name="connsiteX15-2241" fmla="*/ 0 w 2585720"/>
              <a:gd name="connsiteY15-2242" fmla="*/ 1065632 h 2529434"/>
              <a:gd name="connsiteX16-2243" fmla="*/ 23342 w 2585720"/>
              <a:gd name="connsiteY16-2244" fmla="*/ 1057227 h 2529434"/>
              <a:gd name="connsiteX0-2245" fmla="*/ 23342 w 2585720"/>
              <a:gd name="connsiteY0-2246" fmla="*/ 1057227 h 2529434"/>
              <a:gd name="connsiteX1-2247" fmla="*/ 27197 w 2585720"/>
              <a:gd name="connsiteY1-2248" fmla="*/ 1043139 h 2529434"/>
              <a:gd name="connsiteX2-2249" fmla="*/ 1284810 w 2585720"/>
              <a:gd name="connsiteY2-2250" fmla="*/ 3028 h 2529434"/>
              <a:gd name="connsiteX3-2251" fmla="*/ 1300955 w 2585720"/>
              <a:gd name="connsiteY3-2252" fmla="*/ 3064 h 2529434"/>
              <a:gd name="connsiteX4-2253" fmla="*/ 2558568 w 2585720"/>
              <a:gd name="connsiteY4-2254" fmla="*/ 1043175 h 2529434"/>
              <a:gd name="connsiteX5-2255" fmla="*/ 2562377 w 2585720"/>
              <a:gd name="connsiteY5-2256" fmla="*/ 1057231 h 2529434"/>
              <a:gd name="connsiteX6-2257" fmla="*/ 2585720 w 2585720"/>
              <a:gd name="connsiteY6-2258" fmla="*/ 1065632 h 2529434"/>
              <a:gd name="connsiteX7-2259" fmla="*/ 1939290 w 2585720"/>
              <a:gd name="connsiteY7-2260" fmla="*/ 1065632 h 2529434"/>
              <a:gd name="connsiteX8-2261" fmla="*/ 1939290 w 2585720"/>
              <a:gd name="connsiteY8-2262" fmla="*/ 1065632 h 2529434"/>
              <a:gd name="connsiteX9-2263" fmla="*/ 1939290 w 2585720"/>
              <a:gd name="connsiteY9-2264" fmla="*/ 2529434 h 2529434"/>
              <a:gd name="connsiteX10-2265" fmla="*/ 1939290 w 2585720"/>
              <a:gd name="connsiteY10-2266" fmla="*/ 2529385 h 2529434"/>
              <a:gd name="connsiteX11-2267" fmla="*/ 646430 w 2585720"/>
              <a:gd name="connsiteY11-2268" fmla="*/ 2529385 h 2529434"/>
              <a:gd name="connsiteX12-2269" fmla="*/ 646430 w 2585720"/>
              <a:gd name="connsiteY12-2270" fmla="*/ 2529385 h 2529434"/>
              <a:gd name="connsiteX13-2271" fmla="*/ 646430 w 2585720"/>
              <a:gd name="connsiteY13-2272" fmla="*/ 1065583 h 2529434"/>
              <a:gd name="connsiteX14-2273" fmla="*/ 646430 w 2585720"/>
              <a:gd name="connsiteY14-2274" fmla="*/ 1065632 h 2529434"/>
              <a:gd name="connsiteX15-2275" fmla="*/ 0 w 2585720"/>
              <a:gd name="connsiteY15-2276" fmla="*/ 1065632 h 2529434"/>
              <a:gd name="connsiteX16-2277" fmla="*/ 23342 w 2585720"/>
              <a:gd name="connsiteY16-2278" fmla="*/ 1057227 h 2529434"/>
              <a:gd name="connsiteX0-2279" fmla="*/ 23342 w 2585720"/>
              <a:gd name="connsiteY0-2280" fmla="*/ 1057227 h 2529434"/>
              <a:gd name="connsiteX1-2281" fmla="*/ 27197 w 2585720"/>
              <a:gd name="connsiteY1-2282" fmla="*/ 1043139 h 2529434"/>
              <a:gd name="connsiteX2-2283" fmla="*/ 1284810 w 2585720"/>
              <a:gd name="connsiteY2-2284" fmla="*/ 3028 h 2529434"/>
              <a:gd name="connsiteX3-2285" fmla="*/ 1300955 w 2585720"/>
              <a:gd name="connsiteY3-2286" fmla="*/ 3064 h 2529434"/>
              <a:gd name="connsiteX4-2287" fmla="*/ 2558568 w 2585720"/>
              <a:gd name="connsiteY4-2288" fmla="*/ 1043175 h 2529434"/>
              <a:gd name="connsiteX5-2289" fmla="*/ 2562377 w 2585720"/>
              <a:gd name="connsiteY5-2290" fmla="*/ 1057231 h 2529434"/>
              <a:gd name="connsiteX6-2291" fmla="*/ 2585720 w 2585720"/>
              <a:gd name="connsiteY6-2292" fmla="*/ 1065632 h 2529434"/>
              <a:gd name="connsiteX7-2293" fmla="*/ 1939290 w 2585720"/>
              <a:gd name="connsiteY7-2294" fmla="*/ 1065632 h 2529434"/>
              <a:gd name="connsiteX8-2295" fmla="*/ 1939290 w 2585720"/>
              <a:gd name="connsiteY8-2296" fmla="*/ 1065632 h 2529434"/>
              <a:gd name="connsiteX9-2297" fmla="*/ 1939290 w 2585720"/>
              <a:gd name="connsiteY9-2298" fmla="*/ 2529434 h 2529434"/>
              <a:gd name="connsiteX10-2299" fmla="*/ 1939290 w 2585720"/>
              <a:gd name="connsiteY10-2300" fmla="*/ 2529385 h 2529434"/>
              <a:gd name="connsiteX11-2301" fmla="*/ 646430 w 2585720"/>
              <a:gd name="connsiteY11-2302" fmla="*/ 2529385 h 2529434"/>
              <a:gd name="connsiteX12-2303" fmla="*/ 646430 w 2585720"/>
              <a:gd name="connsiteY12-2304" fmla="*/ 2529385 h 2529434"/>
              <a:gd name="connsiteX13-2305" fmla="*/ 646430 w 2585720"/>
              <a:gd name="connsiteY13-2306" fmla="*/ 1065583 h 2529434"/>
              <a:gd name="connsiteX14-2307" fmla="*/ 646430 w 2585720"/>
              <a:gd name="connsiteY14-2308" fmla="*/ 1065632 h 2529434"/>
              <a:gd name="connsiteX15-2309" fmla="*/ 0 w 2585720"/>
              <a:gd name="connsiteY15-2310" fmla="*/ 1065632 h 2529434"/>
              <a:gd name="connsiteX16-2311" fmla="*/ 23342 w 2585720"/>
              <a:gd name="connsiteY16-2312" fmla="*/ 1057227 h 2529434"/>
              <a:gd name="connsiteX0-2313" fmla="*/ 23342 w 2563018"/>
              <a:gd name="connsiteY0-2314" fmla="*/ 1057227 h 2529434"/>
              <a:gd name="connsiteX1-2315" fmla="*/ 27197 w 2563018"/>
              <a:gd name="connsiteY1-2316" fmla="*/ 1043139 h 2529434"/>
              <a:gd name="connsiteX2-2317" fmla="*/ 1284810 w 2563018"/>
              <a:gd name="connsiteY2-2318" fmla="*/ 3028 h 2529434"/>
              <a:gd name="connsiteX3-2319" fmla="*/ 1300955 w 2563018"/>
              <a:gd name="connsiteY3-2320" fmla="*/ 3064 h 2529434"/>
              <a:gd name="connsiteX4-2321" fmla="*/ 2558568 w 2563018"/>
              <a:gd name="connsiteY4-2322" fmla="*/ 1043175 h 2529434"/>
              <a:gd name="connsiteX5-2323" fmla="*/ 2562377 w 2563018"/>
              <a:gd name="connsiteY5-2324" fmla="*/ 1057231 h 2529434"/>
              <a:gd name="connsiteX6-2325" fmla="*/ 2550427 w 2563018"/>
              <a:gd name="connsiteY6-2326" fmla="*/ 1065631 h 2529434"/>
              <a:gd name="connsiteX7-2327" fmla="*/ 1939290 w 2563018"/>
              <a:gd name="connsiteY7-2328" fmla="*/ 1065632 h 2529434"/>
              <a:gd name="connsiteX8-2329" fmla="*/ 1939290 w 2563018"/>
              <a:gd name="connsiteY8-2330" fmla="*/ 1065632 h 2529434"/>
              <a:gd name="connsiteX9-2331" fmla="*/ 1939290 w 2563018"/>
              <a:gd name="connsiteY9-2332" fmla="*/ 2529434 h 2529434"/>
              <a:gd name="connsiteX10-2333" fmla="*/ 1939290 w 2563018"/>
              <a:gd name="connsiteY10-2334" fmla="*/ 2529385 h 2529434"/>
              <a:gd name="connsiteX11-2335" fmla="*/ 646430 w 2563018"/>
              <a:gd name="connsiteY11-2336" fmla="*/ 2529385 h 2529434"/>
              <a:gd name="connsiteX12-2337" fmla="*/ 646430 w 2563018"/>
              <a:gd name="connsiteY12-2338" fmla="*/ 2529385 h 2529434"/>
              <a:gd name="connsiteX13-2339" fmla="*/ 646430 w 2563018"/>
              <a:gd name="connsiteY13-2340" fmla="*/ 1065583 h 2529434"/>
              <a:gd name="connsiteX14-2341" fmla="*/ 646430 w 2563018"/>
              <a:gd name="connsiteY14-2342" fmla="*/ 1065632 h 2529434"/>
              <a:gd name="connsiteX15-2343" fmla="*/ 0 w 2563018"/>
              <a:gd name="connsiteY15-2344" fmla="*/ 1065632 h 2529434"/>
              <a:gd name="connsiteX16-2345" fmla="*/ 23342 w 2563018"/>
              <a:gd name="connsiteY16-2346" fmla="*/ 1057227 h 2529434"/>
              <a:gd name="connsiteX0-2347" fmla="*/ 23342 w 2563018"/>
              <a:gd name="connsiteY0-2348" fmla="*/ 1057227 h 2529434"/>
              <a:gd name="connsiteX1-2349" fmla="*/ 27197 w 2563018"/>
              <a:gd name="connsiteY1-2350" fmla="*/ 1043139 h 2529434"/>
              <a:gd name="connsiteX2-2351" fmla="*/ 1284810 w 2563018"/>
              <a:gd name="connsiteY2-2352" fmla="*/ 3028 h 2529434"/>
              <a:gd name="connsiteX3-2353" fmla="*/ 1300955 w 2563018"/>
              <a:gd name="connsiteY3-2354" fmla="*/ 3064 h 2529434"/>
              <a:gd name="connsiteX4-2355" fmla="*/ 2558568 w 2563018"/>
              <a:gd name="connsiteY4-2356" fmla="*/ 1043175 h 2529434"/>
              <a:gd name="connsiteX5-2357" fmla="*/ 2562377 w 2563018"/>
              <a:gd name="connsiteY5-2358" fmla="*/ 1057231 h 2529434"/>
              <a:gd name="connsiteX6-2359" fmla="*/ 2550427 w 2563018"/>
              <a:gd name="connsiteY6-2360" fmla="*/ 1065631 h 2529434"/>
              <a:gd name="connsiteX7-2361" fmla="*/ 1939290 w 2563018"/>
              <a:gd name="connsiteY7-2362" fmla="*/ 1065632 h 2529434"/>
              <a:gd name="connsiteX8-2363" fmla="*/ 1939290 w 2563018"/>
              <a:gd name="connsiteY8-2364" fmla="*/ 1065632 h 2529434"/>
              <a:gd name="connsiteX9-2365" fmla="*/ 1939290 w 2563018"/>
              <a:gd name="connsiteY9-2366" fmla="*/ 2529434 h 2529434"/>
              <a:gd name="connsiteX10-2367" fmla="*/ 1939290 w 2563018"/>
              <a:gd name="connsiteY10-2368" fmla="*/ 2529385 h 2529434"/>
              <a:gd name="connsiteX11-2369" fmla="*/ 646430 w 2563018"/>
              <a:gd name="connsiteY11-2370" fmla="*/ 2529385 h 2529434"/>
              <a:gd name="connsiteX12-2371" fmla="*/ 646430 w 2563018"/>
              <a:gd name="connsiteY12-2372" fmla="*/ 2529385 h 2529434"/>
              <a:gd name="connsiteX13-2373" fmla="*/ 646430 w 2563018"/>
              <a:gd name="connsiteY13-2374" fmla="*/ 1065583 h 2529434"/>
              <a:gd name="connsiteX14-2375" fmla="*/ 646430 w 2563018"/>
              <a:gd name="connsiteY14-2376" fmla="*/ 1065632 h 2529434"/>
              <a:gd name="connsiteX15-2377" fmla="*/ 0 w 2563018"/>
              <a:gd name="connsiteY15-2378" fmla="*/ 1065632 h 2529434"/>
              <a:gd name="connsiteX16-2379" fmla="*/ 23342 w 2563018"/>
              <a:gd name="connsiteY16-2380" fmla="*/ 1057227 h 2529434"/>
              <a:gd name="connsiteX0-2381" fmla="*/ 23342 w 2563018"/>
              <a:gd name="connsiteY0-2382" fmla="*/ 1057227 h 2529434"/>
              <a:gd name="connsiteX1-2383" fmla="*/ 27197 w 2563018"/>
              <a:gd name="connsiteY1-2384" fmla="*/ 1043139 h 2529434"/>
              <a:gd name="connsiteX2-2385" fmla="*/ 1284810 w 2563018"/>
              <a:gd name="connsiteY2-2386" fmla="*/ 3028 h 2529434"/>
              <a:gd name="connsiteX3-2387" fmla="*/ 1300955 w 2563018"/>
              <a:gd name="connsiteY3-2388" fmla="*/ 3064 h 2529434"/>
              <a:gd name="connsiteX4-2389" fmla="*/ 2558568 w 2563018"/>
              <a:gd name="connsiteY4-2390" fmla="*/ 1043175 h 2529434"/>
              <a:gd name="connsiteX5-2391" fmla="*/ 2562377 w 2563018"/>
              <a:gd name="connsiteY5-2392" fmla="*/ 1057231 h 2529434"/>
              <a:gd name="connsiteX6-2393" fmla="*/ 2550427 w 2563018"/>
              <a:gd name="connsiteY6-2394" fmla="*/ 1065631 h 2529434"/>
              <a:gd name="connsiteX7-2395" fmla="*/ 1939290 w 2563018"/>
              <a:gd name="connsiteY7-2396" fmla="*/ 1065632 h 2529434"/>
              <a:gd name="connsiteX8-2397" fmla="*/ 1939290 w 2563018"/>
              <a:gd name="connsiteY8-2398" fmla="*/ 1065632 h 2529434"/>
              <a:gd name="connsiteX9-2399" fmla="*/ 1939290 w 2563018"/>
              <a:gd name="connsiteY9-2400" fmla="*/ 2529434 h 2529434"/>
              <a:gd name="connsiteX10-2401" fmla="*/ 1939290 w 2563018"/>
              <a:gd name="connsiteY10-2402" fmla="*/ 2529385 h 2529434"/>
              <a:gd name="connsiteX11-2403" fmla="*/ 646430 w 2563018"/>
              <a:gd name="connsiteY11-2404" fmla="*/ 2529385 h 2529434"/>
              <a:gd name="connsiteX12-2405" fmla="*/ 646430 w 2563018"/>
              <a:gd name="connsiteY12-2406" fmla="*/ 2529385 h 2529434"/>
              <a:gd name="connsiteX13-2407" fmla="*/ 646430 w 2563018"/>
              <a:gd name="connsiteY13-2408" fmla="*/ 1065583 h 2529434"/>
              <a:gd name="connsiteX14-2409" fmla="*/ 646430 w 2563018"/>
              <a:gd name="connsiteY14-2410" fmla="*/ 1065632 h 2529434"/>
              <a:gd name="connsiteX15-2411" fmla="*/ 0 w 2563018"/>
              <a:gd name="connsiteY15-2412" fmla="*/ 1065632 h 2529434"/>
              <a:gd name="connsiteX16-2413" fmla="*/ 23342 w 2563018"/>
              <a:gd name="connsiteY16-2414" fmla="*/ 1057227 h 2529434"/>
              <a:gd name="connsiteX0-2415" fmla="*/ 23342 w 2563018"/>
              <a:gd name="connsiteY0-2416" fmla="*/ 1057227 h 2529434"/>
              <a:gd name="connsiteX1-2417" fmla="*/ 27197 w 2563018"/>
              <a:gd name="connsiteY1-2418" fmla="*/ 1043139 h 2529434"/>
              <a:gd name="connsiteX2-2419" fmla="*/ 1284810 w 2563018"/>
              <a:gd name="connsiteY2-2420" fmla="*/ 3028 h 2529434"/>
              <a:gd name="connsiteX3-2421" fmla="*/ 1300955 w 2563018"/>
              <a:gd name="connsiteY3-2422" fmla="*/ 3064 h 2529434"/>
              <a:gd name="connsiteX4-2423" fmla="*/ 2558568 w 2563018"/>
              <a:gd name="connsiteY4-2424" fmla="*/ 1043175 h 2529434"/>
              <a:gd name="connsiteX5-2425" fmla="*/ 2562377 w 2563018"/>
              <a:gd name="connsiteY5-2426" fmla="*/ 1057231 h 2529434"/>
              <a:gd name="connsiteX6-2427" fmla="*/ 2550427 w 2563018"/>
              <a:gd name="connsiteY6-2428" fmla="*/ 1065631 h 2529434"/>
              <a:gd name="connsiteX7-2429" fmla="*/ 1951990 w 2563018"/>
              <a:gd name="connsiteY7-2430" fmla="*/ 1065631 h 2529434"/>
              <a:gd name="connsiteX8-2431" fmla="*/ 1939290 w 2563018"/>
              <a:gd name="connsiteY8-2432" fmla="*/ 1065632 h 2529434"/>
              <a:gd name="connsiteX9-2433" fmla="*/ 1939290 w 2563018"/>
              <a:gd name="connsiteY9-2434" fmla="*/ 2529434 h 2529434"/>
              <a:gd name="connsiteX10-2435" fmla="*/ 1939290 w 2563018"/>
              <a:gd name="connsiteY10-2436" fmla="*/ 2529385 h 2529434"/>
              <a:gd name="connsiteX11-2437" fmla="*/ 646430 w 2563018"/>
              <a:gd name="connsiteY11-2438" fmla="*/ 2529385 h 2529434"/>
              <a:gd name="connsiteX12-2439" fmla="*/ 646430 w 2563018"/>
              <a:gd name="connsiteY12-2440" fmla="*/ 2529385 h 2529434"/>
              <a:gd name="connsiteX13-2441" fmla="*/ 646430 w 2563018"/>
              <a:gd name="connsiteY13-2442" fmla="*/ 1065583 h 2529434"/>
              <a:gd name="connsiteX14-2443" fmla="*/ 646430 w 2563018"/>
              <a:gd name="connsiteY14-2444" fmla="*/ 1065632 h 2529434"/>
              <a:gd name="connsiteX15-2445" fmla="*/ 0 w 2563018"/>
              <a:gd name="connsiteY15-2446" fmla="*/ 1065632 h 2529434"/>
              <a:gd name="connsiteX16-2447" fmla="*/ 23342 w 2563018"/>
              <a:gd name="connsiteY16-2448" fmla="*/ 1057227 h 2529434"/>
              <a:gd name="connsiteX0-2449" fmla="*/ 23342 w 2563018"/>
              <a:gd name="connsiteY0-2450" fmla="*/ 1057227 h 2529434"/>
              <a:gd name="connsiteX1-2451" fmla="*/ 27197 w 2563018"/>
              <a:gd name="connsiteY1-2452" fmla="*/ 1043139 h 2529434"/>
              <a:gd name="connsiteX2-2453" fmla="*/ 1284810 w 2563018"/>
              <a:gd name="connsiteY2-2454" fmla="*/ 3028 h 2529434"/>
              <a:gd name="connsiteX3-2455" fmla="*/ 1300955 w 2563018"/>
              <a:gd name="connsiteY3-2456" fmla="*/ 3064 h 2529434"/>
              <a:gd name="connsiteX4-2457" fmla="*/ 2558568 w 2563018"/>
              <a:gd name="connsiteY4-2458" fmla="*/ 1043175 h 2529434"/>
              <a:gd name="connsiteX5-2459" fmla="*/ 2562377 w 2563018"/>
              <a:gd name="connsiteY5-2460" fmla="*/ 1057231 h 2529434"/>
              <a:gd name="connsiteX6-2461" fmla="*/ 2550427 w 2563018"/>
              <a:gd name="connsiteY6-2462" fmla="*/ 1065631 h 2529434"/>
              <a:gd name="connsiteX7-2463" fmla="*/ 1951990 w 2563018"/>
              <a:gd name="connsiteY7-2464" fmla="*/ 1065631 h 2529434"/>
              <a:gd name="connsiteX8-2465" fmla="*/ 1939290 w 2563018"/>
              <a:gd name="connsiteY8-2466" fmla="*/ 1065632 h 2529434"/>
              <a:gd name="connsiteX9-2467" fmla="*/ 1939290 w 2563018"/>
              <a:gd name="connsiteY9-2468" fmla="*/ 2529434 h 2529434"/>
              <a:gd name="connsiteX10-2469" fmla="*/ 1939290 w 2563018"/>
              <a:gd name="connsiteY10-2470" fmla="*/ 2529385 h 2529434"/>
              <a:gd name="connsiteX11-2471" fmla="*/ 646430 w 2563018"/>
              <a:gd name="connsiteY11-2472" fmla="*/ 2529385 h 2529434"/>
              <a:gd name="connsiteX12-2473" fmla="*/ 646430 w 2563018"/>
              <a:gd name="connsiteY12-2474" fmla="*/ 2529385 h 2529434"/>
              <a:gd name="connsiteX13-2475" fmla="*/ 646430 w 2563018"/>
              <a:gd name="connsiteY13-2476" fmla="*/ 1065583 h 2529434"/>
              <a:gd name="connsiteX14-2477" fmla="*/ 646430 w 2563018"/>
              <a:gd name="connsiteY14-2478" fmla="*/ 1065632 h 2529434"/>
              <a:gd name="connsiteX15-2479" fmla="*/ 0 w 2563018"/>
              <a:gd name="connsiteY15-2480" fmla="*/ 1065632 h 2529434"/>
              <a:gd name="connsiteX16-2481" fmla="*/ 23342 w 2563018"/>
              <a:gd name="connsiteY16-2482" fmla="*/ 1057227 h 2529434"/>
              <a:gd name="connsiteX0-2483" fmla="*/ 23342 w 2563018"/>
              <a:gd name="connsiteY0-2484" fmla="*/ 1057227 h 2529434"/>
              <a:gd name="connsiteX1-2485" fmla="*/ 27197 w 2563018"/>
              <a:gd name="connsiteY1-2486" fmla="*/ 1043139 h 2529434"/>
              <a:gd name="connsiteX2-2487" fmla="*/ 1284810 w 2563018"/>
              <a:gd name="connsiteY2-2488" fmla="*/ 3028 h 2529434"/>
              <a:gd name="connsiteX3-2489" fmla="*/ 1300955 w 2563018"/>
              <a:gd name="connsiteY3-2490" fmla="*/ 3064 h 2529434"/>
              <a:gd name="connsiteX4-2491" fmla="*/ 2558568 w 2563018"/>
              <a:gd name="connsiteY4-2492" fmla="*/ 1043175 h 2529434"/>
              <a:gd name="connsiteX5-2493" fmla="*/ 2562377 w 2563018"/>
              <a:gd name="connsiteY5-2494" fmla="*/ 1057231 h 2529434"/>
              <a:gd name="connsiteX6-2495" fmla="*/ 2550427 w 2563018"/>
              <a:gd name="connsiteY6-2496" fmla="*/ 1065631 h 2529434"/>
              <a:gd name="connsiteX7-2497" fmla="*/ 1951990 w 2563018"/>
              <a:gd name="connsiteY7-2498" fmla="*/ 1065631 h 2529434"/>
              <a:gd name="connsiteX8-2499" fmla="*/ 1939290 w 2563018"/>
              <a:gd name="connsiteY8-2500" fmla="*/ 1065632 h 2529434"/>
              <a:gd name="connsiteX9-2501" fmla="*/ 1939290 w 2563018"/>
              <a:gd name="connsiteY9-2502" fmla="*/ 2529434 h 2529434"/>
              <a:gd name="connsiteX10-2503" fmla="*/ 1939290 w 2563018"/>
              <a:gd name="connsiteY10-2504" fmla="*/ 2529385 h 2529434"/>
              <a:gd name="connsiteX11-2505" fmla="*/ 646430 w 2563018"/>
              <a:gd name="connsiteY11-2506" fmla="*/ 2529385 h 2529434"/>
              <a:gd name="connsiteX12-2507" fmla="*/ 646430 w 2563018"/>
              <a:gd name="connsiteY12-2508" fmla="*/ 2529385 h 2529434"/>
              <a:gd name="connsiteX13-2509" fmla="*/ 646430 w 2563018"/>
              <a:gd name="connsiteY13-2510" fmla="*/ 1065583 h 2529434"/>
              <a:gd name="connsiteX14-2511" fmla="*/ 646430 w 2563018"/>
              <a:gd name="connsiteY14-2512" fmla="*/ 1065632 h 2529434"/>
              <a:gd name="connsiteX15-2513" fmla="*/ 0 w 2563018"/>
              <a:gd name="connsiteY15-2514" fmla="*/ 1065632 h 2529434"/>
              <a:gd name="connsiteX16-2515" fmla="*/ 23342 w 2563018"/>
              <a:gd name="connsiteY16-2516" fmla="*/ 1057227 h 2529434"/>
              <a:gd name="connsiteX0-2517" fmla="*/ 23342 w 2563018"/>
              <a:gd name="connsiteY0-2518" fmla="*/ 1057227 h 2529434"/>
              <a:gd name="connsiteX1-2519" fmla="*/ 27197 w 2563018"/>
              <a:gd name="connsiteY1-2520" fmla="*/ 1043139 h 2529434"/>
              <a:gd name="connsiteX2-2521" fmla="*/ 1284810 w 2563018"/>
              <a:gd name="connsiteY2-2522" fmla="*/ 3028 h 2529434"/>
              <a:gd name="connsiteX3-2523" fmla="*/ 1300955 w 2563018"/>
              <a:gd name="connsiteY3-2524" fmla="*/ 3064 h 2529434"/>
              <a:gd name="connsiteX4-2525" fmla="*/ 2558568 w 2563018"/>
              <a:gd name="connsiteY4-2526" fmla="*/ 1043175 h 2529434"/>
              <a:gd name="connsiteX5-2527" fmla="*/ 2562377 w 2563018"/>
              <a:gd name="connsiteY5-2528" fmla="*/ 1057231 h 2529434"/>
              <a:gd name="connsiteX6-2529" fmla="*/ 2550427 w 2563018"/>
              <a:gd name="connsiteY6-2530" fmla="*/ 1065631 h 2529434"/>
              <a:gd name="connsiteX7-2531" fmla="*/ 1951990 w 2563018"/>
              <a:gd name="connsiteY7-2532" fmla="*/ 1065631 h 2529434"/>
              <a:gd name="connsiteX8-2533" fmla="*/ 1939290 w 2563018"/>
              <a:gd name="connsiteY8-2534" fmla="*/ 1078331 h 2529434"/>
              <a:gd name="connsiteX9-2535" fmla="*/ 1939290 w 2563018"/>
              <a:gd name="connsiteY9-2536" fmla="*/ 2529434 h 2529434"/>
              <a:gd name="connsiteX10-2537" fmla="*/ 1939290 w 2563018"/>
              <a:gd name="connsiteY10-2538" fmla="*/ 2529385 h 2529434"/>
              <a:gd name="connsiteX11-2539" fmla="*/ 646430 w 2563018"/>
              <a:gd name="connsiteY11-2540" fmla="*/ 2529385 h 2529434"/>
              <a:gd name="connsiteX12-2541" fmla="*/ 646430 w 2563018"/>
              <a:gd name="connsiteY12-2542" fmla="*/ 2529385 h 2529434"/>
              <a:gd name="connsiteX13-2543" fmla="*/ 646430 w 2563018"/>
              <a:gd name="connsiteY13-2544" fmla="*/ 1065583 h 2529434"/>
              <a:gd name="connsiteX14-2545" fmla="*/ 646430 w 2563018"/>
              <a:gd name="connsiteY14-2546" fmla="*/ 1065632 h 2529434"/>
              <a:gd name="connsiteX15-2547" fmla="*/ 0 w 2563018"/>
              <a:gd name="connsiteY15-2548" fmla="*/ 1065632 h 2529434"/>
              <a:gd name="connsiteX16-2549" fmla="*/ 23342 w 2563018"/>
              <a:gd name="connsiteY16-2550" fmla="*/ 1057227 h 2529434"/>
              <a:gd name="connsiteX0-2551" fmla="*/ 23342 w 2563018"/>
              <a:gd name="connsiteY0-2552" fmla="*/ 1057227 h 2529434"/>
              <a:gd name="connsiteX1-2553" fmla="*/ 27197 w 2563018"/>
              <a:gd name="connsiteY1-2554" fmla="*/ 1043139 h 2529434"/>
              <a:gd name="connsiteX2-2555" fmla="*/ 1284810 w 2563018"/>
              <a:gd name="connsiteY2-2556" fmla="*/ 3028 h 2529434"/>
              <a:gd name="connsiteX3-2557" fmla="*/ 1300955 w 2563018"/>
              <a:gd name="connsiteY3-2558" fmla="*/ 3064 h 2529434"/>
              <a:gd name="connsiteX4-2559" fmla="*/ 2558568 w 2563018"/>
              <a:gd name="connsiteY4-2560" fmla="*/ 1043175 h 2529434"/>
              <a:gd name="connsiteX5-2561" fmla="*/ 2562377 w 2563018"/>
              <a:gd name="connsiteY5-2562" fmla="*/ 1057231 h 2529434"/>
              <a:gd name="connsiteX6-2563" fmla="*/ 2550427 w 2563018"/>
              <a:gd name="connsiteY6-2564" fmla="*/ 1065631 h 2529434"/>
              <a:gd name="connsiteX7-2565" fmla="*/ 1951990 w 2563018"/>
              <a:gd name="connsiteY7-2566" fmla="*/ 1065631 h 2529434"/>
              <a:gd name="connsiteX8-2567" fmla="*/ 1939290 w 2563018"/>
              <a:gd name="connsiteY8-2568" fmla="*/ 1078331 h 2529434"/>
              <a:gd name="connsiteX9-2569" fmla="*/ 1939290 w 2563018"/>
              <a:gd name="connsiteY9-2570" fmla="*/ 2529434 h 2529434"/>
              <a:gd name="connsiteX10-2571" fmla="*/ 1939290 w 2563018"/>
              <a:gd name="connsiteY10-2572" fmla="*/ 2529385 h 2529434"/>
              <a:gd name="connsiteX11-2573" fmla="*/ 646430 w 2563018"/>
              <a:gd name="connsiteY11-2574" fmla="*/ 2529385 h 2529434"/>
              <a:gd name="connsiteX12-2575" fmla="*/ 646430 w 2563018"/>
              <a:gd name="connsiteY12-2576" fmla="*/ 2529385 h 2529434"/>
              <a:gd name="connsiteX13-2577" fmla="*/ 646430 w 2563018"/>
              <a:gd name="connsiteY13-2578" fmla="*/ 1065583 h 2529434"/>
              <a:gd name="connsiteX14-2579" fmla="*/ 646430 w 2563018"/>
              <a:gd name="connsiteY14-2580" fmla="*/ 1065632 h 2529434"/>
              <a:gd name="connsiteX15-2581" fmla="*/ 0 w 2563018"/>
              <a:gd name="connsiteY15-2582" fmla="*/ 1065632 h 2529434"/>
              <a:gd name="connsiteX16-2583" fmla="*/ 23342 w 2563018"/>
              <a:gd name="connsiteY16-2584" fmla="*/ 1057227 h 2529434"/>
              <a:gd name="connsiteX0-2585" fmla="*/ 23342 w 2563018"/>
              <a:gd name="connsiteY0-2586" fmla="*/ 1057227 h 2529434"/>
              <a:gd name="connsiteX1-2587" fmla="*/ 27197 w 2563018"/>
              <a:gd name="connsiteY1-2588" fmla="*/ 1043139 h 2529434"/>
              <a:gd name="connsiteX2-2589" fmla="*/ 1284810 w 2563018"/>
              <a:gd name="connsiteY2-2590" fmla="*/ 3028 h 2529434"/>
              <a:gd name="connsiteX3-2591" fmla="*/ 1300955 w 2563018"/>
              <a:gd name="connsiteY3-2592" fmla="*/ 3064 h 2529434"/>
              <a:gd name="connsiteX4-2593" fmla="*/ 2558568 w 2563018"/>
              <a:gd name="connsiteY4-2594" fmla="*/ 1043175 h 2529434"/>
              <a:gd name="connsiteX5-2595" fmla="*/ 2562377 w 2563018"/>
              <a:gd name="connsiteY5-2596" fmla="*/ 1057231 h 2529434"/>
              <a:gd name="connsiteX6-2597" fmla="*/ 2550427 w 2563018"/>
              <a:gd name="connsiteY6-2598" fmla="*/ 1065631 h 2529434"/>
              <a:gd name="connsiteX7-2599" fmla="*/ 1951990 w 2563018"/>
              <a:gd name="connsiteY7-2600" fmla="*/ 1065631 h 2529434"/>
              <a:gd name="connsiteX8-2601" fmla="*/ 1939290 w 2563018"/>
              <a:gd name="connsiteY8-2602" fmla="*/ 1078331 h 2529434"/>
              <a:gd name="connsiteX9-2603" fmla="*/ 1939290 w 2563018"/>
              <a:gd name="connsiteY9-2604" fmla="*/ 2529434 h 2529434"/>
              <a:gd name="connsiteX10-2605" fmla="*/ 1939290 w 2563018"/>
              <a:gd name="connsiteY10-2606" fmla="*/ 2529385 h 2529434"/>
              <a:gd name="connsiteX11-2607" fmla="*/ 646430 w 2563018"/>
              <a:gd name="connsiteY11-2608" fmla="*/ 2529385 h 2529434"/>
              <a:gd name="connsiteX12-2609" fmla="*/ 646430 w 2563018"/>
              <a:gd name="connsiteY12-2610" fmla="*/ 2529385 h 2529434"/>
              <a:gd name="connsiteX13-2611" fmla="*/ 646430 w 2563018"/>
              <a:gd name="connsiteY13-2612" fmla="*/ 1065583 h 2529434"/>
              <a:gd name="connsiteX14-2613" fmla="*/ 646430 w 2563018"/>
              <a:gd name="connsiteY14-2614" fmla="*/ 1065632 h 2529434"/>
              <a:gd name="connsiteX15-2615" fmla="*/ 0 w 2563018"/>
              <a:gd name="connsiteY15-2616" fmla="*/ 1065632 h 2529434"/>
              <a:gd name="connsiteX16-2617" fmla="*/ 23342 w 2563018"/>
              <a:gd name="connsiteY16-2618" fmla="*/ 1057227 h 2529434"/>
              <a:gd name="connsiteX0-2619" fmla="*/ 23342 w 2563018"/>
              <a:gd name="connsiteY0-2620" fmla="*/ 1057227 h 2529385"/>
              <a:gd name="connsiteX1-2621" fmla="*/ 27197 w 2563018"/>
              <a:gd name="connsiteY1-2622" fmla="*/ 1043139 h 2529385"/>
              <a:gd name="connsiteX2-2623" fmla="*/ 1284810 w 2563018"/>
              <a:gd name="connsiteY2-2624" fmla="*/ 3028 h 2529385"/>
              <a:gd name="connsiteX3-2625" fmla="*/ 1300955 w 2563018"/>
              <a:gd name="connsiteY3-2626" fmla="*/ 3064 h 2529385"/>
              <a:gd name="connsiteX4-2627" fmla="*/ 2558568 w 2563018"/>
              <a:gd name="connsiteY4-2628" fmla="*/ 1043175 h 2529385"/>
              <a:gd name="connsiteX5-2629" fmla="*/ 2562377 w 2563018"/>
              <a:gd name="connsiteY5-2630" fmla="*/ 1057231 h 2529385"/>
              <a:gd name="connsiteX6-2631" fmla="*/ 2550427 w 2563018"/>
              <a:gd name="connsiteY6-2632" fmla="*/ 1065631 h 2529385"/>
              <a:gd name="connsiteX7-2633" fmla="*/ 1951990 w 2563018"/>
              <a:gd name="connsiteY7-2634" fmla="*/ 1065631 h 2529385"/>
              <a:gd name="connsiteX8-2635" fmla="*/ 1939290 w 2563018"/>
              <a:gd name="connsiteY8-2636" fmla="*/ 1078331 h 2529385"/>
              <a:gd name="connsiteX9-2637" fmla="*/ 1939290 w 2563018"/>
              <a:gd name="connsiteY9-2638" fmla="*/ 2516733 h 2529385"/>
              <a:gd name="connsiteX10-2639" fmla="*/ 1939290 w 2563018"/>
              <a:gd name="connsiteY10-2640" fmla="*/ 2529385 h 2529385"/>
              <a:gd name="connsiteX11-2641" fmla="*/ 646430 w 2563018"/>
              <a:gd name="connsiteY11-2642" fmla="*/ 2529385 h 2529385"/>
              <a:gd name="connsiteX12-2643" fmla="*/ 646430 w 2563018"/>
              <a:gd name="connsiteY12-2644" fmla="*/ 2529385 h 2529385"/>
              <a:gd name="connsiteX13-2645" fmla="*/ 646430 w 2563018"/>
              <a:gd name="connsiteY13-2646" fmla="*/ 1065583 h 2529385"/>
              <a:gd name="connsiteX14-2647" fmla="*/ 646430 w 2563018"/>
              <a:gd name="connsiteY14-2648" fmla="*/ 1065632 h 2529385"/>
              <a:gd name="connsiteX15-2649" fmla="*/ 0 w 2563018"/>
              <a:gd name="connsiteY15-2650" fmla="*/ 1065632 h 2529385"/>
              <a:gd name="connsiteX16-2651" fmla="*/ 23342 w 2563018"/>
              <a:gd name="connsiteY16-2652" fmla="*/ 1057227 h 2529385"/>
              <a:gd name="connsiteX0-2653" fmla="*/ 23342 w 2563018"/>
              <a:gd name="connsiteY0-2654" fmla="*/ 1057227 h 2529385"/>
              <a:gd name="connsiteX1-2655" fmla="*/ 27197 w 2563018"/>
              <a:gd name="connsiteY1-2656" fmla="*/ 1043139 h 2529385"/>
              <a:gd name="connsiteX2-2657" fmla="*/ 1284810 w 2563018"/>
              <a:gd name="connsiteY2-2658" fmla="*/ 3028 h 2529385"/>
              <a:gd name="connsiteX3-2659" fmla="*/ 1300955 w 2563018"/>
              <a:gd name="connsiteY3-2660" fmla="*/ 3064 h 2529385"/>
              <a:gd name="connsiteX4-2661" fmla="*/ 2558568 w 2563018"/>
              <a:gd name="connsiteY4-2662" fmla="*/ 1043175 h 2529385"/>
              <a:gd name="connsiteX5-2663" fmla="*/ 2562377 w 2563018"/>
              <a:gd name="connsiteY5-2664" fmla="*/ 1057231 h 2529385"/>
              <a:gd name="connsiteX6-2665" fmla="*/ 2550427 w 2563018"/>
              <a:gd name="connsiteY6-2666" fmla="*/ 1065631 h 2529385"/>
              <a:gd name="connsiteX7-2667" fmla="*/ 1951990 w 2563018"/>
              <a:gd name="connsiteY7-2668" fmla="*/ 1065631 h 2529385"/>
              <a:gd name="connsiteX8-2669" fmla="*/ 1939290 w 2563018"/>
              <a:gd name="connsiteY8-2670" fmla="*/ 1078331 h 2529385"/>
              <a:gd name="connsiteX9-2671" fmla="*/ 1939290 w 2563018"/>
              <a:gd name="connsiteY9-2672" fmla="*/ 2516733 h 2529385"/>
              <a:gd name="connsiteX10-2673" fmla="*/ 1939290 w 2563018"/>
              <a:gd name="connsiteY10-2674" fmla="*/ 2529385 h 2529385"/>
              <a:gd name="connsiteX11-2675" fmla="*/ 646430 w 2563018"/>
              <a:gd name="connsiteY11-2676" fmla="*/ 2529385 h 2529385"/>
              <a:gd name="connsiteX12-2677" fmla="*/ 646430 w 2563018"/>
              <a:gd name="connsiteY12-2678" fmla="*/ 2529385 h 2529385"/>
              <a:gd name="connsiteX13-2679" fmla="*/ 646430 w 2563018"/>
              <a:gd name="connsiteY13-2680" fmla="*/ 1065583 h 2529385"/>
              <a:gd name="connsiteX14-2681" fmla="*/ 646430 w 2563018"/>
              <a:gd name="connsiteY14-2682" fmla="*/ 1065632 h 2529385"/>
              <a:gd name="connsiteX15-2683" fmla="*/ 0 w 2563018"/>
              <a:gd name="connsiteY15-2684" fmla="*/ 1065632 h 2529385"/>
              <a:gd name="connsiteX16-2685" fmla="*/ 23342 w 2563018"/>
              <a:gd name="connsiteY16-2686" fmla="*/ 1057227 h 2529385"/>
              <a:gd name="connsiteX0-2687" fmla="*/ 23342 w 2563018"/>
              <a:gd name="connsiteY0-2688" fmla="*/ 1057227 h 2529385"/>
              <a:gd name="connsiteX1-2689" fmla="*/ 27197 w 2563018"/>
              <a:gd name="connsiteY1-2690" fmla="*/ 1043139 h 2529385"/>
              <a:gd name="connsiteX2-2691" fmla="*/ 1284810 w 2563018"/>
              <a:gd name="connsiteY2-2692" fmla="*/ 3028 h 2529385"/>
              <a:gd name="connsiteX3-2693" fmla="*/ 1300955 w 2563018"/>
              <a:gd name="connsiteY3-2694" fmla="*/ 3064 h 2529385"/>
              <a:gd name="connsiteX4-2695" fmla="*/ 2558568 w 2563018"/>
              <a:gd name="connsiteY4-2696" fmla="*/ 1043175 h 2529385"/>
              <a:gd name="connsiteX5-2697" fmla="*/ 2562377 w 2563018"/>
              <a:gd name="connsiteY5-2698" fmla="*/ 1057231 h 2529385"/>
              <a:gd name="connsiteX6-2699" fmla="*/ 2550427 w 2563018"/>
              <a:gd name="connsiteY6-2700" fmla="*/ 1065631 h 2529385"/>
              <a:gd name="connsiteX7-2701" fmla="*/ 1951990 w 2563018"/>
              <a:gd name="connsiteY7-2702" fmla="*/ 1065631 h 2529385"/>
              <a:gd name="connsiteX8-2703" fmla="*/ 1939290 w 2563018"/>
              <a:gd name="connsiteY8-2704" fmla="*/ 1078331 h 2529385"/>
              <a:gd name="connsiteX9-2705" fmla="*/ 1939290 w 2563018"/>
              <a:gd name="connsiteY9-2706" fmla="*/ 2516733 h 2529385"/>
              <a:gd name="connsiteX10-2707" fmla="*/ 1939290 w 2563018"/>
              <a:gd name="connsiteY10-2708" fmla="*/ 2529385 h 2529385"/>
              <a:gd name="connsiteX11-2709" fmla="*/ 646430 w 2563018"/>
              <a:gd name="connsiteY11-2710" fmla="*/ 2529385 h 2529385"/>
              <a:gd name="connsiteX12-2711" fmla="*/ 646430 w 2563018"/>
              <a:gd name="connsiteY12-2712" fmla="*/ 2529385 h 2529385"/>
              <a:gd name="connsiteX13-2713" fmla="*/ 646430 w 2563018"/>
              <a:gd name="connsiteY13-2714" fmla="*/ 1065583 h 2529385"/>
              <a:gd name="connsiteX14-2715" fmla="*/ 646430 w 2563018"/>
              <a:gd name="connsiteY14-2716" fmla="*/ 1065632 h 2529385"/>
              <a:gd name="connsiteX15-2717" fmla="*/ 0 w 2563018"/>
              <a:gd name="connsiteY15-2718" fmla="*/ 1065632 h 2529385"/>
              <a:gd name="connsiteX16-2719" fmla="*/ 23342 w 2563018"/>
              <a:gd name="connsiteY16-2720" fmla="*/ 1057227 h 2529385"/>
              <a:gd name="connsiteX0-2721" fmla="*/ 23342 w 2563018"/>
              <a:gd name="connsiteY0-2722" fmla="*/ 1057227 h 2529385"/>
              <a:gd name="connsiteX1-2723" fmla="*/ 27197 w 2563018"/>
              <a:gd name="connsiteY1-2724" fmla="*/ 1043139 h 2529385"/>
              <a:gd name="connsiteX2-2725" fmla="*/ 1284810 w 2563018"/>
              <a:gd name="connsiteY2-2726" fmla="*/ 3028 h 2529385"/>
              <a:gd name="connsiteX3-2727" fmla="*/ 1300955 w 2563018"/>
              <a:gd name="connsiteY3-2728" fmla="*/ 3064 h 2529385"/>
              <a:gd name="connsiteX4-2729" fmla="*/ 2558568 w 2563018"/>
              <a:gd name="connsiteY4-2730" fmla="*/ 1043175 h 2529385"/>
              <a:gd name="connsiteX5-2731" fmla="*/ 2562377 w 2563018"/>
              <a:gd name="connsiteY5-2732" fmla="*/ 1057231 h 2529385"/>
              <a:gd name="connsiteX6-2733" fmla="*/ 2550427 w 2563018"/>
              <a:gd name="connsiteY6-2734" fmla="*/ 1065631 h 2529385"/>
              <a:gd name="connsiteX7-2735" fmla="*/ 1951990 w 2563018"/>
              <a:gd name="connsiteY7-2736" fmla="*/ 1065631 h 2529385"/>
              <a:gd name="connsiteX8-2737" fmla="*/ 1939290 w 2563018"/>
              <a:gd name="connsiteY8-2738" fmla="*/ 1078331 h 2529385"/>
              <a:gd name="connsiteX9-2739" fmla="*/ 1939290 w 2563018"/>
              <a:gd name="connsiteY9-2740" fmla="*/ 2516733 h 2529385"/>
              <a:gd name="connsiteX10-2741" fmla="*/ 1926590 w 2563018"/>
              <a:gd name="connsiteY10-2742" fmla="*/ 2529385 h 2529385"/>
              <a:gd name="connsiteX11-2743" fmla="*/ 646430 w 2563018"/>
              <a:gd name="connsiteY11-2744" fmla="*/ 2529385 h 2529385"/>
              <a:gd name="connsiteX12-2745" fmla="*/ 646430 w 2563018"/>
              <a:gd name="connsiteY12-2746" fmla="*/ 2529385 h 2529385"/>
              <a:gd name="connsiteX13-2747" fmla="*/ 646430 w 2563018"/>
              <a:gd name="connsiteY13-2748" fmla="*/ 1065583 h 2529385"/>
              <a:gd name="connsiteX14-2749" fmla="*/ 646430 w 2563018"/>
              <a:gd name="connsiteY14-2750" fmla="*/ 1065632 h 2529385"/>
              <a:gd name="connsiteX15-2751" fmla="*/ 0 w 2563018"/>
              <a:gd name="connsiteY15-2752" fmla="*/ 1065632 h 2529385"/>
              <a:gd name="connsiteX16-2753" fmla="*/ 23342 w 2563018"/>
              <a:gd name="connsiteY16-2754" fmla="*/ 1057227 h 2529385"/>
              <a:gd name="connsiteX0-2755" fmla="*/ 23342 w 2563018"/>
              <a:gd name="connsiteY0-2756" fmla="*/ 1057227 h 2529385"/>
              <a:gd name="connsiteX1-2757" fmla="*/ 27197 w 2563018"/>
              <a:gd name="connsiteY1-2758" fmla="*/ 1043139 h 2529385"/>
              <a:gd name="connsiteX2-2759" fmla="*/ 1284810 w 2563018"/>
              <a:gd name="connsiteY2-2760" fmla="*/ 3028 h 2529385"/>
              <a:gd name="connsiteX3-2761" fmla="*/ 1300955 w 2563018"/>
              <a:gd name="connsiteY3-2762" fmla="*/ 3064 h 2529385"/>
              <a:gd name="connsiteX4-2763" fmla="*/ 2558568 w 2563018"/>
              <a:gd name="connsiteY4-2764" fmla="*/ 1043175 h 2529385"/>
              <a:gd name="connsiteX5-2765" fmla="*/ 2562377 w 2563018"/>
              <a:gd name="connsiteY5-2766" fmla="*/ 1057231 h 2529385"/>
              <a:gd name="connsiteX6-2767" fmla="*/ 2550427 w 2563018"/>
              <a:gd name="connsiteY6-2768" fmla="*/ 1065631 h 2529385"/>
              <a:gd name="connsiteX7-2769" fmla="*/ 1951990 w 2563018"/>
              <a:gd name="connsiteY7-2770" fmla="*/ 1065631 h 2529385"/>
              <a:gd name="connsiteX8-2771" fmla="*/ 1939290 w 2563018"/>
              <a:gd name="connsiteY8-2772" fmla="*/ 1078331 h 2529385"/>
              <a:gd name="connsiteX9-2773" fmla="*/ 1939290 w 2563018"/>
              <a:gd name="connsiteY9-2774" fmla="*/ 2516733 h 2529385"/>
              <a:gd name="connsiteX10-2775" fmla="*/ 1926590 w 2563018"/>
              <a:gd name="connsiteY10-2776" fmla="*/ 2529385 h 2529385"/>
              <a:gd name="connsiteX11-2777" fmla="*/ 646430 w 2563018"/>
              <a:gd name="connsiteY11-2778" fmla="*/ 2529385 h 2529385"/>
              <a:gd name="connsiteX12-2779" fmla="*/ 646430 w 2563018"/>
              <a:gd name="connsiteY12-2780" fmla="*/ 2529385 h 2529385"/>
              <a:gd name="connsiteX13-2781" fmla="*/ 646430 w 2563018"/>
              <a:gd name="connsiteY13-2782" fmla="*/ 1065583 h 2529385"/>
              <a:gd name="connsiteX14-2783" fmla="*/ 646430 w 2563018"/>
              <a:gd name="connsiteY14-2784" fmla="*/ 1065632 h 2529385"/>
              <a:gd name="connsiteX15-2785" fmla="*/ 0 w 2563018"/>
              <a:gd name="connsiteY15-2786" fmla="*/ 1065632 h 2529385"/>
              <a:gd name="connsiteX16-2787" fmla="*/ 23342 w 2563018"/>
              <a:gd name="connsiteY16-2788" fmla="*/ 1057227 h 2529385"/>
              <a:gd name="connsiteX0-2789" fmla="*/ 23342 w 2563018"/>
              <a:gd name="connsiteY0-2790" fmla="*/ 1057227 h 2529385"/>
              <a:gd name="connsiteX1-2791" fmla="*/ 27197 w 2563018"/>
              <a:gd name="connsiteY1-2792" fmla="*/ 1043139 h 2529385"/>
              <a:gd name="connsiteX2-2793" fmla="*/ 1284810 w 2563018"/>
              <a:gd name="connsiteY2-2794" fmla="*/ 3028 h 2529385"/>
              <a:gd name="connsiteX3-2795" fmla="*/ 1300955 w 2563018"/>
              <a:gd name="connsiteY3-2796" fmla="*/ 3064 h 2529385"/>
              <a:gd name="connsiteX4-2797" fmla="*/ 2558568 w 2563018"/>
              <a:gd name="connsiteY4-2798" fmla="*/ 1043175 h 2529385"/>
              <a:gd name="connsiteX5-2799" fmla="*/ 2562377 w 2563018"/>
              <a:gd name="connsiteY5-2800" fmla="*/ 1057231 h 2529385"/>
              <a:gd name="connsiteX6-2801" fmla="*/ 2550427 w 2563018"/>
              <a:gd name="connsiteY6-2802" fmla="*/ 1065631 h 2529385"/>
              <a:gd name="connsiteX7-2803" fmla="*/ 1951990 w 2563018"/>
              <a:gd name="connsiteY7-2804" fmla="*/ 1065631 h 2529385"/>
              <a:gd name="connsiteX8-2805" fmla="*/ 1939290 w 2563018"/>
              <a:gd name="connsiteY8-2806" fmla="*/ 1078331 h 2529385"/>
              <a:gd name="connsiteX9-2807" fmla="*/ 1939290 w 2563018"/>
              <a:gd name="connsiteY9-2808" fmla="*/ 2516733 h 2529385"/>
              <a:gd name="connsiteX10-2809" fmla="*/ 1926590 w 2563018"/>
              <a:gd name="connsiteY10-2810" fmla="*/ 2529385 h 2529385"/>
              <a:gd name="connsiteX11-2811" fmla="*/ 646430 w 2563018"/>
              <a:gd name="connsiteY11-2812" fmla="*/ 2529385 h 2529385"/>
              <a:gd name="connsiteX12-2813" fmla="*/ 646430 w 2563018"/>
              <a:gd name="connsiteY12-2814" fmla="*/ 2529385 h 2529385"/>
              <a:gd name="connsiteX13-2815" fmla="*/ 646430 w 2563018"/>
              <a:gd name="connsiteY13-2816" fmla="*/ 1065583 h 2529385"/>
              <a:gd name="connsiteX14-2817" fmla="*/ 646430 w 2563018"/>
              <a:gd name="connsiteY14-2818" fmla="*/ 1065632 h 2529385"/>
              <a:gd name="connsiteX15-2819" fmla="*/ 0 w 2563018"/>
              <a:gd name="connsiteY15-2820" fmla="*/ 1065632 h 2529385"/>
              <a:gd name="connsiteX16-2821" fmla="*/ 23342 w 2563018"/>
              <a:gd name="connsiteY16-2822" fmla="*/ 1057227 h 2529385"/>
              <a:gd name="connsiteX0-2823" fmla="*/ 23342 w 2563018"/>
              <a:gd name="connsiteY0-2824" fmla="*/ 1057227 h 2529385"/>
              <a:gd name="connsiteX1-2825" fmla="*/ 27197 w 2563018"/>
              <a:gd name="connsiteY1-2826" fmla="*/ 1043139 h 2529385"/>
              <a:gd name="connsiteX2-2827" fmla="*/ 1284810 w 2563018"/>
              <a:gd name="connsiteY2-2828" fmla="*/ 3028 h 2529385"/>
              <a:gd name="connsiteX3-2829" fmla="*/ 1300955 w 2563018"/>
              <a:gd name="connsiteY3-2830" fmla="*/ 3064 h 2529385"/>
              <a:gd name="connsiteX4-2831" fmla="*/ 2558568 w 2563018"/>
              <a:gd name="connsiteY4-2832" fmla="*/ 1043175 h 2529385"/>
              <a:gd name="connsiteX5-2833" fmla="*/ 2562377 w 2563018"/>
              <a:gd name="connsiteY5-2834" fmla="*/ 1057231 h 2529385"/>
              <a:gd name="connsiteX6-2835" fmla="*/ 2550427 w 2563018"/>
              <a:gd name="connsiteY6-2836" fmla="*/ 1065631 h 2529385"/>
              <a:gd name="connsiteX7-2837" fmla="*/ 1951990 w 2563018"/>
              <a:gd name="connsiteY7-2838" fmla="*/ 1065631 h 2529385"/>
              <a:gd name="connsiteX8-2839" fmla="*/ 1939290 w 2563018"/>
              <a:gd name="connsiteY8-2840" fmla="*/ 1078331 h 2529385"/>
              <a:gd name="connsiteX9-2841" fmla="*/ 1939290 w 2563018"/>
              <a:gd name="connsiteY9-2842" fmla="*/ 2516733 h 2529385"/>
              <a:gd name="connsiteX10-2843" fmla="*/ 1926590 w 2563018"/>
              <a:gd name="connsiteY10-2844" fmla="*/ 2529385 h 2529385"/>
              <a:gd name="connsiteX11-2845" fmla="*/ 659130 w 2563018"/>
              <a:gd name="connsiteY11-2846" fmla="*/ 2529385 h 2529385"/>
              <a:gd name="connsiteX12-2847" fmla="*/ 646430 w 2563018"/>
              <a:gd name="connsiteY12-2848" fmla="*/ 2529385 h 2529385"/>
              <a:gd name="connsiteX13-2849" fmla="*/ 646430 w 2563018"/>
              <a:gd name="connsiteY13-2850" fmla="*/ 1065583 h 2529385"/>
              <a:gd name="connsiteX14-2851" fmla="*/ 646430 w 2563018"/>
              <a:gd name="connsiteY14-2852" fmla="*/ 1065632 h 2529385"/>
              <a:gd name="connsiteX15-2853" fmla="*/ 0 w 2563018"/>
              <a:gd name="connsiteY15-2854" fmla="*/ 1065632 h 2529385"/>
              <a:gd name="connsiteX16-2855" fmla="*/ 23342 w 2563018"/>
              <a:gd name="connsiteY16-2856" fmla="*/ 1057227 h 2529385"/>
              <a:gd name="connsiteX0-2857" fmla="*/ 23342 w 2563018"/>
              <a:gd name="connsiteY0-2858" fmla="*/ 1057227 h 2529385"/>
              <a:gd name="connsiteX1-2859" fmla="*/ 27197 w 2563018"/>
              <a:gd name="connsiteY1-2860" fmla="*/ 1043139 h 2529385"/>
              <a:gd name="connsiteX2-2861" fmla="*/ 1284810 w 2563018"/>
              <a:gd name="connsiteY2-2862" fmla="*/ 3028 h 2529385"/>
              <a:gd name="connsiteX3-2863" fmla="*/ 1300955 w 2563018"/>
              <a:gd name="connsiteY3-2864" fmla="*/ 3064 h 2529385"/>
              <a:gd name="connsiteX4-2865" fmla="*/ 2558568 w 2563018"/>
              <a:gd name="connsiteY4-2866" fmla="*/ 1043175 h 2529385"/>
              <a:gd name="connsiteX5-2867" fmla="*/ 2562377 w 2563018"/>
              <a:gd name="connsiteY5-2868" fmla="*/ 1057231 h 2529385"/>
              <a:gd name="connsiteX6-2869" fmla="*/ 2550427 w 2563018"/>
              <a:gd name="connsiteY6-2870" fmla="*/ 1065631 h 2529385"/>
              <a:gd name="connsiteX7-2871" fmla="*/ 1951990 w 2563018"/>
              <a:gd name="connsiteY7-2872" fmla="*/ 1065631 h 2529385"/>
              <a:gd name="connsiteX8-2873" fmla="*/ 1939290 w 2563018"/>
              <a:gd name="connsiteY8-2874" fmla="*/ 1078331 h 2529385"/>
              <a:gd name="connsiteX9-2875" fmla="*/ 1939290 w 2563018"/>
              <a:gd name="connsiteY9-2876" fmla="*/ 2516733 h 2529385"/>
              <a:gd name="connsiteX10-2877" fmla="*/ 1926590 w 2563018"/>
              <a:gd name="connsiteY10-2878" fmla="*/ 2529385 h 2529385"/>
              <a:gd name="connsiteX11-2879" fmla="*/ 659130 w 2563018"/>
              <a:gd name="connsiteY11-2880" fmla="*/ 2529385 h 2529385"/>
              <a:gd name="connsiteX12-2881" fmla="*/ 646430 w 2563018"/>
              <a:gd name="connsiteY12-2882" fmla="*/ 2529385 h 2529385"/>
              <a:gd name="connsiteX13-2883" fmla="*/ 646430 w 2563018"/>
              <a:gd name="connsiteY13-2884" fmla="*/ 1065583 h 2529385"/>
              <a:gd name="connsiteX14-2885" fmla="*/ 646430 w 2563018"/>
              <a:gd name="connsiteY14-2886" fmla="*/ 1065632 h 2529385"/>
              <a:gd name="connsiteX15-2887" fmla="*/ 0 w 2563018"/>
              <a:gd name="connsiteY15-2888" fmla="*/ 1065632 h 2529385"/>
              <a:gd name="connsiteX16-2889" fmla="*/ 23342 w 2563018"/>
              <a:gd name="connsiteY16-2890" fmla="*/ 1057227 h 2529385"/>
              <a:gd name="connsiteX0-2891" fmla="*/ 23342 w 2563018"/>
              <a:gd name="connsiteY0-2892" fmla="*/ 1057227 h 2529385"/>
              <a:gd name="connsiteX1-2893" fmla="*/ 27197 w 2563018"/>
              <a:gd name="connsiteY1-2894" fmla="*/ 1043139 h 2529385"/>
              <a:gd name="connsiteX2-2895" fmla="*/ 1284810 w 2563018"/>
              <a:gd name="connsiteY2-2896" fmla="*/ 3028 h 2529385"/>
              <a:gd name="connsiteX3-2897" fmla="*/ 1300955 w 2563018"/>
              <a:gd name="connsiteY3-2898" fmla="*/ 3064 h 2529385"/>
              <a:gd name="connsiteX4-2899" fmla="*/ 2558568 w 2563018"/>
              <a:gd name="connsiteY4-2900" fmla="*/ 1043175 h 2529385"/>
              <a:gd name="connsiteX5-2901" fmla="*/ 2562377 w 2563018"/>
              <a:gd name="connsiteY5-2902" fmla="*/ 1057231 h 2529385"/>
              <a:gd name="connsiteX6-2903" fmla="*/ 2550427 w 2563018"/>
              <a:gd name="connsiteY6-2904" fmla="*/ 1065631 h 2529385"/>
              <a:gd name="connsiteX7-2905" fmla="*/ 1951990 w 2563018"/>
              <a:gd name="connsiteY7-2906" fmla="*/ 1065631 h 2529385"/>
              <a:gd name="connsiteX8-2907" fmla="*/ 1939290 w 2563018"/>
              <a:gd name="connsiteY8-2908" fmla="*/ 1078331 h 2529385"/>
              <a:gd name="connsiteX9-2909" fmla="*/ 1939290 w 2563018"/>
              <a:gd name="connsiteY9-2910" fmla="*/ 2516733 h 2529385"/>
              <a:gd name="connsiteX10-2911" fmla="*/ 1926590 w 2563018"/>
              <a:gd name="connsiteY10-2912" fmla="*/ 2529385 h 2529385"/>
              <a:gd name="connsiteX11-2913" fmla="*/ 659130 w 2563018"/>
              <a:gd name="connsiteY11-2914" fmla="*/ 2529385 h 2529385"/>
              <a:gd name="connsiteX12-2915" fmla="*/ 646430 w 2563018"/>
              <a:gd name="connsiteY12-2916" fmla="*/ 2529385 h 2529385"/>
              <a:gd name="connsiteX13-2917" fmla="*/ 646430 w 2563018"/>
              <a:gd name="connsiteY13-2918" fmla="*/ 1065583 h 2529385"/>
              <a:gd name="connsiteX14-2919" fmla="*/ 646430 w 2563018"/>
              <a:gd name="connsiteY14-2920" fmla="*/ 1065632 h 2529385"/>
              <a:gd name="connsiteX15-2921" fmla="*/ 0 w 2563018"/>
              <a:gd name="connsiteY15-2922" fmla="*/ 1065632 h 2529385"/>
              <a:gd name="connsiteX16-2923" fmla="*/ 23342 w 2563018"/>
              <a:gd name="connsiteY16-2924" fmla="*/ 1057227 h 2529385"/>
              <a:gd name="connsiteX0-2925" fmla="*/ 23342 w 2563018"/>
              <a:gd name="connsiteY0-2926" fmla="*/ 1057227 h 2529385"/>
              <a:gd name="connsiteX1-2927" fmla="*/ 27197 w 2563018"/>
              <a:gd name="connsiteY1-2928" fmla="*/ 1043139 h 2529385"/>
              <a:gd name="connsiteX2-2929" fmla="*/ 1284810 w 2563018"/>
              <a:gd name="connsiteY2-2930" fmla="*/ 3028 h 2529385"/>
              <a:gd name="connsiteX3-2931" fmla="*/ 1300955 w 2563018"/>
              <a:gd name="connsiteY3-2932" fmla="*/ 3064 h 2529385"/>
              <a:gd name="connsiteX4-2933" fmla="*/ 2558568 w 2563018"/>
              <a:gd name="connsiteY4-2934" fmla="*/ 1043175 h 2529385"/>
              <a:gd name="connsiteX5-2935" fmla="*/ 2562377 w 2563018"/>
              <a:gd name="connsiteY5-2936" fmla="*/ 1057231 h 2529385"/>
              <a:gd name="connsiteX6-2937" fmla="*/ 2550427 w 2563018"/>
              <a:gd name="connsiteY6-2938" fmla="*/ 1065631 h 2529385"/>
              <a:gd name="connsiteX7-2939" fmla="*/ 1951990 w 2563018"/>
              <a:gd name="connsiteY7-2940" fmla="*/ 1065631 h 2529385"/>
              <a:gd name="connsiteX8-2941" fmla="*/ 1939290 w 2563018"/>
              <a:gd name="connsiteY8-2942" fmla="*/ 1078331 h 2529385"/>
              <a:gd name="connsiteX9-2943" fmla="*/ 1939290 w 2563018"/>
              <a:gd name="connsiteY9-2944" fmla="*/ 2516733 h 2529385"/>
              <a:gd name="connsiteX10-2945" fmla="*/ 1926590 w 2563018"/>
              <a:gd name="connsiteY10-2946" fmla="*/ 2529385 h 2529385"/>
              <a:gd name="connsiteX11-2947" fmla="*/ 659130 w 2563018"/>
              <a:gd name="connsiteY11-2948" fmla="*/ 2529385 h 2529385"/>
              <a:gd name="connsiteX12-2949" fmla="*/ 646430 w 2563018"/>
              <a:gd name="connsiteY12-2950" fmla="*/ 2516685 h 2529385"/>
              <a:gd name="connsiteX13-2951" fmla="*/ 646430 w 2563018"/>
              <a:gd name="connsiteY13-2952" fmla="*/ 1065583 h 2529385"/>
              <a:gd name="connsiteX14-2953" fmla="*/ 646430 w 2563018"/>
              <a:gd name="connsiteY14-2954" fmla="*/ 1065632 h 2529385"/>
              <a:gd name="connsiteX15-2955" fmla="*/ 0 w 2563018"/>
              <a:gd name="connsiteY15-2956" fmla="*/ 1065632 h 2529385"/>
              <a:gd name="connsiteX16-2957" fmla="*/ 23342 w 2563018"/>
              <a:gd name="connsiteY16-2958" fmla="*/ 1057227 h 2529385"/>
              <a:gd name="connsiteX0-2959" fmla="*/ 23342 w 2563018"/>
              <a:gd name="connsiteY0-2960" fmla="*/ 1057227 h 2529385"/>
              <a:gd name="connsiteX1-2961" fmla="*/ 27197 w 2563018"/>
              <a:gd name="connsiteY1-2962" fmla="*/ 1043139 h 2529385"/>
              <a:gd name="connsiteX2-2963" fmla="*/ 1284810 w 2563018"/>
              <a:gd name="connsiteY2-2964" fmla="*/ 3028 h 2529385"/>
              <a:gd name="connsiteX3-2965" fmla="*/ 1300955 w 2563018"/>
              <a:gd name="connsiteY3-2966" fmla="*/ 3064 h 2529385"/>
              <a:gd name="connsiteX4-2967" fmla="*/ 2558568 w 2563018"/>
              <a:gd name="connsiteY4-2968" fmla="*/ 1043175 h 2529385"/>
              <a:gd name="connsiteX5-2969" fmla="*/ 2562377 w 2563018"/>
              <a:gd name="connsiteY5-2970" fmla="*/ 1057231 h 2529385"/>
              <a:gd name="connsiteX6-2971" fmla="*/ 2550427 w 2563018"/>
              <a:gd name="connsiteY6-2972" fmla="*/ 1065631 h 2529385"/>
              <a:gd name="connsiteX7-2973" fmla="*/ 1951990 w 2563018"/>
              <a:gd name="connsiteY7-2974" fmla="*/ 1065631 h 2529385"/>
              <a:gd name="connsiteX8-2975" fmla="*/ 1939290 w 2563018"/>
              <a:gd name="connsiteY8-2976" fmla="*/ 1078331 h 2529385"/>
              <a:gd name="connsiteX9-2977" fmla="*/ 1939290 w 2563018"/>
              <a:gd name="connsiteY9-2978" fmla="*/ 2516733 h 2529385"/>
              <a:gd name="connsiteX10-2979" fmla="*/ 1926590 w 2563018"/>
              <a:gd name="connsiteY10-2980" fmla="*/ 2529385 h 2529385"/>
              <a:gd name="connsiteX11-2981" fmla="*/ 659130 w 2563018"/>
              <a:gd name="connsiteY11-2982" fmla="*/ 2529385 h 2529385"/>
              <a:gd name="connsiteX12-2983" fmla="*/ 646430 w 2563018"/>
              <a:gd name="connsiteY12-2984" fmla="*/ 2516685 h 2529385"/>
              <a:gd name="connsiteX13-2985" fmla="*/ 646430 w 2563018"/>
              <a:gd name="connsiteY13-2986" fmla="*/ 1065583 h 2529385"/>
              <a:gd name="connsiteX14-2987" fmla="*/ 646430 w 2563018"/>
              <a:gd name="connsiteY14-2988" fmla="*/ 1065632 h 2529385"/>
              <a:gd name="connsiteX15-2989" fmla="*/ 0 w 2563018"/>
              <a:gd name="connsiteY15-2990" fmla="*/ 1065632 h 2529385"/>
              <a:gd name="connsiteX16-2991" fmla="*/ 23342 w 2563018"/>
              <a:gd name="connsiteY16-2992" fmla="*/ 1057227 h 2529385"/>
              <a:gd name="connsiteX0-2993" fmla="*/ 23342 w 2563018"/>
              <a:gd name="connsiteY0-2994" fmla="*/ 1057227 h 2529385"/>
              <a:gd name="connsiteX1-2995" fmla="*/ 27197 w 2563018"/>
              <a:gd name="connsiteY1-2996" fmla="*/ 1043139 h 2529385"/>
              <a:gd name="connsiteX2-2997" fmla="*/ 1284810 w 2563018"/>
              <a:gd name="connsiteY2-2998" fmla="*/ 3028 h 2529385"/>
              <a:gd name="connsiteX3-2999" fmla="*/ 1300955 w 2563018"/>
              <a:gd name="connsiteY3-3000" fmla="*/ 3064 h 2529385"/>
              <a:gd name="connsiteX4-3001" fmla="*/ 2558568 w 2563018"/>
              <a:gd name="connsiteY4-3002" fmla="*/ 1043175 h 2529385"/>
              <a:gd name="connsiteX5-3003" fmla="*/ 2562377 w 2563018"/>
              <a:gd name="connsiteY5-3004" fmla="*/ 1057231 h 2529385"/>
              <a:gd name="connsiteX6-3005" fmla="*/ 2550427 w 2563018"/>
              <a:gd name="connsiteY6-3006" fmla="*/ 1065631 h 2529385"/>
              <a:gd name="connsiteX7-3007" fmla="*/ 1951990 w 2563018"/>
              <a:gd name="connsiteY7-3008" fmla="*/ 1065631 h 2529385"/>
              <a:gd name="connsiteX8-3009" fmla="*/ 1939290 w 2563018"/>
              <a:gd name="connsiteY8-3010" fmla="*/ 1078331 h 2529385"/>
              <a:gd name="connsiteX9-3011" fmla="*/ 1939290 w 2563018"/>
              <a:gd name="connsiteY9-3012" fmla="*/ 2516733 h 2529385"/>
              <a:gd name="connsiteX10-3013" fmla="*/ 1926590 w 2563018"/>
              <a:gd name="connsiteY10-3014" fmla="*/ 2529385 h 2529385"/>
              <a:gd name="connsiteX11-3015" fmla="*/ 659130 w 2563018"/>
              <a:gd name="connsiteY11-3016" fmla="*/ 2529385 h 2529385"/>
              <a:gd name="connsiteX12-3017" fmla="*/ 646430 w 2563018"/>
              <a:gd name="connsiteY12-3018" fmla="*/ 2516685 h 2529385"/>
              <a:gd name="connsiteX13-3019" fmla="*/ 646430 w 2563018"/>
              <a:gd name="connsiteY13-3020" fmla="*/ 1065583 h 2529385"/>
              <a:gd name="connsiteX14-3021" fmla="*/ 646430 w 2563018"/>
              <a:gd name="connsiteY14-3022" fmla="*/ 1065632 h 2529385"/>
              <a:gd name="connsiteX15-3023" fmla="*/ 0 w 2563018"/>
              <a:gd name="connsiteY15-3024" fmla="*/ 1065632 h 2529385"/>
              <a:gd name="connsiteX16-3025" fmla="*/ 23342 w 2563018"/>
              <a:gd name="connsiteY16-3026" fmla="*/ 1057227 h 2529385"/>
              <a:gd name="connsiteX0-3027" fmla="*/ 23342 w 2563018"/>
              <a:gd name="connsiteY0-3028" fmla="*/ 1057227 h 2529385"/>
              <a:gd name="connsiteX1-3029" fmla="*/ 27197 w 2563018"/>
              <a:gd name="connsiteY1-3030" fmla="*/ 1043139 h 2529385"/>
              <a:gd name="connsiteX2-3031" fmla="*/ 1284810 w 2563018"/>
              <a:gd name="connsiteY2-3032" fmla="*/ 3028 h 2529385"/>
              <a:gd name="connsiteX3-3033" fmla="*/ 1300955 w 2563018"/>
              <a:gd name="connsiteY3-3034" fmla="*/ 3064 h 2529385"/>
              <a:gd name="connsiteX4-3035" fmla="*/ 2558568 w 2563018"/>
              <a:gd name="connsiteY4-3036" fmla="*/ 1043175 h 2529385"/>
              <a:gd name="connsiteX5-3037" fmla="*/ 2562377 w 2563018"/>
              <a:gd name="connsiteY5-3038" fmla="*/ 1057231 h 2529385"/>
              <a:gd name="connsiteX6-3039" fmla="*/ 2550427 w 2563018"/>
              <a:gd name="connsiteY6-3040" fmla="*/ 1065631 h 2529385"/>
              <a:gd name="connsiteX7-3041" fmla="*/ 1951990 w 2563018"/>
              <a:gd name="connsiteY7-3042" fmla="*/ 1065631 h 2529385"/>
              <a:gd name="connsiteX8-3043" fmla="*/ 1939290 w 2563018"/>
              <a:gd name="connsiteY8-3044" fmla="*/ 1078331 h 2529385"/>
              <a:gd name="connsiteX9-3045" fmla="*/ 1939290 w 2563018"/>
              <a:gd name="connsiteY9-3046" fmla="*/ 2516733 h 2529385"/>
              <a:gd name="connsiteX10-3047" fmla="*/ 1926590 w 2563018"/>
              <a:gd name="connsiteY10-3048" fmla="*/ 2529385 h 2529385"/>
              <a:gd name="connsiteX11-3049" fmla="*/ 659130 w 2563018"/>
              <a:gd name="connsiteY11-3050" fmla="*/ 2529385 h 2529385"/>
              <a:gd name="connsiteX12-3051" fmla="*/ 646430 w 2563018"/>
              <a:gd name="connsiteY12-3052" fmla="*/ 2516685 h 2529385"/>
              <a:gd name="connsiteX13-3053" fmla="*/ 646430 w 2563018"/>
              <a:gd name="connsiteY13-3054" fmla="*/ 1078282 h 2529385"/>
              <a:gd name="connsiteX14-3055" fmla="*/ 646430 w 2563018"/>
              <a:gd name="connsiteY14-3056" fmla="*/ 1065632 h 2529385"/>
              <a:gd name="connsiteX15-3057" fmla="*/ 0 w 2563018"/>
              <a:gd name="connsiteY15-3058" fmla="*/ 1065632 h 2529385"/>
              <a:gd name="connsiteX16-3059" fmla="*/ 23342 w 2563018"/>
              <a:gd name="connsiteY16-3060" fmla="*/ 1057227 h 2529385"/>
              <a:gd name="connsiteX0-3061" fmla="*/ 23342 w 2563018"/>
              <a:gd name="connsiteY0-3062" fmla="*/ 1057227 h 2529385"/>
              <a:gd name="connsiteX1-3063" fmla="*/ 27197 w 2563018"/>
              <a:gd name="connsiteY1-3064" fmla="*/ 1043139 h 2529385"/>
              <a:gd name="connsiteX2-3065" fmla="*/ 1284810 w 2563018"/>
              <a:gd name="connsiteY2-3066" fmla="*/ 3028 h 2529385"/>
              <a:gd name="connsiteX3-3067" fmla="*/ 1300955 w 2563018"/>
              <a:gd name="connsiteY3-3068" fmla="*/ 3064 h 2529385"/>
              <a:gd name="connsiteX4-3069" fmla="*/ 2558568 w 2563018"/>
              <a:gd name="connsiteY4-3070" fmla="*/ 1043175 h 2529385"/>
              <a:gd name="connsiteX5-3071" fmla="*/ 2562377 w 2563018"/>
              <a:gd name="connsiteY5-3072" fmla="*/ 1057231 h 2529385"/>
              <a:gd name="connsiteX6-3073" fmla="*/ 2550427 w 2563018"/>
              <a:gd name="connsiteY6-3074" fmla="*/ 1065631 h 2529385"/>
              <a:gd name="connsiteX7-3075" fmla="*/ 1951990 w 2563018"/>
              <a:gd name="connsiteY7-3076" fmla="*/ 1065631 h 2529385"/>
              <a:gd name="connsiteX8-3077" fmla="*/ 1939290 w 2563018"/>
              <a:gd name="connsiteY8-3078" fmla="*/ 1078331 h 2529385"/>
              <a:gd name="connsiteX9-3079" fmla="*/ 1939290 w 2563018"/>
              <a:gd name="connsiteY9-3080" fmla="*/ 2516733 h 2529385"/>
              <a:gd name="connsiteX10-3081" fmla="*/ 1926590 w 2563018"/>
              <a:gd name="connsiteY10-3082" fmla="*/ 2529385 h 2529385"/>
              <a:gd name="connsiteX11-3083" fmla="*/ 659130 w 2563018"/>
              <a:gd name="connsiteY11-3084" fmla="*/ 2529385 h 2529385"/>
              <a:gd name="connsiteX12-3085" fmla="*/ 646430 w 2563018"/>
              <a:gd name="connsiteY12-3086" fmla="*/ 2516685 h 2529385"/>
              <a:gd name="connsiteX13-3087" fmla="*/ 646430 w 2563018"/>
              <a:gd name="connsiteY13-3088" fmla="*/ 1078282 h 2529385"/>
              <a:gd name="connsiteX14-3089" fmla="*/ 646430 w 2563018"/>
              <a:gd name="connsiteY14-3090" fmla="*/ 1065632 h 2529385"/>
              <a:gd name="connsiteX15-3091" fmla="*/ 0 w 2563018"/>
              <a:gd name="connsiteY15-3092" fmla="*/ 1065632 h 2529385"/>
              <a:gd name="connsiteX16-3093" fmla="*/ 23342 w 2563018"/>
              <a:gd name="connsiteY16-3094" fmla="*/ 1057227 h 2529385"/>
              <a:gd name="connsiteX0-3095" fmla="*/ 23342 w 2563018"/>
              <a:gd name="connsiteY0-3096" fmla="*/ 1057227 h 2529385"/>
              <a:gd name="connsiteX1-3097" fmla="*/ 27197 w 2563018"/>
              <a:gd name="connsiteY1-3098" fmla="*/ 1043139 h 2529385"/>
              <a:gd name="connsiteX2-3099" fmla="*/ 1284810 w 2563018"/>
              <a:gd name="connsiteY2-3100" fmla="*/ 3028 h 2529385"/>
              <a:gd name="connsiteX3-3101" fmla="*/ 1300955 w 2563018"/>
              <a:gd name="connsiteY3-3102" fmla="*/ 3064 h 2529385"/>
              <a:gd name="connsiteX4-3103" fmla="*/ 2558568 w 2563018"/>
              <a:gd name="connsiteY4-3104" fmla="*/ 1043175 h 2529385"/>
              <a:gd name="connsiteX5-3105" fmla="*/ 2562377 w 2563018"/>
              <a:gd name="connsiteY5-3106" fmla="*/ 1057231 h 2529385"/>
              <a:gd name="connsiteX6-3107" fmla="*/ 2550427 w 2563018"/>
              <a:gd name="connsiteY6-3108" fmla="*/ 1065631 h 2529385"/>
              <a:gd name="connsiteX7-3109" fmla="*/ 1951990 w 2563018"/>
              <a:gd name="connsiteY7-3110" fmla="*/ 1065631 h 2529385"/>
              <a:gd name="connsiteX8-3111" fmla="*/ 1939290 w 2563018"/>
              <a:gd name="connsiteY8-3112" fmla="*/ 1078331 h 2529385"/>
              <a:gd name="connsiteX9-3113" fmla="*/ 1939290 w 2563018"/>
              <a:gd name="connsiteY9-3114" fmla="*/ 2516733 h 2529385"/>
              <a:gd name="connsiteX10-3115" fmla="*/ 1926590 w 2563018"/>
              <a:gd name="connsiteY10-3116" fmla="*/ 2529385 h 2529385"/>
              <a:gd name="connsiteX11-3117" fmla="*/ 659130 w 2563018"/>
              <a:gd name="connsiteY11-3118" fmla="*/ 2529385 h 2529385"/>
              <a:gd name="connsiteX12-3119" fmla="*/ 646430 w 2563018"/>
              <a:gd name="connsiteY12-3120" fmla="*/ 2516685 h 2529385"/>
              <a:gd name="connsiteX13-3121" fmla="*/ 646430 w 2563018"/>
              <a:gd name="connsiteY13-3122" fmla="*/ 1078282 h 2529385"/>
              <a:gd name="connsiteX14-3123" fmla="*/ 646430 w 2563018"/>
              <a:gd name="connsiteY14-3124" fmla="*/ 1065632 h 2529385"/>
              <a:gd name="connsiteX15-3125" fmla="*/ 0 w 2563018"/>
              <a:gd name="connsiteY15-3126" fmla="*/ 1065632 h 2529385"/>
              <a:gd name="connsiteX16-3127" fmla="*/ 23342 w 2563018"/>
              <a:gd name="connsiteY16-3128" fmla="*/ 1057227 h 2529385"/>
              <a:gd name="connsiteX0-3129" fmla="*/ 23342 w 2563018"/>
              <a:gd name="connsiteY0-3130" fmla="*/ 1057227 h 2529385"/>
              <a:gd name="connsiteX1-3131" fmla="*/ 27197 w 2563018"/>
              <a:gd name="connsiteY1-3132" fmla="*/ 1043139 h 2529385"/>
              <a:gd name="connsiteX2-3133" fmla="*/ 1284810 w 2563018"/>
              <a:gd name="connsiteY2-3134" fmla="*/ 3028 h 2529385"/>
              <a:gd name="connsiteX3-3135" fmla="*/ 1300955 w 2563018"/>
              <a:gd name="connsiteY3-3136" fmla="*/ 3064 h 2529385"/>
              <a:gd name="connsiteX4-3137" fmla="*/ 2558568 w 2563018"/>
              <a:gd name="connsiteY4-3138" fmla="*/ 1043175 h 2529385"/>
              <a:gd name="connsiteX5-3139" fmla="*/ 2562377 w 2563018"/>
              <a:gd name="connsiteY5-3140" fmla="*/ 1057231 h 2529385"/>
              <a:gd name="connsiteX6-3141" fmla="*/ 2550427 w 2563018"/>
              <a:gd name="connsiteY6-3142" fmla="*/ 1065631 h 2529385"/>
              <a:gd name="connsiteX7-3143" fmla="*/ 1951990 w 2563018"/>
              <a:gd name="connsiteY7-3144" fmla="*/ 1065631 h 2529385"/>
              <a:gd name="connsiteX8-3145" fmla="*/ 1939290 w 2563018"/>
              <a:gd name="connsiteY8-3146" fmla="*/ 1078331 h 2529385"/>
              <a:gd name="connsiteX9-3147" fmla="*/ 1939290 w 2563018"/>
              <a:gd name="connsiteY9-3148" fmla="*/ 2516733 h 2529385"/>
              <a:gd name="connsiteX10-3149" fmla="*/ 1926590 w 2563018"/>
              <a:gd name="connsiteY10-3150" fmla="*/ 2529385 h 2529385"/>
              <a:gd name="connsiteX11-3151" fmla="*/ 659130 w 2563018"/>
              <a:gd name="connsiteY11-3152" fmla="*/ 2529385 h 2529385"/>
              <a:gd name="connsiteX12-3153" fmla="*/ 646430 w 2563018"/>
              <a:gd name="connsiteY12-3154" fmla="*/ 2516685 h 2529385"/>
              <a:gd name="connsiteX13-3155" fmla="*/ 646430 w 2563018"/>
              <a:gd name="connsiteY13-3156" fmla="*/ 1078282 h 2529385"/>
              <a:gd name="connsiteX14-3157" fmla="*/ 633730 w 2563018"/>
              <a:gd name="connsiteY14-3158" fmla="*/ 1065632 h 2529385"/>
              <a:gd name="connsiteX15-3159" fmla="*/ 0 w 2563018"/>
              <a:gd name="connsiteY15-3160" fmla="*/ 1065632 h 2529385"/>
              <a:gd name="connsiteX16-3161" fmla="*/ 23342 w 2563018"/>
              <a:gd name="connsiteY16-3162" fmla="*/ 1057227 h 2529385"/>
              <a:gd name="connsiteX0-3163" fmla="*/ 23342 w 2563018"/>
              <a:gd name="connsiteY0-3164" fmla="*/ 1057227 h 2529385"/>
              <a:gd name="connsiteX1-3165" fmla="*/ 27197 w 2563018"/>
              <a:gd name="connsiteY1-3166" fmla="*/ 1043139 h 2529385"/>
              <a:gd name="connsiteX2-3167" fmla="*/ 1284810 w 2563018"/>
              <a:gd name="connsiteY2-3168" fmla="*/ 3028 h 2529385"/>
              <a:gd name="connsiteX3-3169" fmla="*/ 1300955 w 2563018"/>
              <a:gd name="connsiteY3-3170" fmla="*/ 3064 h 2529385"/>
              <a:gd name="connsiteX4-3171" fmla="*/ 2558568 w 2563018"/>
              <a:gd name="connsiteY4-3172" fmla="*/ 1043175 h 2529385"/>
              <a:gd name="connsiteX5-3173" fmla="*/ 2562377 w 2563018"/>
              <a:gd name="connsiteY5-3174" fmla="*/ 1057231 h 2529385"/>
              <a:gd name="connsiteX6-3175" fmla="*/ 2550427 w 2563018"/>
              <a:gd name="connsiteY6-3176" fmla="*/ 1065631 h 2529385"/>
              <a:gd name="connsiteX7-3177" fmla="*/ 1951990 w 2563018"/>
              <a:gd name="connsiteY7-3178" fmla="*/ 1065631 h 2529385"/>
              <a:gd name="connsiteX8-3179" fmla="*/ 1939290 w 2563018"/>
              <a:gd name="connsiteY8-3180" fmla="*/ 1078331 h 2529385"/>
              <a:gd name="connsiteX9-3181" fmla="*/ 1939290 w 2563018"/>
              <a:gd name="connsiteY9-3182" fmla="*/ 2516733 h 2529385"/>
              <a:gd name="connsiteX10-3183" fmla="*/ 1926590 w 2563018"/>
              <a:gd name="connsiteY10-3184" fmla="*/ 2529385 h 2529385"/>
              <a:gd name="connsiteX11-3185" fmla="*/ 659130 w 2563018"/>
              <a:gd name="connsiteY11-3186" fmla="*/ 2529385 h 2529385"/>
              <a:gd name="connsiteX12-3187" fmla="*/ 646430 w 2563018"/>
              <a:gd name="connsiteY12-3188" fmla="*/ 2516685 h 2529385"/>
              <a:gd name="connsiteX13-3189" fmla="*/ 646430 w 2563018"/>
              <a:gd name="connsiteY13-3190" fmla="*/ 1078282 h 2529385"/>
              <a:gd name="connsiteX14-3191" fmla="*/ 633730 w 2563018"/>
              <a:gd name="connsiteY14-3192" fmla="*/ 1065632 h 2529385"/>
              <a:gd name="connsiteX15-3193" fmla="*/ 0 w 2563018"/>
              <a:gd name="connsiteY15-3194" fmla="*/ 1065632 h 2529385"/>
              <a:gd name="connsiteX16-3195" fmla="*/ 23342 w 2563018"/>
              <a:gd name="connsiteY16-3196" fmla="*/ 1057227 h 2529385"/>
              <a:gd name="connsiteX0-3197" fmla="*/ 23342 w 2563018"/>
              <a:gd name="connsiteY0-3198" fmla="*/ 1057227 h 2529385"/>
              <a:gd name="connsiteX1-3199" fmla="*/ 27197 w 2563018"/>
              <a:gd name="connsiteY1-3200" fmla="*/ 1043139 h 2529385"/>
              <a:gd name="connsiteX2-3201" fmla="*/ 1284810 w 2563018"/>
              <a:gd name="connsiteY2-3202" fmla="*/ 3028 h 2529385"/>
              <a:gd name="connsiteX3-3203" fmla="*/ 1300955 w 2563018"/>
              <a:gd name="connsiteY3-3204" fmla="*/ 3064 h 2529385"/>
              <a:gd name="connsiteX4-3205" fmla="*/ 2558568 w 2563018"/>
              <a:gd name="connsiteY4-3206" fmla="*/ 1043175 h 2529385"/>
              <a:gd name="connsiteX5-3207" fmla="*/ 2562377 w 2563018"/>
              <a:gd name="connsiteY5-3208" fmla="*/ 1057231 h 2529385"/>
              <a:gd name="connsiteX6-3209" fmla="*/ 2550427 w 2563018"/>
              <a:gd name="connsiteY6-3210" fmla="*/ 1065631 h 2529385"/>
              <a:gd name="connsiteX7-3211" fmla="*/ 1951990 w 2563018"/>
              <a:gd name="connsiteY7-3212" fmla="*/ 1065631 h 2529385"/>
              <a:gd name="connsiteX8-3213" fmla="*/ 1939290 w 2563018"/>
              <a:gd name="connsiteY8-3214" fmla="*/ 1078331 h 2529385"/>
              <a:gd name="connsiteX9-3215" fmla="*/ 1939290 w 2563018"/>
              <a:gd name="connsiteY9-3216" fmla="*/ 2516733 h 2529385"/>
              <a:gd name="connsiteX10-3217" fmla="*/ 1926590 w 2563018"/>
              <a:gd name="connsiteY10-3218" fmla="*/ 2529385 h 2529385"/>
              <a:gd name="connsiteX11-3219" fmla="*/ 659130 w 2563018"/>
              <a:gd name="connsiteY11-3220" fmla="*/ 2529385 h 2529385"/>
              <a:gd name="connsiteX12-3221" fmla="*/ 646430 w 2563018"/>
              <a:gd name="connsiteY12-3222" fmla="*/ 2516685 h 2529385"/>
              <a:gd name="connsiteX13-3223" fmla="*/ 646430 w 2563018"/>
              <a:gd name="connsiteY13-3224" fmla="*/ 1078282 h 2529385"/>
              <a:gd name="connsiteX14-3225" fmla="*/ 633730 w 2563018"/>
              <a:gd name="connsiteY14-3226" fmla="*/ 1065632 h 2529385"/>
              <a:gd name="connsiteX15-3227" fmla="*/ 0 w 2563018"/>
              <a:gd name="connsiteY15-3228" fmla="*/ 1065632 h 2529385"/>
              <a:gd name="connsiteX16-3229" fmla="*/ 23342 w 2563018"/>
              <a:gd name="connsiteY16-3230" fmla="*/ 1057227 h 2529385"/>
              <a:gd name="connsiteX0-3231" fmla="*/ 7051 w 2546727"/>
              <a:gd name="connsiteY0-3232" fmla="*/ 1057227 h 2529385"/>
              <a:gd name="connsiteX1-3233" fmla="*/ 10906 w 2546727"/>
              <a:gd name="connsiteY1-3234" fmla="*/ 1043139 h 2529385"/>
              <a:gd name="connsiteX2-3235" fmla="*/ 1268519 w 2546727"/>
              <a:gd name="connsiteY2-3236" fmla="*/ 3028 h 2529385"/>
              <a:gd name="connsiteX3-3237" fmla="*/ 1284664 w 2546727"/>
              <a:gd name="connsiteY3-3238" fmla="*/ 3064 h 2529385"/>
              <a:gd name="connsiteX4-3239" fmla="*/ 2542277 w 2546727"/>
              <a:gd name="connsiteY4-3240" fmla="*/ 1043175 h 2529385"/>
              <a:gd name="connsiteX5-3241" fmla="*/ 2546086 w 2546727"/>
              <a:gd name="connsiteY5-3242" fmla="*/ 1057231 h 2529385"/>
              <a:gd name="connsiteX6-3243" fmla="*/ 2534136 w 2546727"/>
              <a:gd name="connsiteY6-3244" fmla="*/ 1065631 h 2529385"/>
              <a:gd name="connsiteX7-3245" fmla="*/ 1935699 w 2546727"/>
              <a:gd name="connsiteY7-3246" fmla="*/ 1065631 h 2529385"/>
              <a:gd name="connsiteX8-3247" fmla="*/ 1922999 w 2546727"/>
              <a:gd name="connsiteY8-3248" fmla="*/ 1078331 h 2529385"/>
              <a:gd name="connsiteX9-3249" fmla="*/ 1922999 w 2546727"/>
              <a:gd name="connsiteY9-3250" fmla="*/ 2516733 h 2529385"/>
              <a:gd name="connsiteX10-3251" fmla="*/ 1910299 w 2546727"/>
              <a:gd name="connsiteY10-3252" fmla="*/ 2529385 h 2529385"/>
              <a:gd name="connsiteX11-3253" fmla="*/ 642839 w 2546727"/>
              <a:gd name="connsiteY11-3254" fmla="*/ 2529385 h 2529385"/>
              <a:gd name="connsiteX12-3255" fmla="*/ 630139 w 2546727"/>
              <a:gd name="connsiteY12-3256" fmla="*/ 2516685 h 2529385"/>
              <a:gd name="connsiteX13-3257" fmla="*/ 630139 w 2546727"/>
              <a:gd name="connsiteY13-3258" fmla="*/ 1078282 h 2529385"/>
              <a:gd name="connsiteX14-3259" fmla="*/ 617439 w 2546727"/>
              <a:gd name="connsiteY14-3260" fmla="*/ 1065632 h 2529385"/>
              <a:gd name="connsiteX15-3261" fmla="*/ 19002 w 2546727"/>
              <a:gd name="connsiteY15-3262" fmla="*/ 1065632 h 2529385"/>
              <a:gd name="connsiteX16-3263" fmla="*/ 7051 w 2546727"/>
              <a:gd name="connsiteY16-3264" fmla="*/ 1057227 h 2529385"/>
              <a:gd name="connsiteX0-3265" fmla="*/ 634 w 2540310"/>
              <a:gd name="connsiteY0-3266" fmla="*/ 1057227 h 2529385"/>
              <a:gd name="connsiteX1-3267" fmla="*/ 4489 w 2540310"/>
              <a:gd name="connsiteY1-3268" fmla="*/ 1043139 h 2529385"/>
              <a:gd name="connsiteX2-3269" fmla="*/ 1262102 w 2540310"/>
              <a:gd name="connsiteY2-3270" fmla="*/ 3028 h 2529385"/>
              <a:gd name="connsiteX3-3271" fmla="*/ 1278247 w 2540310"/>
              <a:gd name="connsiteY3-3272" fmla="*/ 3064 h 2529385"/>
              <a:gd name="connsiteX4-3273" fmla="*/ 2535860 w 2540310"/>
              <a:gd name="connsiteY4-3274" fmla="*/ 1043175 h 2529385"/>
              <a:gd name="connsiteX5-3275" fmla="*/ 2539669 w 2540310"/>
              <a:gd name="connsiteY5-3276" fmla="*/ 1057231 h 2529385"/>
              <a:gd name="connsiteX6-3277" fmla="*/ 2527719 w 2540310"/>
              <a:gd name="connsiteY6-3278" fmla="*/ 1065631 h 2529385"/>
              <a:gd name="connsiteX7-3279" fmla="*/ 1929282 w 2540310"/>
              <a:gd name="connsiteY7-3280" fmla="*/ 1065631 h 2529385"/>
              <a:gd name="connsiteX8-3281" fmla="*/ 1916582 w 2540310"/>
              <a:gd name="connsiteY8-3282" fmla="*/ 1078331 h 2529385"/>
              <a:gd name="connsiteX9-3283" fmla="*/ 1916582 w 2540310"/>
              <a:gd name="connsiteY9-3284" fmla="*/ 2516733 h 2529385"/>
              <a:gd name="connsiteX10-3285" fmla="*/ 1903882 w 2540310"/>
              <a:gd name="connsiteY10-3286" fmla="*/ 2529385 h 2529385"/>
              <a:gd name="connsiteX11-3287" fmla="*/ 636422 w 2540310"/>
              <a:gd name="connsiteY11-3288" fmla="*/ 2529385 h 2529385"/>
              <a:gd name="connsiteX12-3289" fmla="*/ 623722 w 2540310"/>
              <a:gd name="connsiteY12-3290" fmla="*/ 2516685 h 2529385"/>
              <a:gd name="connsiteX13-3291" fmla="*/ 623722 w 2540310"/>
              <a:gd name="connsiteY13-3292" fmla="*/ 1078282 h 2529385"/>
              <a:gd name="connsiteX14-3293" fmla="*/ 611022 w 2540310"/>
              <a:gd name="connsiteY14-3294" fmla="*/ 1065632 h 2529385"/>
              <a:gd name="connsiteX15-3295" fmla="*/ 12585 w 2540310"/>
              <a:gd name="connsiteY15-3296" fmla="*/ 1065632 h 2529385"/>
              <a:gd name="connsiteX16-3297" fmla="*/ 634 w 2540310"/>
              <a:gd name="connsiteY16-3298" fmla="*/ 1057227 h 2529385"/>
              <a:gd name="connsiteX0-3299" fmla="*/ 634 w 2540310"/>
              <a:gd name="connsiteY0-3300" fmla="*/ 1057227 h 2529385"/>
              <a:gd name="connsiteX1-3301" fmla="*/ 4489 w 2540310"/>
              <a:gd name="connsiteY1-3302" fmla="*/ 1043139 h 2529385"/>
              <a:gd name="connsiteX2-3303" fmla="*/ 1262102 w 2540310"/>
              <a:gd name="connsiteY2-3304" fmla="*/ 3028 h 2529385"/>
              <a:gd name="connsiteX3-3305" fmla="*/ 1278247 w 2540310"/>
              <a:gd name="connsiteY3-3306" fmla="*/ 3064 h 2529385"/>
              <a:gd name="connsiteX4-3307" fmla="*/ 2535860 w 2540310"/>
              <a:gd name="connsiteY4-3308" fmla="*/ 1043175 h 2529385"/>
              <a:gd name="connsiteX5-3309" fmla="*/ 2539669 w 2540310"/>
              <a:gd name="connsiteY5-3310" fmla="*/ 1057231 h 2529385"/>
              <a:gd name="connsiteX6-3311" fmla="*/ 2527719 w 2540310"/>
              <a:gd name="connsiteY6-3312" fmla="*/ 1065631 h 2529385"/>
              <a:gd name="connsiteX7-3313" fmla="*/ 1929282 w 2540310"/>
              <a:gd name="connsiteY7-3314" fmla="*/ 1065631 h 2529385"/>
              <a:gd name="connsiteX8-3315" fmla="*/ 1916582 w 2540310"/>
              <a:gd name="connsiteY8-3316" fmla="*/ 1078331 h 2529385"/>
              <a:gd name="connsiteX9-3317" fmla="*/ 1916582 w 2540310"/>
              <a:gd name="connsiteY9-3318" fmla="*/ 2516733 h 2529385"/>
              <a:gd name="connsiteX10-3319" fmla="*/ 1903882 w 2540310"/>
              <a:gd name="connsiteY10-3320" fmla="*/ 2529385 h 2529385"/>
              <a:gd name="connsiteX11-3321" fmla="*/ 636422 w 2540310"/>
              <a:gd name="connsiteY11-3322" fmla="*/ 2529385 h 2529385"/>
              <a:gd name="connsiteX12-3323" fmla="*/ 623722 w 2540310"/>
              <a:gd name="connsiteY12-3324" fmla="*/ 2516685 h 2529385"/>
              <a:gd name="connsiteX13-3325" fmla="*/ 623722 w 2540310"/>
              <a:gd name="connsiteY13-3326" fmla="*/ 1078282 h 2529385"/>
              <a:gd name="connsiteX14-3327" fmla="*/ 611022 w 2540310"/>
              <a:gd name="connsiteY14-3328" fmla="*/ 1065632 h 2529385"/>
              <a:gd name="connsiteX15-3329" fmla="*/ 12585 w 2540310"/>
              <a:gd name="connsiteY15-3330" fmla="*/ 1065632 h 2529385"/>
              <a:gd name="connsiteX16-3331" fmla="*/ 634 w 2540310"/>
              <a:gd name="connsiteY16-3332" fmla="*/ 1057227 h 2529385"/>
              <a:gd name="connsiteX0-3333" fmla="*/ 634 w 2540310"/>
              <a:gd name="connsiteY0-3334" fmla="*/ 1057227 h 2529385"/>
              <a:gd name="connsiteX1-3335" fmla="*/ 4489 w 2540310"/>
              <a:gd name="connsiteY1-3336" fmla="*/ 1043139 h 2529385"/>
              <a:gd name="connsiteX2-3337" fmla="*/ 1262102 w 2540310"/>
              <a:gd name="connsiteY2-3338" fmla="*/ 3028 h 2529385"/>
              <a:gd name="connsiteX3-3339" fmla="*/ 1278247 w 2540310"/>
              <a:gd name="connsiteY3-3340" fmla="*/ 3064 h 2529385"/>
              <a:gd name="connsiteX4-3341" fmla="*/ 2535860 w 2540310"/>
              <a:gd name="connsiteY4-3342" fmla="*/ 1043175 h 2529385"/>
              <a:gd name="connsiteX5-3343" fmla="*/ 2539669 w 2540310"/>
              <a:gd name="connsiteY5-3344" fmla="*/ 1057231 h 2529385"/>
              <a:gd name="connsiteX6-3345" fmla="*/ 2527719 w 2540310"/>
              <a:gd name="connsiteY6-3346" fmla="*/ 1065631 h 2529385"/>
              <a:gd name="connsiteX7-3347" fmla="*/ 1929282 w 2540310"/>
              <a:gd name="connsiteY7-3348" fmla="*/ 1065631 h 2529385"/>
              <a:gd name="connsiteX8-3349" fmla="*/ 1916582 w 2540310"/>
              <a:gd name="connsiteY8-3350" fmla="*/ 1078331 h 2529385"/>
              <a:gd name="connsiteX9-3351" fmla="*/ 1916582 w 2540310"/>
              <a:gd name="connsiteY9-3352" fmla="*/ 2516733 h 2529385"/>
              <a:gd name="connsiteX10-3353" fmla="*/ 1903882 w 2540310"/>
              <a:gd name="connsiteY10-3354" fmla="*/ 2529385 h 2529385"/>
              <a:gd name="connsiteX11-3355" fmla="*/ 636422 w 2540310"/>
              <a:gd name="connsiteY11-3356" fmla="*/ 2529385 h 2529385"/>
              <a:gd name="connsiteX12-3357" fmla="*/ 623722 w 2540310"/>
              <a:gd name="connsiteY12-3358" fmla="*/ 2516685 h 2529385"/>
              <a:gd name="connsiteX13-3359" fmla="*/ 623722 w 2540310"/>
              <a:gd name="connsiteY13-3360" fmla="*/ 1078282 h 2529385"/>
              <a:gd name="connsiteX14-3361" fmla="*/ 611022 w 2540310"/>
              <a:gd name="connsiteY14-3362" fmla="*/ 1065632 h 2529385"/>
              <a:gd name="connsiteX15-3363" fmla="*/ 12585 w 2540310"/>
              <a:gd name="connsiteY15-3364" fmla="*/ 1065632 h 2529385"/>
              <a:gd name="connsiteX16-3365" fmla="*/ 23975 w 2540310"/>
              <a:gd name="connsiteY16-3366" fmla="*/ 1048823 h 2529385"/>
              <a:gd name="connsiteX0-3367" fmla="*/ 21683 w 2538018"/>
              <a:gd name="connsiteY0-3368" fmla="*/ 1048823 h 2529385"/>
              <a:gd name="connsiteX1-3369" fmla="*/ 2197 w 2538018"/>
              <a:gd name="connsiteY1-3370" fmla="*/ 1043139 h 2529385"/>
              <a:gd name="connsiteX2-3371" fmla="*/ 1259810 w 2538018"/>
              <a:gd name="connsiteY2-3372" fmla="*/ 3028 h 2529385"/>
              <a:gd name="connsiteX3-3373" fmla="*/ 1275955 w 2538018"/>
              <a:gd name="connsiteY3-3374" fmla="*/ 3064 h 2529385"/>
              <a:gd name="connsiteX4-3375" fmla="*/ 2533568 w 2538018"/>
              <a:gd name="connsiteY4-3376" fmla="*/ 1043175 h 2529385"/>
              <a:gd name="connsiteX5-3377" fmla="*/ 2537377 w 2538018"/>
              <a:gd name="connsiteY5-3378" fmla="*/ 1057231 h 2529385"/>
              <a:gd name="connsiteX6-3379" fmla="*/ 2525427 w 2538018"/>
              <a:gd name="connsiteY6-3380" fmla="*/ 1065631 h 2529385"/>
              <a:gd name="connsiteX7-3381" fmla="*/ 1926990 w 2538018"/>
              <a:gd name="connsiteY7-3382" fmla="*/ 1065631 h 2529385"/>
              <a:gd name="connsiteX8-3383" fmla="*/ 1914290 w 2538018"/>
              <a:gd name="connsiteY8-3384" fmla="*/ 1078331 h 2529385"/>
              <a:gd name="connsiteX9-3385" fmla="*/ 1914290 w 2538018"/>
              <a:gd name="connsiteY9-3386" fmla="*/ 2516733 h 2529385"/>
              <a:gd name="connsiteX10-3387" fmla="*/ 1901590 w 2538018"/>
              <a:gd name="connsiteY10-3388" fmla="*/ 2529385 h 2529385"/>
              <a:gd name="connsiteX11-3389" fmla="*/ 634130 w 2538018"/>
              <a:gd name="connsiteY11-3390" fmla="*/ 2529385 h 2529385"/>
              <a:gd name="connsiteX12-3391" fmla="*/ 621430 w 2538018"/>
              <a:gd name="connsiteY12-3392" fmla="*/ 2516685 h 2529385"/>
              <a:gd name="connsiteX13-3393" fmla="*/ 621430 w 2538018"/>
              <a:gd name="connsiteY13-3394" fmla="*/ 1078282 h 2529385"/>
              <a:gd name="connsiteX14-3395" fmla="*/ 608730 w 2538018"/>
              <a:gd name="connsiteY14-3396" fmla="*/ 1065632 h 2529385"/>
              <a:gd name="connsiteX15-3397" fmla="*/ 10293 w 2538018"/>
              <a:gd name="connsiteY15-3398" fmla="*/ 1065632 h 2529385"/>
              <a:gd name="connsiteX16-3399" fmla="*/ 21683 w 2538018"/>
              <a:gd name="connsiteY16-3400" fmla="*/ 1048823 h 2529385"/>
              <a:gd name="connsiteX0-3401" fmla="*/ 19963 w 2536298"/>
              <a:gd name="connsiteY0-3402" fmla="*/ 1048823 h 2529385"/>
              <a:gd name="connsiteX1-3403" fmla="*/ 477 w 2536298"/>
              <a:gd name="connsiteY1-3404" fmla="*/ 1043139 h 2529385"/>
              <a:gd name="connsiteX2-3405" fmla="*/ 1258090 w 2536298"/>
              <a:gd name="connsiteY2-3406" fmla="*/ 3028 h 2529385"/>
              <a:gd name="connsiteX3-3407" fmla="*/ 1274235 w 2536298"/>
              <a:gd name="connsiteY3-3408" fmla="*/ 3064 h 2529385"/>
              <a:gd name="connsiteX4-3409" fmla="*/ 2531848 w 2536298"/>
              <a:gd name="connsiteY4-3410" fmla="*/ 1043175 h 2529385"/>
              <a:gd name="connsiteX5-3411" fmla="*/ 2535657 w 2536298"/>
              <a:gd name="connsiteY5-3412" fmla="*/ 1057231 h 2529385"/>
              <a:gd name="connsiteX6-3413" fmla="*/ 2523707 w 2536298"/>
              <a:gd name="connsiteY6-3414" fmla="*/ 1065631 h 2529385"/>
              <a:gd name="connsiteX7-3415" fmla="*/ 1925270 w 2536298"/>
              <a:gd name="connsiteY7-3416" fmla="*/ 1065631 h 2529385"/>
              <a:gd name="connsiteX8-3417" fmla="*/ 1912570 w 2536298"/>
              <a:gd name="connsiteY8-3418" fmla="*/ 1078331 h 2529385"/>
              <a:gd name="connsiteX9-3419" fmla="*/ 1912570 w 2536298"/>
              <a:gd name="connsiteY9-3420" fmla="*/ 2516733 h 2529385"/>
              <a:gd name="connsiteX10-3421" fmla="*/ 1899870 w 2536298"/>
              <a:gd name="connsiteY10-3422" fmla="*/ 2529385 h 2529385"/>
              <a:gd name="connsiteX11-3423" fmla="*/ 632410 w 2536298"/>
              <a:gd name="connsiteY11-3424" fmla="*/ 2529385 h 2529385"/>
              <a:gd name="connsiteX12-3425" fmla="*/ 619710 w 2536298"/>
              <a:gd name="connsiteY12-3426" fmla="*/ 2516685 h 2529385"/>
              <a:gd name="connsiteX13-3427" fmla="*/ 619710 w 2536298"/>
              <a:gd name="connsiteY13-3428" fmla="*/ 1078282 h 2529385"/>
              <a:gd name="connsiteX14-3429" fmla="*/ 607010 w 2536298"/>
              <a:gd name="connsiteY14-3430" fmla="*/ 1065632 h 2529385"/>
              <a:gd name="connsiteX15-3431" fmla="*/ 8573 w 2536298"/>
              <a:gd name="connsiteY15-3432" fmla="*/ 1065632 h 2529385"/>
              <a:gd name="connsiteX16-3433" fmla="*/ 19963 w 2536298"/>
              <a:gd name="connsiteY16-3434" fmla="*/ 1048823 h 2529385"/>
              <a:gd name="connsiteX0-3435" fmla="*/ 19486 w 2535821"/>
              <a:gd name="connsiteY0-3436" fmla="*/ 1048823 h 2529385"/>
              <a:gd name="connsiteX1-3437" fmla="*/ 0 w 2535821"/>
              <a:gd name="connsiteY1-3438" fmla="*/ 1043139 h 2529385"/>
              <a:gd name="connsiteX2-3439" fmla="*/ 1257613 w 2535821"/>
              <a:gd name="connsiteY2-3440" fmla="*/ 3028 h 2529385"/>
              <a:gd name="connsiteX3-3441" fmla="*/ 1273758 w 2535821"/>
              <a:gd name="connsiteY3-3442" fmla="*/ 3064 h 2529385"/>
              <a:gd name="connsiteX4-3443" fmla="*/ 2531371 w 2535821"/>
              <a:gd name="connsiteY4-3444" fmla="*/ 1043175 h 2529385"/>
              <a:gd name="connsiteX5-3445" fmla="*/ 2535180 w 2535821"/>
              <a:gd name="connsiteY5-3446" fmla="*/ 1057231 h 2529385"/>
              <a:gd name="connsiteX6-3447" fmla="*/ 2523230 w 2535821"/>
              <a:gd name="connsiteY6-3448" fmla="*/ 1065631 h 2529385"/>
              <a:gd name="connsiteX7-3449" fmla="*/ 1924793 w 2535821"/>
              <a:gd name="connsiteY7-3450" fmla="*/ 1065631 h 2529385"/>
              <a:gd name="connsiteX8-3451" fmla="*/ 1912093 w 2535821"/>
              <a:gd name="connsiteY8-3452" fmla="*/ 1078331 h 2529385"/>
              <a:gd name="connsiteX9-3453" fmla="*/ 1912093 w 2535821"/>
              <a:gd name="connsiteY9-3454" fmla="*/ 2516733 h 2529385"/>
              <a:gd name="connsiteX10-3455" fmla="*/ 1899393 w 2535821"/>
              <a:gd name="connsiteY10-3456" fmla="*/ 2529385 h 2529385"/>
              <a:gd name="connsiteX11-3457" fmla="*/ 631933 w 2535821"/>
              <a:gd name="connsiteY11-3458" fmla="*/ 2529385 h 2529385"/>
              <a:gd name="connsiteX12-3459" fmla="*/ 619233 w 2535821"/>
              <a:gd name="connsiteY12-3460" fmla="*/ 2516685 h 2529385"/>
              <a:gd name="connsiteX13-3461" fmla="*/ 619233 w 2535821"/>
              <a:gd name="connsiteY13-3462" fmla="*/ 1078282 h 2529385"/>
              <a:gd name="connsiteX14-3463" fmla="*/ 606533 w 2535821"/>
              <a:gd name="connsiteY14-3464" fmla="*/ 1065632 h 2529385"/>
              <a:gd name="connsiteX15-3465" fmla="*/ 8096 w 2535821"/>
              <a:gd name="connsiteY15-3466" fmla="*/ 1065632 h 2529385"/>
              <a:gd name="connsiteX16-3467" fmla="*/ 19486 w 2535821"/>
              <a:gd name="connsiteY16-3468" fmla="*/ 1048823 h 2529385"/>
              <a:gd name="connsiteX0-3469" fmla="*/ 12185 w 2528520"/>
              <a:gd name="connsiteY0-3470" fmla="*/ 1048823 h 2529385"/>
              <a:gd name="connsiteX1-3471" fmla="*/ 19895 w 2528520"/>
              <a:gd name="connsiteY1-3472" fmla="*/ 1020645 h 2529385"/>
              <a:gd name="connsiteX2-3473" fmla="*/ 1250312 w 2528520"/>
              <a:gd name="connsiteY2-3474" fmla="*/ 3028 h 2529385"/>
              <a:gd name="connsiteX3-3475" fmla="*/ 1266457 w 2528520"/>
              <a:gd name="connsiteY3-3476" fmla="*/ 3064 h 2529385"/>
              <a:gd name="connsiteX4-3477" fmla="*/ 2524070 w 2528520"/>
              <a:gd name="connsiteY4-3478" fmla="*/ 1043175 h 2529385"/>
              <a:gd name="connsiteX5-3479" fmla="*/ 2527879 w 2528520"/>
              <a:gd name="connsiteY5-3480" fmla="*/ 1057231 h 2529385"/>
              <a:gd name="connsiteX6-3481" fmla="*/ 2515929 w 2528520"/>
              <a:gd name="connsiteY6-3482" fmla="*/ 1065631 h 2529385"/>
              <a:gd name="connsiteX7-3483" fmla="*/ 1917492 w 2528520"/>
              <a:gd name="connsiteY7-3484" fmla="*/ 1065631 h 2529385"/>
              <a:gd name="connsiteX8-3485" fmla="*/ 1904792 w 2528520"/>
              <a:gd name="connsiteY8-3486" fmla="*/ 1078331 h 2529385"/>
              <a:gd name="connsiteX9-3487" fmla="*/ 1904792 w 2528520"/>
              <a:gd name="connsiteY9-3488" fmla="*/ 2516733 h 2529385"/>
              <a:gd name="connsiteX10-3489" fmla="*/ 1892092 w 2528520"/>
              <a:gd name="connsiteY10-3490" fmla="*/ 2529385 h 2529385"/>
              <a:gd name="connsiteX11-3491" fmla="*/ 624632 w 2528520"/>
              <a:gd name="connsiteY11-3492" fmla="*/ 2529385 h 2529385"/>
              <a:gd name="connsiteX12-3493" fmla="*/ 611932 w 2528520"/>
              <a:gd name="connsiteY12-3494" fmla="*/ 2516685 h 2529385"/>
              <a:gd name="connsiteX13-3495" fmla="*/ 611932 w 2528520"/>
              <a:gd name="connsiteY13-3496" fmla="*/ 1078282 h 2529385"/>
              <a:gd name="connsiteX14-3497" fmla="*/ 599232 w 2528520"/>
              <a:gd name="connsiteY14-3498" fmla="*/ 1065632 h 2529385"/>
              <a:gd name="connsiteX15-3499" fmla="*/ 795 w 2528520"/>
              <a:gd name="connsiteY15-3500" fmla="*/ 1065632 h 2529385"/>
              <a:gd name="connsiteX16-3501" fmla="*/ 12185 w 2528520"/>
              <a:gd name="connsiteY16-3502" fmla="*/ 1048823 h 2529385"/>
              <a:gd name="connsiteX0-3503" fmla="*/ 12185 w 2528520"/>
              <a:gd name="connsiteY0-3504" fmla="*/ 1048823 h 2529385"/>
              <a:gd name="connsiteX1-3505" fmla="*/ 19895 w 2528520"/>
              <a:gd name="connsiteY1-3506" fmla="*/ 1020645 h 2529385"/>
              <a:gd name="connsiteX2-3507" fmla="*/ 1250312 w 2528520"/>
              <a:gd name="connsiteY2-3508" fmla="*/ 3028 h 2529385"/>
              <a:gd name="connsiteX3-3509" fmla="*/ 1266457 w 2528520"/>
              <a:gd name="connsiteY3-3510" fmla="*/ 3064 h 2529385"/>
              <a:gd name="connsiteX4-3511" fmla="*/ 2524070 w 2528520"/>
              <a:gd name="connsiteY4-3512" fmla="*/ 1043175 h 2529385"/>
              <a:gd name="connsiteX5-3513" fmla="*/ 2527879 w 2528520"/>
              <a:gd name="connsiteY5-3514" fmla="*/ 1057231 h 2529385"/>
              <a:gd name="connsiteX6-3515" fmla="*/ 2515929 w 2528520"/>
              <a:gd name="connsiteY6-3516" fmla="*/ 1065631 h 2529385"/>
              <a:gd name="connsiteX7-3517" fmla="*/ 1917492 w 2528520"/>
              <a:gd name="connsiteY7-3518" fmla="*/ 1065631 h 2529385"/>
              <a:gd name="connsiteX8-3519" fmla="*/ 1904792 w 2528520"/>
              <a:gd name="connsiteY8-3520" fmla="*/ 1078331 h 2529385"/>
              <a:gd name="connsiteX9-3521" fmla="*/ 1904792 w 2528520"/>
              <a:gd name="connsiteY9-3522" fmla="*/ 2516733 h 2529385"/>
              <a:gd name="connsiteX10-3523" fmla="*/ 1892092 w 2528520"/>
              <a:gd name="connsiteY10-3524" fmla="*/ 2529385 h 2529385"/>
              <a:gd name="connsiteX11-3525" fmla="*/ 624632 w 2528520"/>
              <a:gd name="connsiteY11-3526" fmla="*/ 2529385 h 2529385"/>
              <a:gd name="connsiteX12-3527" fmla="*/ 611932 w 2528520"/>
              <a:gd name="connsiteY12-3528" fmla="*/ 2516685 h 2529385"/>
              <a:gd name="connsiteX13-3529" fmla="*/ 611932 w 2528520"/>
              <a:gd name="connsiteY13-3530" fmla="*/ 1078282 h 2529385"/>
              <a:gd name="connsiteX14-3531" fmla="*/ 599232 w 2528520"/>
              <a:gd name="connsiteY14-3532" fmla="*/ 1065632 h 2529385"/>
              <a:gd name="connsiteX15-3533" fmla="*/ 795 w 2528520"/>
              <a:gd name="connsiteY15-3534" fmla="*/ 1065632 h 2529385"/>
              <a:gd name="connsiteX16-3535" fmla="*/ 12185 w 2528520"/>
              <a:gd name="connsiteY16-3536" fmla="*/ 1048823 h 2529385"/>
              <a:gd name="connsiteX0-3537" fmla="*/ 12185 w 2528520"/>
              <a:gd name="connsiteY0-3538" fmla="*/ 1048823 h 2529385"/>
              <a:gd name="connsiteX1-3539" fmla="*/ 19895 w 2528520"/>
              <a:gd name="connsiteY1-3540" fmla="*/ 1020645 h 2529385"/>
              <a:gd name="connsiteX2-3541" fmla="*/ 1250312 w 2528520"/>
              <a:gd name="connsiteY2-3542" fmla="*/ 3028 h 2529385"/>
              <a:gd name="connsiteX3-3543" fmla="*/ 1266457 w 2528520"/>
              <a:gd name="connsiteY3-3544" fmla="*/ 3064 h 2529385"/>
              <a:gd name="connsiteX4-3545" fmla="*/ 2524070 w 2528520"/>
              <a:gd name="connsiteY4-3546" fmla="*/ 1043175 h 2529385"/>
              <a:gd name="connsiteX5-3547" fmla="*/ 2527879 w 2528520"/>
              <a:gd name="connsiteY5-3548" fmla="*/ 1057231 h 2529385"/>
              <a:gd name="connsiteX6-3549" fmla="*/ 2515929 w 2528520"/>
              <a:gd name="connsiteY6-3550" fmla="*/ 1065631 h 2529385"/>
              <a:gd name="connsiteX7-3551" fmla="*/ 1917492 w 2528520"/>
              <a:gd name="connsiteY7-3552" fmla="*/ 1065631 h 2529385"/>
              <a:gd name="connsiteX8-3553" fmla="*/ 1904792 w 2528520"/>
              <a:gd name="connsiteY8-3554" fmla="*/ 1078331 h 2529385"/>
              <a:gd name="connsiteX9-3555" fmla="*/ 1904792 w 2528520"/>
              <a:gd name="connsiteY9-3556" fmla="*/ 2516733 h 2529385"/>
              <a:gd name="connsiteX10-3557" fmla="*/ 1892092 w 2528520"/>
              <a:gd name="connsiteY10-3558" fmla="*/ 2529385 h 2529385"/>
              <a:gd name="connsiteX11-3559" fmla="*/ 624632 w 2528520"/>
              <a:gd name="connsiteY11-3560" fmla="*/ 2529385 h 2529385"/>
              <a:gd name="connsiteX12-3561" fmla="*/ 611932 w 2528520"/>
              <a:gd name="connsiteY12-3562" fmla="*/ 2516685 h 2529385"/>
              <a:gd name="connsiteX13-3563" fmla="*/ 611932 w 2528520"/>
              <a:gd name="connsiteY13-3564" fmla="*/ 1078282 h 2529385"/>
              <a:gd name="connsiteX14-3565" fmla="*/ 599232 w 2528520"/>
              <a:gd name="connsiteY14-3566" fmla="*/ 1065632 h 2529385"/>
              <a:gd name="connsiteX15-3567" fmla="*/ 795 w 2528520"/>
              <a:gd name="connsiteY15-3568" fmla="*/ 1065632 h 2529385"/>
              <a:gd name="connsiteX16-3569" fmla="*/ 12185 w 2528520"/>
              <a:gd name="connsiteY16-3570" fmla="*/ 1048823 h 2529385"/>
              <a:gd name="connsiteX0-3571" fmla="*/ 12185 w 2528520"/>
              <a:gd name="connsiteY0-3572" fmla="*/ 1048274 h 2528836"/>
              <a:gd name="connsiteX1-3573" fmla="*/ 19895 w 2528520"/>
              <a:gd name="connsiteY1-3574" fmla="*/ 1020096 h 2528836"/>
              <a:gd name="connsiteX2-3575" fmla="*/ 1242215 w 2528520"/>
              <a:gd name="connsiteY2-3576" fmla="*/ 9173 h 2528836"/>
              <a:gd name="connsiteX3-3577" fmla="*/ 1266457 w 2528520"/>
              <a:gd name="connsiteY3-3578" fmla="*/ 2515 h 2528836"/>
              <a:gd name="connsiteX4-3579" fmla="*/ 2524070 w 2528520"/>
              <a:gd name="connsiteY4-3580" fmla="*/ 1042626 h 2528836"/>
              <a:gd name="connsiteX5-3581" fmla="*/ 2527879 w 2528520"/>
              <a:gd name="connsiteY5-3582" fmla="*/ 1056682 h 2528836"/>
              <a:gd name="connsiteX6-3583" fmla="*/ 2515929 w 2528520"/>
              <a:gd name="connsiteY6-3584" fmla="*/ 1065082 h 2528836"/>
              <a:gd name="connsiteX7-3585" fmla="*/ 1917492 w 2528520"/>
              <a:gd name="connsiteY7-3586" fmla="*/ 1065082 h 2528836"/>
              <a:gd name="connsiteX8-3587" fmla="*/ 1904792 w 2528520"/>
              <a:gd name="connsiteY8-3588" fmla="*/ 1077782 h 2528836"/>
              <a:gd name="connsiteX9-3589" fmla="*/ 1904792 w 2528520"/>
              <a:gd name="connsiteY9-3590" fmla="*/ 2516184 h 2528836"/>
              <a:gd name="connsiteX10-3591" fmla="*/ 1892092 w 2528520"/>
              <a:gd name="connsiteY10-3592" fmla="*/ 2528836 h 2528836"/>
              <a:gd name="connsiteX11-3593" fmla="*/ 624632 w 2528520"/>
              <a:gd name="connsiteY11-3594" fmla="*/ 2528836 h 2528836"/>
              <a:gd name="connsiteX12-3595" fmla="*/ 611932 w 2528520"/>
              <a:gd name="connsiteY12-3596" fmla="*/ 2516136 h 2528836"/>
              <a:gd name="connsiteX13-3597" fmla="*/ 611932 w 2528520"/>
              <a:gd name="connsiteY13-3598" fmla="*/ 1077733 h 2528836"/>
              <a:gd name="connsiteX14-3599" fmla="*/ 599232 w 2528520"/>
              <a:gd name="connsiteY14-3600" fmla="*/ 1065083 h 2528836"/>
              <a:gd name="connsiteX15-3601" fmla="*/ 795 w 2528520"/>
              <a:gd name="connsiteY15-3602" fmla="*/ 1065083 h 2528836"/>
              <a:gd name="connsiteX16-3603" fmla="*/ 12185 w 2528520"/>
              <a:gd name="connsiteY16-3604" fmla="*/ 1048274 h 2528836"/>
              <a:gd name="connsiteX0-3605" fmla="*/ 12185 w 2528520"/>
              <a:gd name="connsiteY0-3606" fmla="*/ 1047650 h 2528212"/>
              <a:gd name="connsiteX1-3607" fmla="*/ 19895 w 2528520"/>
              <a:gd name="connsiteY1-3608" fmla="*/ 1019472 h 2528212"/>
              <a:gd name="connsiteX2-3609" fmla="*/ 1242215 w 2528520"/>
              <a:gd name="connsiteY2-3610" fmla="*/ 8549 h 2528212"/>
              <a:gd name="connsiteX3-3611" fmla="*/ 1266457 w 2528520"/>
              <a:gd name="connsiteY3-3612" fmla="*/ 1891 h 2528212"/>
              <a:gd name="connsiteX4-3613" fmla="*/ 2524070 w 2528520"/>
              <a:gd name="connsiteY4-3614" fmla="*/ 1042002 h 2528212"/>
              <a:gd name="connsiteX5-3615" fmla="*/ 2527879 w 2528520"/>
              <a:gd name="connsiteY5-3616" fmla="*/ 1056058 h 2528212"/>
              <a:gd name="connsiteX6-3617" fmla="*/ 2515929 w 2528520"/>
              <a:gd name="connsiteY6-3618" fmla="*/ 1064458 h 2528212"/>
              <a:gd name="connsiteX7-3619" fmla="*/ 1917492 w 2528520"/>
              <a:gd name="connsiteY7-3620" fmla="*/ 1064458 h 2528212"/>
              <a:gd name="connsiteX8-3621" fmla="*/ 1904792 w 2528520"/>
              <a:gd name="connsiteY8-3622" fmla="*/ 1077158 h 2528212"/>
              <a:gd name="connsiteX9-3623" fmla="*/ 1904792 w 2528520"/>
              <a:gd name="connsiteY9-3624" fmla="*/ 2515560 h 2528212"/>
              <a:gd name="connsiteX10-3625" fmla="*/ 1892092 w 2528520"/>
              <a:gd name="connsiteY10-3626" fmla="*/ 2528212 h 2528212"/>
              <a:gd name="connsiteX11-3627" fmla="*/ 624632 w 2528520"/>
              <a:gd name="connsiteY11-3628" fmla="*/ 2528212 h 2528212"/>
              <a:gd name="connsiteX12-3629" fmla="*/ 611932 w 2528520"/>
              <a:gd name="connsiteY12-3630" fmla="*/ 2515512 h 2528212"/>
              <a:gd name="connsiteX13-3631" fmla="*/ 611932 w 2528520"/>
              <a:gd name="connsiteY13-3632" fmla="*/ 1077109 h 2528212"/>
              <a:gd name="connsiteX14-3633" fmla="*/ 599232 w 2528520"/>
              <a:gd name="connsiteY14-3634" fmla="*/ 1064459 h 2528212"/>
              <a:gd name="connsiteX15-3635" fmla="*/ 795 w 2528520"/>
              <a:gd name="connsiteY15-3636" fmla="*/ 1064459 h 2528212"/>
              <a:gd name="connsiteX16-3637" fmla="*/ 12185 w 2528520"/>
              <a:gd name="connsiteY16-3638" fmla="*/ 1047650 h 2528212"/>
              <a:gd name="connsiteX0-3639" fmla="*/ 12185 w 2528520"/>
              <a:gd name="connsiteY0-3640" fmla="*/ 1046485 h 2527047"/>
              <a:gd name="connsiteX1-3641" fmla="*/ 19895 w 2528520"/>
              <a:gd name="connsiteY1-3642" fmla="*/ 1018307 h 2527047"/>
              <a:gd name="connsiteX2-3643" fmla="*/ 1242215 w 2528520"/>
              <a:gd name="connsiteY2-3644" fmla="*/ 7384 h 2527047"/>
              <a:gd name="connsiteX3-3645" fmla="*/ 1266457 w 2528520"/>
              <a:gd name="connsiteY3-3646" fmla="*/ 726 h 2527047"/>
              <a:gd name="connsiteX4-3647" fmla="*/ 2524070 w 2528520"/>
              <a:gd name="connsiteY4-3648" fmla="*/ 1040837 h 2527047"/>
              <a:gd name="connsiteX5-3649" fmla="*/ 2527879 w 2528520"/>
              <a:gd name="connsiteY5-3650" fmla="*/ 1054893 h 2527047"/>
              <a:gd name="connsiteX6-3651" fmla="*/ 2515929 w 2528520"/>
              <a:gd name="connsiteY6-3652" fmla="*/ 1063293 h 2527047"/>
              <a:gd name="connsiteX7-3653" fmla="*/ 1917492 w 2528520"/>
              <a:gd name="connsiteY7-3654" fmla="*/ 1063293 h 2527047"/>
              <a:gd name="connsiteX8-3655" fmla="*/ 1904792 w 2528520"/>
              <a:gd name="connsiteY8-3656" fmla="*/ 1075993 h 2527047"/>
              <a:gd name="connsiteX9-3657" fmla="*/ 1904792 w 2528520"/>
              <a:gd name="connsiteY9-3658" fmla="*/ 2514395 h 2527047"/>
              <a:gd name="connsiteX10-3659" fmla="*/ 1892092 w 2528520"/>
              <a:gd name="connsiteY10-3660" fmla="*/ 2527047 h 2527047"/>
              <a:gd name="connsiteX11-3661" fmla="*/ 624632 w 2528520"/>
              <a:gd name="connsiteY11-3662" fmla="*/ 2527047 h 2527047"/>
              <a:gd name="connsiteX12-3663" fmla="*/ 611932 w 2528520"/>
              <a:gd name="connsiteY12-3664" fmla="*/ 2514347 h 2527047"/>
              <a:gd name="connsiteX13-3665" fmla="*/ 611932 w 2528520"/>
              <a:gd name="connsiteY13-3666" fmla="*/ 1075944 h 2527047"/>
              <a:gd name="connsiteX14-3667" fmla="*/ 599232 w 2528520"/>
              <a:gd name="connsiteY14-3668" fmla="*/ 1063294 h 2527047"/>
              <a:gd name="connsiteX15-3669" fmla="*/ 795 w 2528520"/>
              <a:gd name="connsiteY15-3670" fmla="*/ 1063294 h 2527047"/>
              <a:gd name="connsiteX16-3671" fmla="*/ 12185 w 2528520"/>
              <a:gd name="connsiteY16-3672" fmla="*/ 1046485 h 2527047"/>
              <a:gd name="connsiteX0-3673" fmla="*/ 12185 w 2528520"/>
              <a:gd name="connsiteY0-3674" fmla="*/ 1045174 h 2525736"/>
              <a:gd name="connsiteX1-3675" fmla="*/ 19895 w 2528520"/>
              <a:gd name="connsiteY1-3676" fmla="*/ 1016996 h 2525736"/>
              <a:gd name="connsiteX2-3677" fmla="*/ 1242215 w 2528520"/>
              <a:gd name="connsiteY2-3678" fmla="*/ 6073 h 2525736"/>
              <a:gd name="connsiteX3-3679" fmla="*/ 1274549 w 2528520"/>
              <a:gd name="connsiteY3-3680" fmla="*/ 6109 h 2525736"/>
              <a:gd name="connsiteX4-3681" fmla="*/ 2524070 w 2528520"/>
              <a:gd name="connsiteY4-3682" fmla="*/ 1039526 h 2525736"/>
              <a:gd name="connsiteX5-3683" fmla="*/ 2527879 w 2528520"/>
              <a:gd name="connsiteY5-3684" fmla="*/ 1053582 h 2525736"/>
              <a:gd name="connsiteX6-3685" fmla="*/ 2515929 w 2528520"/>
              <a:gd name="connsiteY6-3686" fmla="*/ 1061982 h 2525736"/>
              <a:gd name="connsiteX7-3687" fmla="*/ 1917492 w 2528520"/>
              <a:gd name="connsiteY7-3688" fmla="*/ 1061982 h 2525736"/>
              <a:gd name="connsiteX8-3689" fmla="*/ 1904792 w 2528520"/>
              <a:gd name="connsiteY8-3690" fmla="*/ 1074682 h 2525736"/>
              <a:gd name="connsiteX9-3691" fmla="*/ 1904792 w 2528520"/>
              <a:gd name="connsiteY9-3692" fmla="*/ 2513084 h 2525736"/>
              <a:gd name="connsiteX10-3693" fmla="*/ 1892092 w 2528520"/>
              <a:gd name="connsiteY10-3694" fmla="*/ 2525736 h 2525736"/>
              <a:gd name="connsiteX11-3695" fmla="*/ 624632 w 2528520"/>
              <a:gd name="connsiteY11-3696" fmla="*/ 2525736 h 2525736"/>
              <a:gd name="connsiteX12-3697" fmla="*/ 611932 w 2528520"/>
              <a:gd name="connsiteY12-3698" fmla="*/ 2513036 h 2525736"/>
              <a:gd name="connsiteX13-3699" fmla="*/ 611932 w 2528520"/>
              <a:gd name="connsiteY13-3700" fmla="*/ 1074633 h 2525736"/>
              <a:gd name="connsiteX14-3701" fmla="*/ 599232 w 2528520"/>
              <a:gd name="connsiteY14-3702" fmla="*/ 1061983 h 2525736"/>
              <a:gd name="connsiteX15-3703" fmla="*/ 795 w 2528520"/>
              <a:gd name="connsiteY15-3704" fmla="*/ 1061983 h 2525736"/>
              <a:gd name="connsiteX16-3705" fmla="*/ 12185 w 2528520"/>
              <a:gd name="connsiteY16-3706" fmla="*/ 1045174 h 2525736"/>
              <a:gd name="connsiteX0-3707" fmla="*/ 12185 w 2528520"/>
              <a:gd name="connsiteY0-3708" fmla="*/ 1045174 h 2525736"/>
              <a:gd name="connsiteX1-3709" fmla="*/ 19895 w 2528520"/>
              <a:gd name="connsiteY1-3710" fmla="*/ 1016996 h 2525736"/>
              <a:gd name="connsiteX2-3711" fmla="*/ 1242215 w 2528520"/>
              <a:gd name="connsiteY2-3712" fmla="*/ 6073 h 2525736"/>
              <a:gd name="connsiteX3-3713" fmla="*/ 1274549 w 2528520"/>
              <a:gd name="connsiteY3-3714" fmla="*/ 6109 h 2525736"/>
              <a:gd name="connsiteX4-3715" fmla="*/ 2524070 w 2528520"/>
              <a:gd name="connsiteY4-3716" fmla="*/ 1039526 h 2525736"/>
              <a:gd name="connsiteX5-3717" fmla="*/ 2527879 w 2528520"/>
              <a:gd name="connsiteY5-3718" fmla="*/ 1053582 h 2525736"/>
              <a:gd name="connsiteX6-3719" fmla="*/ 2515929 w 2528520"/>
              <a:gd name="connsiteY6-3720" fmla="*/ 1061982 h 2525736"/>
              <a:gd name="connsiteX7-3721" fmla="*/ 1917492 w 2528520"/>
              <a:gd name="connsiteY7-3722" fmla="*/ 1061982 h 2525736"/>
              <a:gd name="connsiteX8-3723" fmla="*/ 1904792 w 2528520"/>
              <a:gd name="connsiteY8-3724" fmla="*/ 1074682 h 2525736"/>
              <a:gd name="connsiteX9-3725" fmla="*/ 1904792 w 2528520"/>
              <a:gd name="connsiteY9-3726" fmla="*/ 2513084 h 2525736"/>
              <a:gd name="connsiteX10-3727" fmla="*/ 1892092 w 2528520"/>
              <a:gd name="connsiteY10-3728" fmla="*/ 2525736 h 2525736"/>
              <a:gd name="connsiteX11-3729" fmla="*/ 624632 w 2528520"/>
              <a:gd name="connsiteY11-3730" fmla="*/ 2525736 h 2525736"/>
              <a:gd name="connsiteX12-3731" fmla="*/ 611932 w 2528520"/>
              <a:gd name="connsiteY12-3732" fmla="*/ 2513036 h 2525736"/>
              <a:gd name="connsiteX13-3733" fmla="*/ 611932 w 2528520"/>
              <a:gd name="connsiteY13-3734" fmla="*/ 1074633 h 2525736"/>
              <a:gd name="connsiteX14-3735" fmla="*/ 599232 w 2528520"/>
              <a:gd name="connsiteY14-3736" fmla="*/ 1061983 h 2525736"/>
              <a:gd name="connsiteX15-3737" fmla="*/ 795 w 2528520"/>
              <a:gd name="connsiteY15-3738" fmla="*/ 1061983 h 2525736"/>
              <a:gd name="connsiteX16-3739" fmla="*/ 12185 w 2528520"/>
              <a:gd name="connsiteY16-3740" fmla="*/ 1045174 h 2525736"/>
              <a:gd name="connsiteX0-3741" fmla="*/ 12185 w 2528520"/>
              <a:gd name="connsiteY0-3742" fmla="*/ 1045174 h 2525736"/>
              <a:gd name="connsiteX1-3743" fmla="*/ 19895 w 2528520"/>
              <a:gd name="connsiteY1-3744" fmla="*/ 1016996 h 2525736"/>
              <a:gd name="connsiteX2-3745" fmla="*/ 1242215 w 2528520"/>
              <a:gd name="connsiteY2-3746" fmla="*/ 6073 h 2525736"/>
              <a:gd name="connsiteX3-3747" fmla="*/ 1274549 w 2528520"/>
              <a:gd name="connsiteY3-3748" fmla="*/ 6109 h 2525736"/>
              <a:gd name="connsiteX4-3749" fmla="*/ 2524070 w 2528520"/>
              <a:gd name="connsiteY4-3750" fmla="*/ 1039526 h 2525736"/>
              <a:gd name="connsiteX5-3751" fmla="*/ 2527879 w 2528520"/>
              <a:gd name="connsiteY5-3752" fmla="*/ 1053582 h 2525736"/>
              <a:gd name="connsiteX6-3753" fmla="*/ 2515929 w 2528520"/>
              <a:gd name="connsiteY6-3754" fmla="*/ 1061982 h 2525736"/>
              <a:gd name="connsiteX7-3755" fmla="*/ 1917492 w 2528520"/>
              <a:gd name="connsiteY7-3756" fmla="*/ 1061982 h 2525736"/>
              <a:gd name="connsiteX8-3757" fmla="*/ 1904792 w 2528520"/>
              <a:gd name="connsiteY8-3758" fmla="*/ 1074682 h 2525736"/>
              <a:gd name="connsiteX9-3759" fmla="*/ 1904792 w 2528520"/>
              <a:gd name="connsiteY9-3760" fmla="*/ 2513084 h 2525736"/>
              <a:gd name="connsiteX10-3761" fmla="*/ 1892092 w 2528520"/>
              <a:gd name="connsiteY10-3762" fmla="*/ 2525736 h 2525736"/>
              <a:gd name="connsiteX11-3763" fmla="*/ 624632 w 2528520"/>
              <a:gd name="connsiteY11-3764" fmla="*/ 2525736 h 2525736"/>
              <a:gd name="connsiteX12-3765" fmla="*/ 611932 w 2528520"/>
              <a:gd name="connsiteY12-3766" fmla="*/ 2513036 h 2525736"/>
              <a:gd name="connsiteX13-3767" fmla="*/ 611932 w 2528520"/>
              <a:gd name="connsiteY13-3768" fmla="*/ 1074633 h 2525736"/>
              <a:gd name="connsiteX14-3769" fmla="*/ 599232 w 2528520"/>
              <a:gd name="connsiteY14-3770" fmla="*/ 1061983 h 2525736"/>
              <a:gd name="connsiteX15-3771" fmla="*/ 795 w 2528520"/>
              <a:gd name="connsiteY15-3772" fmla="*/ 1061983 h 2525736"/>
              <a:gd name="connsiteX16-3773" fmla="*/ 12185 w 2528520"/>
              <a:gd name="connsiteY16-3774" fmla="*/ 1045174 h 2525736"/>
              <a:gd name="connsiteX0-3775" fmla="*/ 12185 w 2528315"/>
              <a:gd name="connsiteY0-3776" fmla="*/ 1045174 h 2525736"/>
              <a:gd name="connsiteX1-3777" fmla="*/ 19895 w 2528315"/>
              <a:gd name="connsiteY1-3778" fmla="*/ 1016996 h 2525736"/>
              <a:gd name="connsiteX2-3779" fmla="*/ 1242215 w 2528315"/>
              <a:gd name="connsiteY2-3780" fmla="*/ 6073 h 2525736"/>
              <a:gd name="connsiteX3-3781" fmla="*/ 1274549 w 2528315"/>
              <a:gd name="connsiteY3-3782" fmla="*/ 6109 h 2525736"/>
              <a:gd name="connsiteX4-3783" fmla="*/ 2496871 w 2528315"/>
              <a:gd name="connsiteY4-3784" fmla="*/ 1017031 h 2525736"/>
              <a:gd name="connsiteX5-3785" fmla="*/ 2527879 w 2528315"/>
              <a:gd name="connsiteY5-3786" fmla="*/ 1053582 h 2525736"/>
              <a:gd name="connsiteX6-3787" fmla="*/ 2515929 w 2528315"/>
              <a:gd name="connsiteY6-3788" fmla="*/ 1061982 h 2525736"/>
              <a:gd name="connsiteX7-3789" fmla="*/ 1917492 w 2528315"/>
              <a:gd name="connsiteY7-3790" fmla="*/ 1061982 h 2525736"/>
              <a:gd name="connsiteX8-3791" fmla="*/ 1904792 w 2528315"/>
              <a:gd name="connsiteY8-3792" fmla="*/ 1074682 h 2525736"/>
              <a:gd name="connsiteX9-3793" fmla="*/ 1904792 w 2528315"/>
              <a:gd name="connsiteY9-3794" fmla="*/ 2513084 h 2525736"/>
              <a:gd name="connsiteX10-3795" fmla="*/ 1892092 w 2528315"/>
              <a:gd name="connsiteY10-3796" fmla="*/ 2525736 h 2525736"/>
              <a:gd name="connsiteX11-3797" fmla="*/ 624632 w 2528315"/>
              <a:gd name="connsiteY11-3798" fmla="*/ 2525736 h 2525736"/>
              <a:gd name="connsiteX12-3799" fmla="*/ 611932 w 2528315"/>
              <a:gd name="connsiteY12-3800" fmla="*/ 2513036 h 2525736"/>
              <a:gd name="connsiteX13-3801" fmla="*/ 611932 w 2528315"/>
              <a:gd name="connsiteY13-3802" fmla="*/ 1074633 h 2525736"/>
              <a:gd name="connsiteX14-3803" fmla="*/ 599232 w 2528315"/>
              <a:gd name="connsiteY14-3804" fmla="*/ 1061983 h 2525736"/>
              <a:gd name="connsiteX15-3805" fmla="*/ 795 w 2528315"/>
              <a:gd name="connsiteY15-3806" fmla="*/ 1061983 h 2525736"/>
              <a:gd name="connsiteX16-3807" fmla="*/ 12185 w 2528315"/>
              <a:gd name="connsiteY16-3808" fmla="*/ 1045174 h 2525736"/>
              <a:gd name="connsiteX0-3809" fmla="*/ 12185 w 2527958"/>
              <a:gd name="connsiteY0-3810" fmla="*/ 1045174 h 2525736"/>
              <a:gd name="connsiteX1-3811" fmla="*/ 19895 w 2527958"/>
              <a:gd name="connsiteY1-3812" fmla="*/ 1016996 h 2525736"/>
              <a:gd name="connsiteX2-3813" fmla="*/ 1242215 w 2527958"/>
              <a:gd name="connsiteY2-3814" fmla="*/ 6073 h 2525736"/>
              <a:gd name="connsiteX3-3815" fmla="*/ 1274549 w 2527958"/>
              <a:gd name="connsiteY3-3816" fmla="*/ 6109 h 2525736"/>
              <a:gd name="connsiteX4-3817" fmla="*/ 2496871 w 2527958"/>
              <a:gd name="connsiteY4-3818" fmla="*/ 1017031 h 2525736"/>
              <a:gd name="connsiteX5-3819" fmla="*/ 2527879 w 2527958"/>
              <a:gd name="connsiteY5-3820" fmla="*/ 1053582 h 2525736"/>
              <a:gd name="connsiteX6-3821" fmla="*/ 2515929 w 2527958"/>
              <a:gd name="connsiteY6-3822" fmla="*/ 1061982 h 2525736"/>
              <a:gd name="connsiteX7-3823" fmla="*/ 1917492 w 2527958"/>
              <a:gd name="connsiteY7-3824" fmla="*/ 1061982 h 2525736"/>
              <a:gd name="connsiteX8-3825" fmla="*/ 1904792 w 2527958"/>
              <a:gd name="connsiteY8-3826" fmla="*/ 1074682 h 2525736"/>
              <a:gd name="connsiteX9-3827" fmla="*/ 1904792 w 2527958"/>
              <a:gd name="connsiteY9-3828" fmla="*/ 2513084 h 2525736"/>
              <a:gd name="connsiteX10-3829" fmla="*/ 1892092 w 2527958"/>
              <a:gd name="connsiteY10-3830" fmla="*/ 2525736 h 2525736"/>
              <a:gd name="connsiteX11-3831" fmla="*/ 624632 w 2527958"/>
              <a:gd name="connsiteY11-3832" fmla="*/ 2525736 h 2525736"/>
              <a:gd name="connsiteX12-3833" fmla="*/ 611932 w 2527958"/>
              <a:gd name="connsiteY12-3834" fmla="*/ 2513036 h 2525736"/>
              <a:gd name="connsiteX13-3835" fmla="*/ 611932 w 2527958"/>
              <a:gd name="connsiteY13-3836" fmla="*/ 1074633 h 2525736"/>
              <a:gd name="connsiteX14-3837" fmla="*/ 599232 w 2527958"/>
              <a:gd name="connsiteY14-3838" fmla="*/ 1061983 h 2525736"/>
              <a:gd name="connsiteX15-3839" fmla="*/ 795 w 2527958"/>
              <a:gd name="connsiteY15-3840" fmla="*/ 1061983 h 2525736"/>
              <a:gd name="connsiteX16-3841" fmla="*/ 12185 w 2527958"/>
              <a:gd name="connsiteY16-3842" fmla="*/ 1045174 h 2525736"/>
              <a:gd name="connsiteX0-3843" fmla="*/ 12185 w 2527879"/>
              <a:gd name="connsiteY0-3844" fmla="*/ 1045174 h 2525736"/>
              <a:gd name="connsiteX1-3845" fmla="*/ 19895 w 2527879"/>
              <a:gd name="connsiteY1-3846" fmla="*/ 1016996 h 2525736"/>
              <a:gd name="connsiteX2-3847" fmla="*/ 1242215 w 2527879"/>
              <a:gd name="connsiteY2-3848" fmla="*/ 6073 h 2525736"/>
              <a:gd name="connsiteX3-3849" fmla="*/ 1274549 w 2527879"/>
              <a:gd name="connsiteY3-3850" fmla="*/ 6109 h 2525736"/>
              <a:gd name="connsiteX4-3851" fmla="*/ 2496871 w 2527879"/>
              <a:gd name="connsiteY4-3852" fmla="*/ 1017031 h 2525736"/>
              <a:gd name="connsiteX5-3853" fmla="*/ 2527879 w 2527879"/>
              <a:gd name="connsiteY5-3854" fmla="*/ 1053582 h 2525736"/>
              <a:gd name="connsiteX6-3855" fmla="*/ 2515929 w 2527879"/>
              <a:gd name="connsiteY6-3856" fmla="*/ 1061982 h 2525736"/>
              <a:gd name="connsiteX7-3857" fmla="*/ 1917492 w 2527879"/>
              <a:gd name="connsiteY7-3858" fmla="*/ 1061982 h 2525736"/>
              <a:gd name="connsiteX8-3859" fmla="*/ 1904792 w 2527879"/>
              <a:gd name="connsiteY8-3860" fmla="*/ 1074682 h 2525736"/>
              <a:gd name="connsiteX9-3861" fmla="*/ 1904792 w 2527879"/>
              <a:gd name="connsiteY9-3862" fmla="*/ 2513084 h 2525736"/>
              <a:gd name="connsiteX10-3863" fmla="*/ 1892092 w 2527879"/>
              <a:gd name="connsiteY10-3864" fmla="*/ 2525736 h 2525736"/>
              <a:gd name="connsiteX11-3865" fmla="*/ 624632 w 2527879"/>
              <a:gd name="connsiteY11-3866" fmla="*/ 2525736 h 2525736"/>
              <a:gd name="connsiteX12-3867" fmla="*/ 611932 w 2527879"/>
              <a:gd name="connsiteY12-3868" fmla="*/ 2513036 h 2525736"/>
              <a:gd name="connsiteX13-3869" fmla="*/ 611932 w 2527879"/>
              <a:gd name="connsiteY13-3870" fmla="*/ 1074633 h 2525736"/>
              <a:gd name="connsiteX14-3871" fmla="*/ 599232 w 2527879"/>
              <a:gd name="connsiteY14-3872" fmla="*/ 1061983 h 2525736"/>
              <a:gd name="connsiteX15-3873" fmla="*/ 795 w 2527879"/>
              <a:gd name="connsiteY15-3874" fmla="*/ 1061983 h 2525736"/>
              <a:gd name="connsiteX16-3875" fmla="*/ 12185 w 2527879"/>
              <a:gd name="connsiteY16-3876" fmla="*/ 1045174 h 2525736"/>
              <a:gd name="connsiteX0-3877" fmla="*/ 12185 w 2520339"/>
              <a:gd name="connsiteY0-3878" fmla="*/ 1045174 h 2525736"/>
              <a:gd name="connsiteX1-3879" fmla="*/ 19895 w 2520339"/>
              <a:gd name="connsiteY1-3880" fmla="*/ 1016996 h 2525736"/>
              <a:gd name="connsiteX2-3881" fmla="*/ 1242215 w 2520339"/>
              <a:gd name="connsiteY2-3882" fmla="*/ 6073 h 2525736"/>
              <a:gd name="connsiteX3-3883" fmla="*/ 1274549 w 2520339"/>
              <a:gd name="connsiteY3-3884" fmla="*/ 6109 h 2525736"/>
              <a:gd name="connsiteX4-3885" fmla="*/ 2496871 w 2520339"/>
              <a:gd name="connsiteY4-3886" fmla="*/ 1017031 h 2525736"/>
              <a:gd name="connsiteX5-3887" fmla="*/ 2504535 w 2520339"/>
              <a:gd name="connsiteY5-3888" fmla="*/ 1045181 h 2525736"/>
              <a:gd name="connsiteX6-3889" fmla="*/ 2515929 w 2520339"/>
              <a:gd name="connsiteY6-3890" fmla="*/ 1061982 h 2525736"/>
              <a:gd name="connsiteX7-3891" fmla="*/ 1917492 w 2520339"/>
              <a:gd name="connsiteY7-3892" fmla="*/ 1061982 h 2525736"/>
              <a:gd name="connsiteX8-3893" fmla="*/ 1904792 w 2520339"/>
              <a:gd name="connsiteY8-3894" fmla="*/ 1074682 h 2525736"/>
              <a:gd name="connsiteX9-3895" fmla="*/ 1904792 w 2520339"/>
              <a:gd name="connsiteY9-3896" fmla="*/ 2513084 h 2525736"/>
              <a:gd name="connsiteX10-3897" fmla="*/ 1892092 w 2520339"/>
              <a:gd name="connsiteY10-3898" fmla="*/ 2525736 h 2525736"/>
              <a:gd name="connsiteX11-3899" fmla="*/ 624632 w 2520339"/>
              <a:gd name="connsiteY11-3900" fmla="*/ 2525736 h 2525736"/>
              <a:gd name="connsiteX12-3901" fmla="*/ 611932 w 2520339"/>
              <a:gd name="connsiteY12-3902" fmla="*/ 2513036 h 2525736"/>
              <a:gd name="connsiteX13-3903" fmla="*/ 611932 w 2520339"/>
              <a:gd name="connsiteY13-3904" fmla="*/ 1074633 h 2525736"/>
              <a:gd name="connsiteX14-3905" fmla="*/ 599232 w 2520339"/>
              <a:gd name="connsiteY14-3906" fmla="*/ 1061983 h 2525736"/>
              <a:gd name="connsiteX15-3907" fmla="*/ 795 w 2520339"/>
              <a:gd name="connsiteY15-3908" fmla="*/ 1061983 h 2525736"/>
              <a:gd name="connsiteX16-3909" fmla="*/ 12185 w 2520339"/>
              <a:gd name="connsiteY16-3910" fmla="*/ 1045174 h 2525736"/>
              <a:gd name="connsiteX0-3911" fmla="*/ 12185 w 2516723"/>
              <a:gd name="connsiteY0-3912" fmla="*/ 1045174 h 2525736"/>
              <a:gd name="connsiteX1-3913" fmla="*/ 19895 w 2516723"/>
              <a:gd name="connsiteY1-3914" fmla="*/ 1016996 h 2525736"/>
              <a:gd name="connsiteX2-3915" fmla="*/ 1242215 w 2516723"/>
              <a:gd name="connsiteY2-3916" fmla="*/ 6073 h 2525736"/>
              <a:gd name="connsiteX3-3917" fmla="*/ 1274549 w 2516723"/>
              <a:gd name="connsiteY3-3918" fmla="*/ 6109 h 2525736"/>
              <a:gd name="connsiteX4-3919" fmla="*/ 2496871 w 2516723"/>
              <a:gd name="connsiteY4-3920" fmla="*/ 1017031 h 2525736"/>
              <a:gd name="connsiteX5-3921" fmla="*/ 2504535 w 2516723"/>
              <a:gd name="connsiteY5-3922" fmla="*/ 1045181 h 2525736"/>
              <a:gd name="connsiteX6-3923" fmla="*/ 2515929 w 2516723"/>
              <a:gd name="connsiteY6-3924" fmla="*/ 1061982 h 2525736"/>
              <a:gd name="connsiteX7-3925" fmla="*/ 1917492 w 2516723"/>
              <a:gd name="connsiteY7-3926" fmla="*/ 1061982 h 2525736"/>
              <a:gd name="connsiteX8-3927" fmla="*/ 1904792 w 2516723"/>
              <a:gd name="connsiteY8-3928" fmla="*/ 1074682 h 2525736"/>
              <a:gd name="connsiteX9-3929" fmla="*/ 1904792 w 2516723"/>
              <a:gd name="connsiteY9-3930" fmla="*/ 2513084 h 2525736"/>
              <a:gd name="connsiteX10-3931" fmla="*/ 1892092 w 2516723"/>
              <a:gd name="connsiteY10-3932" fmla="*/ 2525736 h 2525736"/>
              <a:gd name="connsiteX11-3933" fmla="*/ 624632 w 2516723"/>
              <a:gd name="connsiteY11-3934" fmla="*/ 2525736 h 2525736"/>
              <a:gd name="connsiteX12-3935" fmla="*/ 611932 w 2516723"/>
              <a:gd name="connsiteY12-3936" fmla="*/ 2513036 h 2525736"/>
              <a:gd name="connsiteX13-3937" fmla="*/ 611932 w 2516723"/>
              <a:gd name="connsiteY13-3938" fmla="*/ 1074633 h 2525736"/>
              <a:gd name="connsiteX14-3939" fmla="*/ 599232 w 2516723"/>
              <a:gd name="connsiteY14-3940" fmla="*/ 1061983 h 2525736"/>
              <a:gd name="connsiteX15-3941" fmla="*/ 795 w 2516723"/>
              <a:gd name="connsiteY15-3942" fmla="*/ 1061983 h 2525736"/>
              <a:gd name="connsiteX16-3943" fmla="*/ 12185 w 2516723"/>
              <a:gd name="connsiteY16-3944" fmla="*/ 1045174 h 2525736"/>
              <a:gd name="connsiteX0-3945" fmla="*/ 12185 w 2515929"/>
              <a:gd name="connsiteY0-3946" fmla="*/ 1045174 h 2525736"/>
              <a:gd name="connsiteX1-3947" fmla="*/ 19895 w 2515929"/>
              <a:gd name="connsiteY1-3948" fmla="*/ 1016996 h 2525736"/>
              <a:gd name="connsiteX2-3949" fmla="*/ 1242215 w 2515929"/>
              <a:gd name="connsiteY2-3950" fmla="*/ 6073 h 2525736"/>
              <a:gd name="connsiteX3-3951" fmla="*/ 1274549 w 2515929"/>
              <a:gd name="connsiteY3-3952" fmla="*/ 6109 h 2525736"/>
              <a:gd name="connsiteX4-3953" fmla="*/ 2496871 w 2515929"/>
              <a:gd name="connsiteY4-3954" fmla="*/ 1017031 h 2525736"/>
              <a:gd name="connsiteX5-3955" fmla="*/ 2504535 w 2515929"/>
              <a:gd name="connsiteY5-3956" fmla="*/ 1045181 h 2525736"/>
              <a:gd name="connsiteX6-3957" fmla="*/ 2515929 w 2515929"/>
              <a:gd name="connsiteY6-3958" fmla="*/ 1061982 h 2525736"/>
              <a:gd name="connsiteX7-3959" fmla="*/ 1917492 w 2515929"/>
              <a:gd name="connsiteY7-3960" fmla="*/ 1061982 h 2525736"/>
              <a:gd name="connsiteX8-3961" fmla="*/ 1904792 w 2515929"/>
              <a:gd name="connsiteY8-3962" fmla="*/ 1074682 h 2525736"/>
              <a:gd name="connsiteX9-3963" fmla="*/ 1904792 w 2515929"/>
              <a:gd name="connsiteY9-3964" fmla="*/ 2513084 h 2525736"/>
              <a:gd name="connsiteX10-3965" fmla="*/ 1892092 w 2515929"/>
              <a:gd name="connsiteY10-3966" fmla="*/ 2525736 h 2525736"/>
              <a:gd name="connsiteX11-3967" fmla="*/ 624632 w 2515929"/>
              <a:gd name="connsiteY11-3968" fmla="*/ 2525736 h 2525736"/>
              <a:gd name="connsiteX12-3969" fmla="*/ 611932 w 2515929"/>
              <a:gd name="connsiteY12-3970" fmla="*/ 2513036 h 2525736"/>
              <a:gd name="connsiteX13-3971" fmla="*/ 611932 w 2515929"/>
              <a:gd name="connsiteY13-3972" fmla="*/ 1074633 h 2525736"/>
              <a:gd name="connsiteX14-3973" fmla="*/ 599232 w 2515929"/>
              <a:gd name="connsiteY14-3974" fmla="*/ 1061983 h 2525736"/>
              <a:gd name="connsiteX15-3975" fmla="*/ 795 w 2515929"/>
              <a:gd name="connsiteY15-3976" fmla="*/ 1061983 h 2525736"/>
              <a:gd name="connsiteX16-3977" fmla="*/ 12185 w 2515929"/>
              <a:gd name="connsiteY16-3978" fmla="*/ 1045174 h 2525736"/>
              <a:gd name="connsiteX0-3979" fmla="*/ 12185 w 2505809"/>
              <a:gd name="connsiteY0-3980" fmla="*/ 1045174 h 2525736"/>
              <a:gd name="connsiteX1-3981" fmla="*/ 19895 w 2505809"/>
              <a:gd name="connsiteY1-3982" fmla="*/ 1016996 h 2525736"/>
              <a:gd name="connsiteX2-3983" fmla="*/ 1242215 w 2505809"/>
              <a:gd name="connsiteY2-3984" fmla="*/ 6073 h 2525736"/>
              <a:gd name="connsiteX3-3985" fmla="*/ 1274549 w 2505809"/>
              <a:gd name="connsiteY3-3986" fmla="*/ 6109 h 2525736"/>
              <a:gd name="connsiteX4-3987" fmla="*/ 2496871 w 2505809"/>
              <a:gd name="connsiteY4-3988" fmla="*/ 1017031 h 2525736"/>
              <a:gd name="connsiteX5-3989" fmla="*/ 2504535 w 2505809"/>
              <a:gd name="connsiteY5-3990" fmla="*/ 1045181 h 2525736"/>
              <a:gd name="connsiteX6-3991" fmla="*/ 2480635 w 2505809"/>
              <a:gd name="connsiteY6-3992" fmla="*/ 1061981 h 2525736"/>
              <a:gd name="connsiteX7-3993" fmla="*/ 1917492 w 2505809"/>
              <a:gd name="connsiteY7-3994" fmla="*/ 1061982 h 2525736"/>
              <a:gd name="connsiteX8-3995" fmla="*/ 1904792 w 2505809"/>
              <a:gd name="connsiteY8-3996" fmla="*/ 1074682 h 2525736"/>
              <a:gd name="connsiteX9-3997" fmla="*/ 1904792 w 2505809"/>
              <a:gd name="connsiteY9-3998" fmla="*/ 2513084 h 2525736"/>
              <a:gd name="connsiteX10-3999" fmla="*/ 1892092 w 2505809"/>
              <a:gd name="connsiteY10-4000" fmla="*/ 2525736 h 2525736"/>
              <a:gd name="connsiteX11-4001" fmla="*/ 624632 w 2505809"/>
              <a:gd name="connsiteY11-4002" fmla="*/ 2525736 h 2525736"/>
              <a:gd name="connsiteX12-4003" fmla="*/ 611932 w 2505809"/>
              <a:gd name="connsiteY12-4004" fmla="*/ 2513036 h 2525736"/>
              <a:gd name="connsiteX13-4005" fmla="*/ 611932 w 2505809"/>
              <a:gd name="connsiteY13-4006" fmla="*/ 1074633 h 2525736"/>
              <a:gd name="connsiteX14-4007" fmla="*/ 599232 w 2505809"/>
              <a:gd name="connsiteY14-4008" fmla="*/ 1061983 h 2525736"/>
              <a:gd name="connsiteX15-4009" fmla="*/ 795 w 2505809"/>
              <a:gd name="connsiteY15-4010" fmla="*/ 1061983 h 2525736"/>
              <a:gd name="connsiteX16-4011" fmla="*/ 12185 w 2505809"/>
              <a:gd name="connsiteY16-4012" fmla="*/ 1045174 h 2525736"/>
              <a:gd name="connsiteX0-4013" fmla="*/ 12185 w 2505809"/>
              <a:gd name="connsiteY0-4014" fmla="*/ 1045174 h 2525736"/>
              <a:gd name="connsiteX1-4015" fmla="*/ 19895 w 2505809"/>
              <a:gd name="connsiteY1-4016" fmla="*/ 1016996 h 2525736"/>
              <a:gd name="connsiteX2-4017" fmla="*/ 1242215 w 2505809"/>
              <a:gd name="connsiteY2-4018" fmla="*/ 6073 h 2525736"/>
              <a:gd name="connsiteX3-4019" fmla="*/ 1274549 w 2505809"/>
              <a:gd name="connsiteY3-4020" fmla="*/ 6109 h 2525736"/>
              <a:gd name="connsiteX4-4021" fmla="*/ 2496871 w 2505809"/>
              <a:gd name="connsiteY4-4022" fmla="*/ 1017031 h 2525736"/>
              <a:gd name="connsiteX5-4023" fmla="*/ 2504535 w 2505809"/>
              <a:gd name="connsiteY5-4024" fmla="*/ 1045181 h 2525736"/>
              <a:gd name="connsiteX6-4025" fmla="*/ 2480635 w 2505809"/>
              <a:gd name="connsiteY6-4026" fmla="*/ 1061981 h 2525736"/>
              <a:gd name="connsiteX7-4027" fmla="*/ 1917492 w 2505809"/>
              <a:gd name="connsiteY7-4028" fmla="*/ 1061982 h 2525736"/>
              <a:gd name="connsiteX8-4029" fmla="*/ 1904792 w 2505809"/>
              <a:gd name="connsiteY8-4030" fmla="*/ 1074682 h 2525736"/>
              <a:gd name="connsiteX9-4031" fmla="*/ 1904792 w 2505809"/>
              <a:gd name="connsiteY9-4032" fmla="*/ 2513084 h 2525736"/>
              <a:gd name="connsiteX10-4033" fmla="*/ 1892092 w 2505809"/>
              <a:gd name="connsiteY10-4034" fmla="*/ 2525736 h 2525736"/>
              <a:gd name="connsiteX11-4035" fmla="*/ 624632 w 2505809"/>
              <a:gd name="connsiteY11-4036" fmla="*/ 2525736 h 2525736"/>
              <a:gd name="connsiteX12-4037" fmla="*/ 611932 w 2505809"/>
              <a:gd name="connsiteY12-4038" fmla="*/ 2513036 h 2525736"/>
              <a:gd name="connsiteX13-4039" fmla="*/ 611932 w 2505809"/>
              <a:gd name="connsiteY13-4040" fmla="*/ 1074633 h 2525736"/>
              <a:gd name="connsiteX14-4041" fmla="*/ 599232 w 2505809"/>
              <a:gd name="connsiteY14-4042" fmla="*/ 1061983 h 2525736"/>
              <a:gd name="connsiteX15-4043" fmla="*/ 795 w 2505809"/>
              <a:gd name="connsiteY15-4044" fmla="*/ 1061983 h 2525736"/>
              <a:gd name="connsiteX16-4045" fmla="*/ 12185 w 2505809"/>
              <a:gd name="connsiteY16-4046" fmla="*/ 1045174 h 2525736"/>
              <a:gd name="connsiteX0-4047" fmla="*/ 12185 w 2505809"/>
              <a:gd name="connsiteY0-4048" fmla="*/ 1045174 h 2525736"/>
              <a:gd name="connsiteX1-4049" fmla="*/ 19895 w 2505809"/>
              <a:gd name="connsiteY1-4050" fmla="*/ 1016996 h 2525736"/>
              <a:gd name="connsiteX2-4051" fmla="*/ 1242215 w 2505809"/>
              <a:gd name="connsiteY2-4052" fmla="*/ 6073 h 2525736"/>
              <a:gd name="connsiteX3-4053" fmla="*/ 1274549 w 2505809"/>
              <a:gd name="connsiteY3-4054" fmla="*/ 6109 h 2525736"/>
              <a:gd name="connsiteX4-4055" fmla="*/ 2496871 w 2505809"/>
              <a:gd name="connsiteY4-4056" fmla="*/ 1017031 h 2525736"/>
              <a:gd name="connsiteX5-4057" fmla="*/ 2504535 w 2505809"/>
              <a:gd name="connsiteY5-4058" fmla="*/ 1045181 h 2525736"/>
              <a:gd name="connsiteX6-4059" fmla="*/ 2480635 w 2505809"/>
              <a:gd name="connsiteY6-4060" fmla="*/ 1061981 h 2525736"/>
              <a:gd name="connsiteX7-4061" fmla="*/ 1917492 w 2505809"/>
              <a:gd name="connsiteY7-4062" fmla="*/ 1061982 h 2525736"/>
              <a:gd name="connsiteX8-4063" fmla="*/ 1904792 w 2505809"/>
              <a:gd name="connsiteY8-4064" fmla="*/ 1074682 h 2525736"/>
              <a:gd name="connsiteX9-4065" fmla="*/ 1904792 w 2505809"/>
              <a:gd name="connsiteY9-4066" fmla="*/ 2513084 h 2525736"/>
              <a:gd name="connsiteX10-4067" fmla="*/ 1892092 w 2505809"/>
              <a:gd name="connsiteY10-4068" fmla="*/ 2525736 h 2525736"/>
              <a:gd name="connsiteX11-4069" fmla="*/ 624632 w 2505809"/>
              <a:gd name="connsiteY11-4070" fmla="*/ 2525736 h 2525736"/>
              <a:gd name="connsiteX12-4071" fmla="*/ 611932 w 2505809"/>
              <a:gd name="connsiteY12-4072" fmla="*/ 2513036 h 2525736"/>
              <a:gd name="connsiteX13-4073" fmla="*/ 611932 w 2505809"/>
              <a:gd name="connsiteY13-4074" fmla="*/ 1074633 h 2525736"/>
              <a:gd name="connsiteX14-4075" fmla="*/ 599232 w 2505809"/>
              <a:gd name="connsiteY14-4076" fmla="*/ 1061983 h 2525736"/>
              <a:gd name="connsiteX15-4077" fmla="*/ 795 w 2505809"/>
              <a:gd name="connsiteY15-4078" fmla="*/ 1061983 h 2525736"/>
              <a:gd name="connsiteX16-4079" fmla="*/ 12185 w 2505809"/>
              <a:gd name="connsiteY16-4080" fmla="*/ 1045174 h 2525736"/>
              <a:gd name="connsiteX0-4081" fmla="*/ 12185 w 2505809"/>
              <a:gd name="connsiteY0-4082" fmla="*/ 1045174 h 2525736"/>
              <a:gd name="connsiteX1-4083" fmla="*/ 19895 w 2505809"/>
              <a:gd name="connsiteY1-4084" fmla="*/ 1016996 h 2525736"/>
              <a:gd name="connsiteX2-4085" fmla="*/ 1242215 w 2505809"/>
              <a:gd name="connsiteY2-4086" fmla="*/ 6073 h 2525736"/>
              <a:gd name="connsiteX3-4087" fmla="*/ 1274549 w 2505809"/>
              <a:gd name="connsiteY3-4088" fmla="*/ 6109 h 2525736"/>
              <a:gd name="connsiteX4-4089" fmla="*/ 2496871 w 2505809"/>
              <a:gd name="connsiteY4-4090" fmla="*/ 1017031 h 2525736"/>
              <a:gd name="connsiteX5-4091" fmla="*/ 2504535 w 2505809"/>
              <a:gd name="connsiteY5-4092" fmla="*/ 1045181 h 2525736"/>
              <a:gd name="connsiteX6-4093" fmla="*/ 2480635 w 2505809"/>
              <a:gd name="connsiteY6-4094" fmla="*/ 1061981 h 2525736"/>
              <a:gd name="connsiteX7-4095" fmla="*/ 1930192 w 2505809"/>
              <a:gd name="connsiteY7-4096" fmla="*/ 1061981 h 2525736"/>
              <a:gd name="connsiteX8-4097" fmla="*/ 1904792 w 2505809"/>
              <a:gd name="connsiteY8-4098" fmla="*/ 1074682 h 2525736"/>
              <a:gd name="connsiteX9-4099" fmla="*/ 1904792 w 2505809"/>
              <a:gd name="connsiteY9-4100" fmla="*/ 2513084 h 2525736"/>
              <a:gd name="connsiteX10-4101" fmla="*/ 1892092 w 2505809"/>
              <a:gd name="connsiteY10-4102" fmla="*/ 2525736 h 2525736"/>
              <a:gd name="connsiteX11-4103" fmla="*/ 624632 w 2505809"/>
              <a:gd name="connsiteY11-4104" fmla="*/ 2525736 h 2525736"/>
              <a:gd name="connsiteX12-4105" fmla="*/ 611932 w 2505809"/>
              <a:gd name="connsiteY12-4106" fmla="*/ 2513036 h 2525736"/>
              <a:gd name="connsiteX13-4107" fmla="*/ 611932 w 2505809"/>
              <a:gd name="connsiteY13-4108" fmla="*/ 1074633 h 2525736"/>
              <a:gd name="connsiteX14-4109" fmla="*/ 599232 w 2505809"/>
              <a:gd name="connsiteY14-4110" fmla="*/ 1061983 h 2525736"/>
              <a:gd name="connsiteX15-4111" fmla="*/ 795 w 2505809"/>
              <a:gd name="connsiteY15-4112" fmla="*/ 1061983 h 2525736"/>
              <a:gd name="connsiteX16-4113" fmla="*/ 12185 w 2505809"/>
              <a:gd name="connsiteY16-4114" fmla="*/ 1045174 h 2525736"/>
              <a:gd name="connsiteX0-4115" fmla="*/ 12185 w 2505809"/>
              <a:gd name="connsiteY0-4116" fmla="*/ 1045174 h 2525736"/>
              <a:gd name="connsiteX1-4117" fmla="*/ 19895 w 2505809"/>
              <a:gd name="connsiteY1-4118" fmla="*/ 1016996 h 2525736"/>
              <a:gd name="connsiteX2-4119" fmla="*/ 1242215 w 2505809"/>
              <a:gd name="connsiteY2-4120" fmla="*/ 6073 h 2525736"/>
              <a:gd name="connsiteX3-4121" fmla="*/ 1274549 w 2505809"/>
              <a:gd name="connsiteY3-4122" fmla="*/ 6109 h 2525736"/>
              <a:gd name="connsiteX4-4123" fmla="*/ 2496871 w 2505809"/>
              <a:gd name="connsiteY4-4124" fmla="*/ 1017031 h 2525736"/>
              <a:gd name="connsiteX5-4125" fmla="*/ 2504535 w 2505809"/>
              <a:gd name="connsiteY5-4126" fmla="*/ 1045181 h 2525736"/>
              <a:gd name="connsiteX6-4127" fmla="*/ 2480635 w 2505809"/>
              <a:gd name="connsiteY6-4128" fmla="*/ 1061981 h 2525736"/>
              <a:gd name="connsiteX7-4129" fmla="*/ 1930192 w 2505809"/>
              <a:gd name="connsiteY7-4130" fmla="*/ 1061981 h 2525736"/>
              <a:gd name="connsiteX8-4131" fmla="*/ 1904792 w 2505809"/>
              <a:gd name="connsiteY8-4132" fmla="*/ 1074682 h 2525736"/>
              <a:gd name="connsiteX9-4133" fmla="*/ 1904792 w 2505809"/>
              <a:gd name="connsiteY9-4134" fmla="*/ 2513084 h 2525736"/>
              <a:gd name="connsiteX10-4135" fmla="*/ 1892092 w 2505809"/>
              <a:gd name="connsiteY10-4136" fmla="*/ 2525736 h 2525736"/>
              <a:gd name="connsiteX11-4137" fmla="*/ 624632 w 2505809"/>
              <a:gd name="connsiteY11-4138" fmla="*/ 2525736 h 2525736"/>
              <a:gd name="connsiteX12-4139" fmla="*/ 611932 w 2505809"/>
              <a:gd name="connsiteY12-4140" fmla="*/ 2513036 h 2525736"/>
              <a:gd name="connsiteX13-4141" fmla="*/ 611932 w 2505809"/>
              <a:gd name="connsiteY13-4142" fmla="*/ 1074633 h 2525736"/>
              <a:gd name="connsiteX14-4143" fmla="*/ 599232 w 2505809"/>
              <a:gd name="connsiteY14-4144" fmla="*/ 1061983 h 2525736"/>
              <a:gd name="connsiteX15-4145" fmla="*/ 795 w 2505809"/>
              <a:gd name="connsiteY15-4146" fmla="*/ 1061983 h 2525736"/>
              <a:gd name="connsiteX16-4147" fmla="*/ 12185 w 2505809"/>
              <a:gd name="connsiteY16-4148" fmla="*/ 1045174 h 2525736"/>
              <a:gd name="connsiteX0-4149" fmla="*/ 12185 w 2505809"/>
              <a:gd name="connsiteY0-4150" fmla="*/ 1045174 h 2525736"/>
              <a:gd name="connsiteX1-4151" fmla="*/ 19895 w 2505809"/>
              <a:gd name="connsiteY1-4152" fmla="*/ 1016996 h 2525736"/>
              <a:gd name="connsiteX2-4153" fmla="*/ 1242215 w 2505809"/>
              <a:gd name="connsiteY2-4154" fmla="*/ 6073 h 2525736"/>
              <a:gd name="connsiteX3-4155" fmla="*/ 1274549 w 2505809"/>
              <a:gd name="connsiteY3-4156" fmla="*/ 6109 h 2525736"/>
              <a:gd name="connsiteX4-4157" fmla="*/ 2496871 w 2505809"/>
              <a:gd name="connsiteY4-4158" fmla="*/ 1017031 h 2525736"/>
              <a:gd name="connsiteX5-4159" fmla="*/ 2504535 w 2505809"/>
              <a:gd name="connsiteY5-4160" fmla="*/ 1045181 h 2525736"/>
              <a:gd name="connsiteX6-4161" fmla="*/ 2480635 w 2505809"/>
              <a:gd name="connsiteY6-4162" fmla="*/ 1061981 h 2525736"/>
              <a:gd name="connsiteX7-4163" fmla="*/ 1930192 w 2505809"/>
              <a:gd name="connsiteY7-4164" fmla="*/ 1061981 h 2525736"/>
              <a:gd name="connsiteX8-4165" fmla="*/ 1904792 w 2505809"/>
              <a:gd name="connsiteY8-4166" fmla="*/ 1074682 h 2525736"/>
              <a:gd name="connsiteX9-4167" fmla="*/ 1904792 w 2505809"/>
              <a:gd name="connsiteY9-4168" fmla="*/ 2513084 h 2525736"/>
              <a:gd name="connsiteX10-4169" fmla="*/ 1892092 w 2505809"/>
              <a:gd name="connsiteY10-4170" fmla="*/ 2525736 h 2525736"/>
              <a:gd name="connsiteX11-4171" fmla="*/ 624632 w 2505809"/>
              <a:gd name="connsiteY11-4172" fmla="*/ 2525736 h 2525736"/>
              <a:gd name="connsiteX12-4173" fmla="*/ 611932 w 2505809"/>
              <a:gd name="connsiteY12-4174" fmla="*/ 2513036 h 2525736"/>
              <a:gd name="connsiteX13-4175" fmla="*/ 611932 w 2505809"/>
              <a:gd name="connsiteY13-4176" fmla="*/ 1074633 h 2525736"/>
              <a:gd name="connsiteX14-4177" fmla="*/ 599232 w 2505809"/>
              <a:gd name="connsiteY14-4178" fmla="*/ 1061983 h 2525736"/>
              <a:gd name="connsiteX15-4179" fmla="*/ 795 w 2505809"/>
              <a:gd name="connsiteY15-4180" fmla="*/ 1061983 h 2525736"/>
              <a:gd name="connsiteX16-4181" fmla="*/ 12185 w 2505809"/>
              <a:gd name="connsiteY16-4182" fmla="*/ 1045174 h 2525736"/>
              <a:gd name="connsiteX0-4183" fmla="*/ 12185 w 2505809"/>
              <a:gd name="connsiteY0-4184" fmla="*/ 1045174 h 2525736"/>
              <a:gd name="connsiteX1-4185" fmla="*/ 19895 w 2505809"/>
              <a:gd name="connsiteY1-4186" fmla="*/ 1016996 h 2525736"/>
              <a:gd name="connsiteX2-4187" fmla="*/ 1242215 w 2505809"/>
              <a:gd name="connsiteY2-4188" fmla="*/ 6073 h 2525736"/>
              <a:gd name="connsiteX3-4189" fmla="*/ 1274549 w 2505809"/>
              <a:gd name="connsiteY3-4190" fmla="*/ 6109 h 2525736"/>
              <a:gd name="connsiteX4-4191" fmla="*/ 2496871 w 2505809"/>
              <a:gd name="connsiteY4-4192" fmla="*/ 1017031 h 2525736"/>
              <a:gd name="connsiteX5-4193" fmla="*/ 2504535 w 2505809"/>
              <a:gd name="connsiteY5-4194" fmla="*/ 1045181 h 2525736"/>
              <a:gd name="connsiteX6-4195" fmla="*/ 2480635 w 2505809"/>
              <a:gd name="connsiteY6-4196" fmla="*/ 1061981 h 2525736"/>
              <a:gd name="connsiteX7-4197" fmla="*/ 1930192 w 2505809"/>
              <a:gd name="connsiteY7-4198" fmla="*/ 1061981 h 2525736"/>
              <a:gd name="connsiteX8-4199" fmla="*/ 1904792 w 2505809"/>
              <a:gd name="connsiteY8-4200" fmla="*/ 1087380 h 2525736"/>
              <a:gd name="connsiteX9-4201" fmla="*/ 1904792 w 2505809"/>
              <a:gd name="connsiteY9-4202" fmla="*/ 2513084 h 2525736"/>
              <a:gd name="connsiteX10-4203" fmla="*/ 1892092 w 2505809"/>
              <a:gd name="connsiteY10-4204" fmla="*/ 2525736 h 2525736"/>
              <a:gd name="connsiteX11-4205" fmla="*/ 624632 w 2505809"/>
              <a:gd name="connsiteY11-4206" fmla="*/ 2525736 h 2525736"/>
              <a:gd name="connsiteX12-4207" fmla="*/ 611932 w 2505809"/>
              <a:gd name="connsiteY12-4208" fmla="*/ 2513036 h 2525736"/>
              <a:gd name="connsiteX13-4209" fmla="*/ 611932 w 2505809"/>
              <a:gd name="connsiteY13-4210" fmla="*/ 1074633 h 2525736"/>
              <a:gd name="connsiteX14-4211" fmla="*/ 599232 w 2505809"/>
              <a:gd name="connsiteY14-4212" fmla="*/ 1061983 h 2525736"/>
              <a:gd name="connsiteX15-4213" fmla="*/ 795 w 2505809"/>
              <a:gd name="connsiteY15-4214" fmla="*/ 1061983 h 2525736"/>
              <a:gd name="connsiteX16-4215" fmla="*/ 12185 w 2505809"/>
              <a:gd name="connsiteY16-4216" fmla="*/ 1045174 h 2525736"/>
              <a:gd name="connsiteX0-4217" fmla="*/ 12185 w 2505809"/>
              <a:gd name="connsiteY0-4218" fmla="*/ 1045174 h 2525736"/>
              <a:gd name="connsiteX1-4219" fmla="*/ 19895 w 2505809"/>
              <a:gd name="connsiteY1-4220" fmla="*/ 1016996 h 2525736"/>
              <a:gd name="connsiteX2-4221" fmla="*/ 1242215 w 2505809"/>
              <a:gd name="connsiteY2-4222" fmla="*/ 6073 h 2525736"/>
              <a:gd name="connsiteX3-4223" fmla="*/ 1274549 w 2505809"/>
              <a:gd name="connsiteY3-4224" fmla="*/ 6109 h 2525736"/>
              <a:gd name="connsiteX4-4225" fmla="*/ 2496871 w 2505809"/>
              <a:gd name="connsiteY4-4226" fmla="*/ 1017031 h 2525736"/>
              <a:gd name="connsiteX5-4227" fmla="*/ 2504535 w 2505809"/>
              <a:gd name="connsiteY5-4228" fmla="*/ 1045181 h 2525736"/>
              <a:gd name="connsiteX6-4229" fmla="*/ 2480635 w 2505809"/>
              <a:gd name="connsiteY6-4230" fmla="*/ 1061981 h 2525736"/>
              <a:gd name="connsiteX7-4231" fmla="*/ 1930192 w 2505809"/>
              <a:gd name="connsiteY7-4232" fmla="*/ 1061981 h 2525736"/>
              <a:gd name="connsiteX8-4233" fmla="*/ 1904792 w 2505809"/>
              <a:gd name="connsiteY8-4234" fmla="*/ 1087380 h 2525736"/>
              <a:gd name="connsiteX9-4235" fmla="*/ 1904792 w 2505809"/>
              <a:gd name="connsiteY9-4236" fmla="*/ 2513084 h 2525736"/>
              <a:gd name="connsiteX10-4237" fmla="*/ 1892092 w 2505809"/>
              <a:gd name="connsiteY10-4238" fmla="*/ 2525736 h 2525736"/>
              <a:gd name="connsiteX11-4239" fmla="*/ 624632 w 2505809"/>
              <a:gd name="connsiteY11-4240" fmla="*/ 2525736 h 2525736"/>
              <a:gd name="connsiteX12-4241" fmla="*/ 611932 w 2505809"/>
              <a:gd name="connsiteY12-4242" fmla="*/ 2513036 h 2525736"/>
              <a:gd name="connsiteX13-4243" fmla="*/ 611932 w 2505809"/>
              <a:gd name="connsiteY13-4244" fmla="*/ 1074633 h 2525736"/>
              <a:gd name="connsiteX14-4245" fmla="*/ 599232 w 2505809"/>
              <a:gd name="connsiteY14-4246" fmla="*/ 1061983 h 2525736"/>
              <a:gd name="connsiteX15-4247" fmla="*/ 795 w 2505809"/>
              <a:gd name="connsiteY15-4248" fmla="*/ 1061983 h 2525736"/>
              <a:gd name="connsiteX16-4249" fmla="*/ 12185 w 2505809"/>
              <a:gd name="connsiteY16-4250" fmla="*/ 1045174 h 2525736"/>
              <a:gd name="connsiteX0-4251" fmla="*/ 12185 w 2505809"/>
              <a:gd name="connsiteY0-4252" fmla="*/ 1045174 h 2525736"/>
              <a:gd name="connsiteX1-4253" fmla="*/ 19895 w 2505809"/>
              <a:gd name="connsiteY1-4254" fmla="*/ 1016996 h 2525736"/>
              <a:gd name="connsiteX2-4255" fmla="*/ 1242215 w 2505809"/>
              <a:gd name="connsiteY2-4256" fmla="*/ 6073 h 2525736"/>
              <a:gd name="connsiteX3-4257" fmla="*/ 1274549 w 2505809"/>
              <a:gd name="connsiteY3-4258" fmla="*/ 6109 h 2525736"/>
              <a:gd name="connsiteX4-4259" fmla="*/ 2496871 w 2505809"/>
              <a:gd name="connsiteY4-4260" fmla="*/ 1017031 h 2525736"/>
              <a:gd name="connsiteX5-4261" fmla="*/ 2504535 w 2505809"/>
              <a:gd name="connsiteY5-4262" fmla="*/ 1045181 h 2525736"/>
              <a:gd name="connsiteX6-4263" fmla="*/ 2480635 w 2505809"/>
              <a:gd name="connsiteY6-4264" fmla="*/ 1061981 h 2525736"/>
              <a:gd name="connsiteX7-4265" fmla="*/ 1930192 w 2505809"/>
              <a:gd name="connsiteY7-4266" fmla="*/ 1061981 h 2525736"/>
              <a:gd name="connsiteX8-4267" fmla="*/ 1904792 w 2505809"/>
              <a:gd name="connsiteY8-4268" fmla="*/ 1087380 h 2525736"/>
              <a:gd name="connsiteX9-4269" fmla="*/ 1904792 w 2505809"/>
              <a:gd name="connsiteY9-4270" fmla="*/ 2513084 h 2525736"/>
              <a:gd name="connsiteX10-4271" fmla="*/ 1892092 w 2505809"/>
              <a:gd name="connsiteY10-4272" fmla="*/ 2525736 h 2525736"/>
              <a:gd name="connsiteX11-4273" fmla="*/ 624632 w 2505809"/>
              <a:gd name="connsiteY11-4274" fmla="*/ 2525736 h 2525736"/>
              <a:gd name="connsiteX12-4275" fmla="*/ 611932 w 2505809"/>
              <a:gd name="connsiteY12-4276" fmla="*/ 2513036 h 2525736"/>
              <a:gd name="connsiteX13-4277" fmla="*/ 611932 w 2505809"/>
              <a:gd name="connsiteY13-4278" fmla="*/ 1074633 h 2525736"/>
              <a:gd name="connsiteX14-4279" fmla="*/ 599232 w 2505809"/>
              <a:gd name="connsiteY14-4280" fmla="*/ 1061983 h 2525736"/>
              <a:gd name="connsiteX15-4281" fmla="*/ 795 w 2505809"/>
              <a:gd name="connsiteY15-4282" fmla="*/ 1061983 h 2525736"/>
              <a:gd name="connsiteX16-4283" fmla="*/ 12185 w 2505809"/>
              <a:gd name="connsiteY16-4284" fmla="*/ 1045174 h 2525736"/>
              <a:gd name="connsiteX0-4285" fmla="*/ 12185 w 2505809"/>
              <a:gd name="connsiteY0-4286" fmla="*/ 1045174 h 2525736"/>
              <a:gd name="connsiteX1-4287" fmla="*/ 19895 w 2505809"/>
              <a:gd name="connsiteY1-4288" fmla="*/ 1016996 h 2525736"/>
              <a:gd name="connsiteX2-4289" fmla="*/ 1242215 w 2505809"/>
              <a:gd name="connsiteY2-4290" fmla="*/ 6073 h 2525736"/>
              <a:gd name="connsiteX3-4291" fmla="*/ 1274549 w 2505809"/>
              <a:gd name="connsiteY3-4292" fmla="*/ 6109 h 2525736"/>
              <a:gd name="connsiteX4-4293" fmla="*/ 2496871 w 2505809"/>
              <a:gd name="connsiteY4-4294" fmla="*/ 1017031 h 2525736"/>
              <a:gd name="connsiteX5-4295" fmla="*/ 2504535 w 2505809"/>
              <a:gd name="connsiteY5-4296" fmla="*/ 1045181 h 2525736"/>
              <a:gd name="connsiteX6-4297" fmla="*/ 2480635 w 2505809"/>
              <a:gd name="connsiteY6-4298" fmla="*/ 1061981 h 2525736"/>
              <a:gd name="connsiteX7-4299" fmla="*/ 1930192 w 2505809"/>
              <a:gd name="connsiteY7-4300" fmla="*/ 1061981 h 2525736"/>
              <a:gd name="connsiteX8-4301" fmla="*/ 1904792 w 2505809"/>
              <a:gd name="connsiteY8-4302" fmla="*/ 1087380 h 2525736"/>
              <a:gd name="connsiteX9-4303" fmla="*/ 1904792 w 2505809"/>
              <a:gd name="connsiteY9-4304" fmla="*/ 2500383 h 2525736"/>
              <a:gd name="connsiteX10-4305" fmla="*/ 1892092 w 2505809"/>
              <a:gd name="connsiteY10-4306" fmla="*/ 2525736 h 2525736"/>
              <a:gd name="connsiteX11-4307" fmla="*/ 624632 w 2505809"/>
              <a:gd name="connsiteY11-4308" fmla="*/ 2525736 h 2525736"/>
              <a:gd name="connsiteX12-4309" fmla="*/ 611932 w 2505809"/>
              <a:gd name="connsiteY12-4310" fmla="*/ 2513036 h 2525736"/>
              <a:gd name="connsiteX13-4311" fmla="*/ 611932 w 2505809"/>
              <a:gd name="connsiteY13-4312" fmla="*/ 1074633 h 2525736"/>
              <a:gd name="connsiteX14-4313" fmla="*/ 599232 w 2505809"/>
              <a:gd name="connsiteY14-4314" fmla="*/ 1061983 h 2525736"/>
              <a:gd name="connsiteX15-4315" fmla="*/ 795 w 2505809"/>
              <a:gd name="connsiteY15-4316" fmla="*/ 1061983 h 2525736"/>
              <a:gd name="connsiteX16-4317" fmla="*/ 12185 w 2505809"/>
              <a:gd name="connsiteY16-4318" fmla="*/ 1045174 h 2525736"/>
              <a:gd name="connsiteX0-4319" fmla="*/ 12185 w 2505809"/>
              <a:gd name="connsiteY0-4320" fmla="*/ 1045174 h 2525736"/>
              <a:gd name="connsiteX1-4321" fmla="*/ 19895 w 2505809"/>
              <a:gd name="connsiteY1-4322" fmla="*/ 1016996 h 2525736"/>
              <a:gd name="connsiteX2-4323" fmla="*/ 1242215 w 2505809"/>
              <a:gd name="connsiteY2-4324" fmla="*/ 6073 h 2525736"/>
              <a:gd name="connsiteX3-4325" fmla="*/ 1274549 w 2505809"/>
              <a:gd name="connsiteY3-4326" fmla="*/ 6109 h 2525736"/>
              <a:gd name="connsiteX4-4327" fmla="*/ 2496871 w 2505809"/>
              <a:gd name="connsiteY4-4328" fmla="*/ 1017031 h 2525736"/>
              <a:gd name="connsiteX5-4329" fmla="*/ 2504535 w 2505809"/>
              <a:gd name="connsiteY5-4330" fmla="*/ 1045181 h 2525736"/>
              <a:gd name="connsiteX6-4331" fmla="*/ 2480635 w 2505809"/>
              <a:gd name="connsiteY6-4332" fmla="*/ 1061981 h 2525736"/>
              <a:gd name="connsiteX7-4333" fmla="*/ 1930192 w 2505809"/>
              <a:gd name="connsiteY7-4334" fmla="*/ 1061981 h 2525736"/>
              <a:gd name="connsiteX8-4335" fmla="*/ 1904792 w 2505809"/>
              <a:gd name="connsiteY8-4336" fmla="*/ 1087380 h 2525736"/>
              <a:gd name="connsiteX9-4337" fmla="*/ 1904792 w 2505809"/>
              <a:gd name="connsiteY9-4338" fmla="*/ 2500383 h 2525736"/>
              <a:gd name="connsiteX10-4339" fmla="*/ 1892092 w 2505809"/>
              <a:gd name="connsiteY10-4340" fmla="*/ 2525736 h 2525736"/>
              <a:gd name="connsiteX11-4341" fmla="*/ 624632 w 2505809"/>
              <a:gd name="connsiteY11-4342" fmla="*/ 2525736 h 2525736"/>
              <a:gd name="connsiteX12-4343" fmla="*/ 611932 w 2505809"/>
              <a:gd name="connsiteY12-4344" fmla="*/ 2513036 h 2525736"/>
              <a:gd name="connsiteX13-4345" fmla="*/ 611932 w 2505809"/>
              <a:gd name="connsiteY13-4346" fmla="*/ 1074633 h 2525736"/>
              <a:gd name="connsiteX14-4347" fmla="*/ 599232 w 2505809"/>
              <a:gd name="connsiteY14-4348" fmla="*/ 1061983 h 2525736"/>
              <a:gd name="connsiteX15-4349" fmla="*/ 795 w 2505809"/>
              <a:gd name="connsiteY15-4350" fmla="*/ 1061983 h 2525736"/>
              <a:gd name="connsiteX16-4351" fmla="*/ 12185 w 2505809"/>
              <a:gd name="connsiteY16-4352" fmla="*/ 1045174 h 2525736"/>
              <a:gd name="connsiteX0-4353" fmla="*/ 12185 w 2505809"/>
              <a:gd name="connsiteY0-4354" fmla="*/ 1045174 h 2525736"/>
              <a:gd name="connsiteX1-4355" fmla="*/ 19895 w 2505809"/>
              <a:gd name="connsiteY1-4356" fmla="*/ 1016996 h 2525736"/>
              <a:gd name="connsiteX2-4357" fmla="*/ 1242215 w 2505809"/>
              <a:gd name="connsiteY2-4358" fmla="*/ 6073 h 2525736"/>
              <a:gd name="connsiteX3-4359" fmla="*/ 1274549 w 2505809"/>
              <a:gd name="connsiteY3-4360" fmla="*/ 6109 h 2525736"/>
              <a:gd name="connsiteX4-4361" fmla="*/ 2496871 w 2505809"/>
              <a:gd name="connsiteY4-4362" fmla="*/ 1017031 h 2525736"/>
              <a:gd name="connsiteX5-4363" fmla="*/ 2504535 w 2505809"/>
              <a:gd name="connsiteY5-4364" fmla="*/ 1045181 h 2525736"/>
              <a:gd name="connsiteX6-4365" fmla="*/ 2480635 w 2505809"/>
              <a:gd name="connsiteY6-4366" fmla="*/ 1061981 h 2525736"/>
              <a:gd name="connsiteX7-4367" fmla="*/ 1930192 w 2505809"/>
              <a:gd name="connsiteY7-4368" fmla="*/ 1061981 h 2525736"/>
              <a:gd name="connsiteX8-4369" fmla="*/ 1904792 w 2505809"/>
              <a:gd name="connsiteY8-4370" fmla="*/ 1087380 h 2525736"/>
              <a:gd name="connsiteX9-4371" fmla="*/ 1904792 w 2505809"/>
              <a:gd name="connsiteY9-4372" fmla="*/ 2500383 h 2525736"/>
              <a:gd name="connsiteX10-4373" fmla="*/ 1892092 w 2505809"/>
              <a:gd name="connsiteY10-4374" fmla="*/ 2525736 h 2525736"/>
              <a:gd name="connsiteX11-4375" fmla="*/ 624632 w 2505809"/>
              <a:gd name="connsiteY11-4376" fmla="*/ 2525736 h 2525736"/>
              <a:gd name="connsiteX12-4377" fmla="*/ 611932 w 2505809"/>
              <a:gd name="connsiteY12-4378" fmla="*/ 2513036 h 2525736"/>
              <a:gd name="connsiteX13-4379" fmla="*/ 611932 w 2505809"/>
              <a:gd name="connsiteY13-4380" fmla="*/ 1074633 h 2525736"/>
              <a:gd name="connsiteX14-4381" fmla="*/ 599232 w 2505809"/>
              <a:gd name="connsiteY14-4382" fmla="*/ 1061983 h 2525736"/>
              <a:gd name="connsiteX15-4383" fmla="*/ 795 w 2505809"/>
              <a:gd name="connsiteY15-4384" fmla="*/ 1061983 h 2525736"/>
              <a:gd name="connsiteX16-4385" fmla="*/ 12185 w 2505809"/>
              <a:gd name="connsiteY16-4386" fmla="*/ 1045174 h 2525736"/>
              <a:gd name="connsiteX0-4387" fmla="*/ 12185 w 2505809"/>
              <a:gd name="connsiteY0-4388" fmla="*/ 1045174 h 2525736"/>
              <a:gd name="connsiteX1-4389" fmla="*/ 19895 w 2505809"/>
              <a:gd name="connsiteY1-4390" fmla="*/ 1016996 h 2525736"/>
              <a:gd name="connsiteX2-4391" fmla="*/ 1242215 w 2505809"/>
              <a:gd name="connsiteY2-4392" fmla="*/ 6073 h 2525736"/>
              <a:gd name="connsiteX3-4393" fmla="*/ 1274549 w 2505809"/>
              <a:gd name="connsiteY3-4394" fmla="*/ 6109 h 2525736"/>
              <a:gd name="connsiteX4-4395" fmla="*/ 2496871 w 2505809"/>
              <a:gd name="connsiteY4-4396" fmla="*/ 1017031 h 2525736"/>
              <a:gd name="connsiteX5-4397" fmla="*/ 2504535 w 2505809"/>
              <a:gd name="connsiteY5-4398" fmla="*/ 1045181 h 2525736"/>
              <a:gd name="connsiteX6-4399" fmla="*/ 2480635 w 2505809"/>
              <a:gd name="connsiteY6-4400" fmla="*/ 1061981 h 2525736"/>
              <a:gd name="connsiteX7-4401" fmla="*/ 1930192 w 2505809"/>
              <a:gd name="connsiteY7-4402" fmla="*/ 1061981 h 2525736"/>
              <a:gd name="connsiteX8-4403" fmla="*/ 1904792 w 2505809"/>
              <a:gd name="connsiteY8-4404" fmla="*/ 1087380 h 2525736"/>
              <a:gd name="connsiteX9-4405" fmla="*/ 1904792 w 2505809"/>
              <a:gd name="connsiteY9-4406" fmla="*/ 2500383 h 2525736"/>
              <a:gd name="connsiteX10-4407" fmla="*/ 1879392 w 2505809"/>
              <a:gd name="connsiteY10-4408" fmla="*/ 2525734 h 2525736"/>
              <a:gd name="connsiteX11-4409" fmla="*/ 624632 w 2505809"/>
              <a:gd name="connsiteY11-4410" fmla="*/ 2525736 h 2525736"/>
              <a:gd name="connsiteX12-4411" fmla="*/ 611932 w 2505809"/>
              <a:gd name="connsiteY12-4412" fmla="*/ 2513036 h 2525736"/>
              <a:gd name="connsiteX13-4413" fmla="*/ 611932 w 2505809"/>
              <a:gd name="connsiteY13-4414" fmla="*/ 1074633 h 2525736"/>
              <a:gd name="connsiteX14-4415" fmla="*/ 599232 w 2505809"/>
              <a:gd name="connsiteY14-4416" fmla="*/ 1061983 h 2525736"/>
              <a:gd name="connsiteX15-4417" fmla="*/ 795 w 2505809"/>
              <a:gd name="connsiteY15-4418" fmla="*/ 1061983 h 2525736"/>
              <a:gd name="connsiteX16-4419" fmla="*/ 12185 w 2505809"/>
              <a:gd name="connsiteY16-4420" fmla="*/ 1045174 h 2525736"/>
              <a:gd name="connsiteX0-4421" fmla="*/ 12185 w 2505809"/>
              <a:gd name="connsiteY0-4422" fmla="*/ 1045174 h 2525736"/>
              <a:gd name="connsiteX1-4423" fmla="*/ 19895 w 2505809"/>
              <a:gd name="connsiteY1-4424" fmla="*/ 1016996 h 2525736"/>
              <a:gd name="connsiteX2-4425" fmla="*/ 1242215 w 2505809"/>
              <a:gd name="connsiteY2-4426" fmla="*/ 6073 h 2525736"/>
              <a:gd name="connsiteX3-4427" fmla="*/ 1274549 w 2505809"/>
              <a:gd name="connsiteY3-4428" fmla="*/ 6109 h 2525736"/>
              <a:gd name="connsiteX4-4429" fmla="*/ 2496871 w 2505809"/>
              <a:gd name="connsiteY4-4430" fmla="*/ 1017031 h 2525736"/>
              <a:gd name="connsiteX5-4431" fmla="*/ 2504535 w 2505809"/>
              <a:gd name="connsiteY5-4432" fmla="*/ 1045181 h 2525736"/>
              <a:gd name="connsiteX6-4433" fmla="*/ 2480635 w 2505809"/>
              <a:gd name="connsiteY6-4434" fmla="*/ 1061981 h 2525736"/>
              <a:gd name="connsiteX7-4435" fmla="*/ 1930192 w 2505809"/>
              <a:gd name="connsiteY7-4436" fmla="*/ 1061981 h 2525736"/>
              <a:gd name="connsiteX8-4437" fmla="*/ 1904792 w 2505809"/>
              <a:gd name="connsiteY8-4438" fmla="*/ 1087380 h 2525736"/>
              <a:gd name="connsiteX9-4439" fmla="*/ 1904792 w 2505809"/>
              <a:gd name="connsiteY9-4440" fmla="*/ 2500383 h 2525736"/>
              <a:gd name="connsiteX10-4441" fmla="*/ 1879392 w 2505809"/>
              <a:gd name="connsiteY10-4442" fmla="*/ 2525734 h 2525736"/>
              <a:gd name="connsiteX11-4443" fmla="*/ 624632 w 2505809"/>
              <a:gd name="connsiteY11-4444" fmla="*/ 2525736 h 2525736"/>
              <a:gd name="connsiteX12-4445" fmla="*/ 611932 w 2505809"/>
              <a:gd name="connsiteY12-4446" fmla="*/ 2513036 h 2525736"/>
              <a:gd name="connsiteX13-4447" fmla="*/ 611932 w 2505809"/>
              <a:gd name="connsiteY13-4448" fmla="*/ 1074633 h 2525736"/>
              <a:gd name="connsiteX14-4449" fmla="*/ 599232 w 2505809"/>
              <a:gd name="connsiteY14-4450" fmla="*/ 1061983 h 2525736"/>
              <a:gd name="connsiteX15-4451" fmla="*/ 795 w 2505809"/>
              <a:gd name="connsiteY15-4452" fmla="*/ 1061983 h 2525736"/>
              <a:gd name="connsiteX16-4453" fmla="*/ 12185 w 2505809"/>
              <a:gd name="connsiteY16-4454" fmla="*/ 1045174 h 2525736"/>
              <a:gd name="connsiteX0-4455" fmla="*/ 12185 w 2505809"/>
              <a:gd name="connsiteY0-4456" fmla="*/ 1045174 h 2525736"/>
              <a:gd name="connsiteX1-4457" fmla="*/ 19895 w 2505809"/>
              <a:gd name="connsiteY1-4458" fmla="*/ 1016996 h 2525736"/>
              <a:gd name="connsiteX2-4459" fmla="*/ 1242215 w 2505809"/>
              <a:gd name="connsiteY2-4460" fmla="*/ 6073 h 2525736"/>
              <a:gd name="connsiteX3-4461" fmla="*/ 1274549 w 2505809"/>
              <a:gd name="connsiteY3-4462" fmla="*/ 6109 h 2525736"/>
              <a:gd name="connsiteX4-4463" fmla="*/ 2496871 w 2505809"/>
              <a:gd name="connsiteY4-4464" fmla="*/ 1017031 h 2525736"/>
              <a:gd name="connsiteX5-4465" fmla="*/ 2504535 w 2505809"/>
              <a:gd name="connsiteY5-4466" fmla="*/ 1045181 h 2525736"/>
              <a:gd name="connsiteX6-4467" fmla="*/ 2480635 w 2505809"/>
              <a:gd name="connsiteY6-4468" fmla="*/ 1061981 h 2525736"/>
              <a:gd name="connsiteX7-4469" fmla="*/ 1930192 w 2505809"/>
              <a:gd name="connsiteY7-4470" fmla="*/ 1061981 h 2525736"/>
              <a:gd name="connsiteX8-4471" fmla="*/ 1904792 w 2505809"/>
              <a:gd name="connsiteY8-4472" fmla="*/ 1087380 h 2525736"/>
              <a:gd name="connsiteX9-4473" fmla="*/ 1904792 w 2505809"/>
              <a:gd name="connsiteY9-4474" fmla="*/ 2500383 h 2525736"/>
              <a:gd name="connsiteX10-4475" fmla="*/ 1879392 w 2505809"/>
              <a:gd name="connsiteY10-4476" fmla="*/ 2525734 h 2525736"/>
              <a:gd name="connsiteX11-4477" fmla="*/ 624632 w 2505809"/>
              <a:gd name="connsiteY11-4478" fmla="*/ 2525736 h 2525736"/>
              <a:gd name="connsiteX12-4479" fmla="*/ 611932 w 2505809"/>
              <a:gd name="connsiteY12-4480" fmla="*/ 2513036 h 2525736"/>
              <a:gd name="connsiteX13-4481" fmla="*/ 611932 w 2505809"/>
              <a:gd name="connsiteY13-4482" fmla="*/ 1074633 h 2525736"/>
              <a:gd name="connsiteX14-4483" fmla="*/ 599232 w 2505809"/>
              <a:gd name="connsiteY14-4484" fmla="*/ 1061983 h 2525736"/>
              <a:gd name="connsiteX15-4485" fmla="*/ 795 w 2505809"/>
              <a:gd name="connsiteY15-4486" fmla="*/ 1061983 h 2525736"/>
              <a:gd name="connsiteX16-4487" fmla="*/ 12185 w 2505809"/>
              <a:gd name="connsiteY16-4488" fmla="*/ 1045174 h 2525736"/>
              <a:gd name="connsiteX0-4489" fmla="*/ 12185 w 2505809"/>
              <a:gd name="connsiteY0-4490" fmla="*/ 1045174 h 2525734"/>
              <a:gd name="connsiteX1-4491" fmla="*/ 19895 w 2505809"/>
              <a:gd name="connsiteY1-4492" fmla="*/ 1016996 h 2525734"/>
              <a:gd name="connsiteX2-4493" fmla="*/ 1242215 w 2505809"/>
              <a:gd name="connsiteY2-4494" fmla="*/ 6073 h 2525734"/>
              <a:gd name="connsiteX3-4495" fmla="*/ 1274549 w 2505809"/>
              <a:gd name="connsiteY3-4496" fmla="*/ 6109 h 2525734"/>
              <a:gd name="connsiteX4-4497" fmla="*/ 2496871 w 2505809"/>
              <a:gd name="connsiteY4-4498" fmla="*/ 1017031 h 2525734"/>
              <a:gd name="connsiteX5-4499" fmla="*/ 2504535 w 2505809"/>
              <a:gd name="connsiteY5-4500" fmla="*/ 1045181 h 2525734"/>
              <a:gd name="connsiteX6-4501" fmla="*/ 2480635 w 2505809"/>
              <a:gd name="connsiteY6-4502" fmla="*/ 1061981 h 2525734"/>
              <a:gd name="connsiteX7-4503" fmla="*/ 1930192 w 2505809"/>
              <a:gd name="connsiteY7-4504" fmla="*/ 1061981 h 2525734"/>
              <a:gd name="connsiteX8-4505" fmla="*/ 1904792 w 2505809"/>
              <a:gd name="connsiteY8-4506" fmla="*/ 1087380 h 2525734"/>
              <a:gd name="connsiteX9-4507" fmla="*/ 1904792 w 2505809"/>
              <a:gd name="connsiteY9-4508" fmla="*/ 2500383 h 2525734"/>
              <a:gd name="connsiteX10-4509" fmla="*/ 1879392 w 2505809"/>
              <a:gd name="connsiteY10-4510" fmla="*/ 2525734 h 2525734"/>
              <a:gd name="connsiteX11-4511" fmla="*/ 637332 w 2505809"/>
              <a:gd name="connsiteY11-4512" fmla="*/ 2525734 h 2525734"/>
              <a:gd name="connsiteX12-4513" fmla="*/ 611932 w 2505809"/>
              <a:gd name="connsiteY12-4514" fmla="*/ 2513036 h 2525734"/>
              <a:gd name="connsiteX13-4515" fmla="*/ 611932 w 2505809"/>
              <a:gd name="connsiteY13-4516" fmla="*/ 1074633 h 2525734"/>
              <a:gd name="connsiteX14-4517" fmla="*/ 599232 w 2505809"/>
              <a:gd name="connsiteY14-4518" fmla="*/ 1061983 h 2525734"/>
              <a:gd name="connsiteX15-4519" fmla="*/ 795 w 2505809"/>
              <a:gd name="connsiteY15-4520" fmla="*/ 1061983 h 2525734"/>
              <a:gd name="connsiteX16-4521" fmla="*/ 12185 w 2505809"/>
              <a:gd name="connsiteY16-4522" fmla="*/ 1045174 h 2525734"/>
              <a:gd name="connsiteX0-4523" fmla="*/ 12185 w 2505809"/>
              <a:gd name="connsiteY0-4524" fmla="*/ 1045174 h 2525734"/>
              <a:gd name="connsiteX1-4525" fmla="*/ 19895 w 2505809"/>
              <a:gd name="connsiteY1-4526" fmla="*/ 1016996 h 2525734"/>
              <a:gd name="connsiteX2-4527" fmla="*/ 1242215 w 2505809"/>
              <a:gd name="connsiteY2-4528" fmla="*/ 6073 h 2525734"/>
              <a:gd name="connsiteX3-4529" fmla="*/ 1274549 w 2505809"/>
              <a:gd name="connsiteY3-4530" fmla="*/ 6109 h 2525734"/>
              <a:gd name="connsiteX4-4531" fmla="*/ 2496871 w 2505809"/>
              <a:gd name="connsiteY4-4532" fmla="*/ 1017031 h 2525734"/>
              <a:gd name="connsiteX5-4533" fmla="*/ 2504535 w 2505809"/>
              <a:gd name="connsiteY5-4534" fmla="*/ 1045181 h 2525734"/>
              <a:gd name="connsiteX6-4535" fmla="*/ 2480635 w 2505809"/>
              <a:gd name="connsiteY6-4536" fmla="*/ 1061981 h 2525734"/>
              <a:gd name="connsiteX7-4537" fmla="*/ 1930192 w 2505809"/>
              <a:gd name="connsiteY7-4538" fmla="*/ 1061981 h 2525734"/>
              <a:gd name="connsiteX8-4539" fmla="*/ 1904792 w 2505809"/>
              <a:gd name="connsiteY8-4540" fmla="*/ 1087380 h 2525734"/>
              <a:gd name="connsiteX9-4541" fmla="*/ 1904792 w 2505809"/>
              <a:gd name="connsiteY9-4542" fmla="*/ 2500383 h 2525734"/>
              <a:gd name="connsiteX10-4543" fmla="*/ 1879392 w 2505809"/>
              <a:gd name="connsiteY10-4544" fmla="*/ 2525734 h 2525734"/>
              <a:gd name="connsiteX11-4545" fmla="*/ 637332 w 2505809"/>
              <a:gd name="connsiteY11-4546" fmla="*/ 2525734 h 2525734"/>
              <a:gd name="connsiteX12-4547" fmla="*/ 611932 w 2505809"/>
              <a:gd name="connsiteY12-4548" fmla="*/ 2513036 h 2525734"/>
              <a:gd name="connsiteX13-4549" fmla="*/ 611932 w 2505809"/>
              <a:gd name="connsiteY13-4550" fmla="*/ 1074633 h 2525734"/>
              <a:gd name="connsiteX14-4551" fmla="*/ 599232 w 2505809"/>
              <a:gd name="connsiteY14-4552" fmla="*/ 1061983 h 2525734"/>
              <a:gd name="connsiteX15-4553" fmla="*/ 795 w 2505809"/>
              <a:gd name="connsiteY15-4554" fmla="*/ 1061983 h 2525734"/>
              <a:gd name="connsiteX16-4555" fmla="*/ 12185 w 2505809"/>
              <a:gd name="connsiteY16-4556" fmla="*/ 1045174 h 2525734"/>
              <a:gd name="connsiteX0-4557" fmla="*/ 12185 w 2505809"/>
              <a:gd name="connsiteY0-4558" fmla="*/ 1045174 h 2525734"/>
              <a:gd name="connsiteX1-4559" fmla="*/ 19895 w 2505809"/>
              <a:gd name="connsiteY1-4560" fmla="*/ 1016996 h 2525734"/>
              <a:gd name="connsiteX2-4561" fmla="*/ 1242215 w 2505809"/>
              <a:gd name="connsiteY2-4562" fmla="*/ 6073 h 2525734"/>
              <a:gd name="connsiteX3-4563" fmla="*/ 1274549 w 2505809"/>
              <a:gd name="connsiteY3-4564" fmla="*/ 6109 h 2525734"/>
              <a:gd name="connsiteX4-4565" fmla="*/ 2496871 w 2505809"/>
              <a:gd name="connsiteY4-4566" fmla="*/ 1017031 h 2525734"/>
              <a:gd name="connsiteX5-4567" fmla="*/ 2504535 w 2505809"/>
              <a:gd name="connsiteY5-4568" fmla="*/ 1045181 h 2525734"/>
              <a:gd name="connsiteX6-4569" fmla="*/ 2480635 w 2505809"/>
              <a:gd name="connsiteY6-4570" fmla="*/ 1061981 h 2525734"/>
              <a:gd name="connsiteX7-4571" fmla="*/ 1930192 w 2505809"/>
              <a:gd name="connsiteY7-4572" fmla="*/ 1061981 h 2525734"/>
              <a:gd name="connsiteX8-4573" fmla="*/ 1904792 w 2505809"/>
              <a:gd name="connsiteY8-4574" fmla="*/ 1087380 h 2525734"/>
              <a:gd name="connsiteX9-4575" fmla="*/ 1904792 w 2505809"/>
              <a:gd name="connsiteY9-4576" fmla="*/ 2500383 h 2525734"/>
              <a:gd name="connsiteX10-4577" fmla="*/ 1879392 w 2505809"/>
              <a:gd name="connsiteY10-4578" fmla="*/ 2525734 h 2525734"/>
              <a:gd name="connsiteX11-4579" fmla="*/ 637332 w 2505809"/>
              <a:gd name="connsiteY11-4580" fmla="*/ 2525734 h 2525734"/>
              <a:gd name="connsiteX12-4581" fmla="*/ 611932 w 2505809"/>
              <a:gd name="connsiteY12-4582" fmla="*/ 2513036 h 2525734"/>
              <a:gd name="connsiteX13-4583" fmla="*/ 611932 w 2505809"/>
              <a:gd name="connsiteY13-4584" fmla="*/ 1074633 h 2525734"/>
              <a:gd name="connsiteX14-4585" fmla="*/ 599232 w 2505809"/>
              <a:gd name="connsiteY14-4586" fmla="*/ 1061983 h 2525734"/>
              <a:gd name="connsiteX15-4587" fmla="*/ 795 w 2505809"/>
              <a:gd name="connsiteY15-4588" fmla="*/ 1061983 h 2525734"/>
              <a:gd name="connsiteX16-4589" fmla="*/ 12185 w 2505809"/>
              <a:gd name="connsiteY16-4590" fmla="*/ 1045174 h 2525734"/>
              <a:gd name="connsiteX0-4591" fmla="*/ 12185 w 2505809"/>
              <a:gd name="connsiteY0-4592" fmla="*/ 1045174 h 2525734"/>
              <a:gd name="connsiteX1-4593" fmla="*/ 19895 w 2505809"/>
              <a:gd name="connsiteY1-4594" fmla="*/ 1016996 h 2525734"/>
              <a:gd name="connsiteX2-4595" fmla="*/ 1242215 w 2505809"/>
              <a:gd name="connsiteY2-4596" fmla="*/ 6073 h 2525734"/>
              <a:gd name="connsiteX3-4597" fmla="*/ 1274549 w 2505809"/>
              <a:gd name="connsiteY3-4598" fmla="*/ 6109 h 2525734"/>
              <a:gd name="connsiteX4-4599" fmla="*/ 2496871 w 2505809"/>
              <a:gd name="connsiteY4-4600" fmla="*/ 1017031 h 2525734"/>
              <a:gd name="connsiteX5-4601" fmla="*/ 2504535 w 2505809"/>
              <a:gd name="connsiteY5-4602" fmla="*/ 1045181 h 2525734"/>
              <a:gd name="connsiteX6-4603" fmla="*/ 2480635 w 2505809"/>
              <a:gd name="connsiteY6-4604" fmla="*/ 1061981 h 2525734"/>
              <a:gd name="connsiteX7-4605" fmla="*/ 1930192 w 2505809"/>
              <a:gd name="connsiteY7-4606" fmla="*/ 1061981 h 2525734"/>
              <a:gd name="connsiteX8-4607" fmla="*/ 1904792 w 2505809"/>
              <a:gd name="connsiteY8-4608" fmla="*/ 1087380 h 2525734"/>
              <a:gd name="connsiteX9-4609" fmla="*/ 1904792 w 2505809"/>
              <a:gd name="connsiteY9-4610" fmla="*/ 2500383 h 2525734"/>
              <a:gd name="connsiteX10-4611" fmla="*/ 1879392 w 2505809"/>
              <a:gd name="connsiteY10-4612" fmla="*/ 2525734 h 2525734"/>
              <a:gd name="connsiteX11-4613" fmla="*/ 637332 w 2505809"/>
              <a:gd name="connsiteY11-4614" fmla="*/ 2525734 h 2525734"/>
              <a:gd name="connsiteX12-4615" fmla="*/ 611932 w 2505809"/>
              <a:gd name="connsiteY12-4616" fmla="*/ 2500334 h 2525734"/>
              <a:gd name="connsiteX13-4617" fmla="*/ 611932 w 2505809"/>
              <a:gd name="connsiteY13-4618" fmla="*/ 1074633 h 2525734"/>
              <a:gd name="connsiteX14-4619" fmla="*/ 599232 w 2505809"/>
              <a:gd name="connsiteY14-4620" fmla="*/ 1061983 h 2525734"/>
              <a:gd name="connsiteX15-4621" fmla="*/ 795 w 2505809"/>
              <a:gd name="connsiteY15-4622" fmla="*/ 1061983 h 2525734"/>
              <a:gd name="connsiteX16-4623" fmla="*/ 12185 w 2505809"/>
              <a:gd name="connsiteY16-4624" fmla="*/ 1045174 h 2525734"/>
              <a:gd name="connsiteX0-4625" fmla="*/ 12185 w 2505809"/>
              <a:gd name="connsiteY0-4626" fmla="*/ 1045174 h 2525734"/>
              <a:gd name="connsiteX1-4627" fmla="*/ 19895 w 2505809"/>
              <a:gd name="connsiteY1-4628" fmla="*/ 1016996 h 2525734"/>
              <a:gd name="connsiteX2-4629" fmla="*/ 1242215 w 2505809"/>
              <a:gd name="connsiteY2-4630" fmla="*/ 6073 h 2525734"/>
              <a:gd name="connsiteX3-4631" fmla="*/ 1274549 w 2505809"/>
              <a:gd name="connsiteY3-4632" fmla="*/ 6109 h 2525734"/>
              <a:gd name="connsiteX4-4633" fmla="*/ 2496871 w 2505809"/>
              <a:gd name="connsiteY4-4634" fmla="*/ 1017031 h 2525734"/>
              <a:gd name="connsiteX5-4635" fmla="*/ 2504535 w 2505809"/>
              <a:gd name="connsiteY5-4636" fmla="*/ 1045181 h 2525734"/>
              <a:gd name="connsiteX6-4637" fmla="*/ 2480635 w 2505809"/>
              <a:gd name="connsiteY6-4638" fmla="*/ 1061981 h 2525734"/>
              <a:gd name="connsiteX7-4639" fmla="*/ 1930192 w 2505809"/>
              <a:gd name="connsiteY7-4640" fmla="*/ 1061981 h 2525734"/>
              <a:gd name="connsiteX8-4641" fmla="*/ 1904792 w 2505809"/>
              <a:gd name="connsiteY8-4642" fmla="*/ 1087380 h 2525734"/>
              <a:gd name="connsiteX9-4643" fmla="*/ 1904792 w 2505809"/>
              <a:gd name="connsiteY9-4644" fmla="*/ 2500383 h 2525734"/>
              <a:gd name="connsiteX10-4645" fmla="*/ 1879392 w 2505809"/>
              <a:gd name="connsiteY10-4646" fmla="*/ 2525734 h 2525734"/>
              <a:gd name="connsiteX11-4647" fmla="*/ 637332 w 2505809"/>
              <a:gd name="connsiteY11-4648" fmla="*/ 2525734 h 2525734"/>
              <a:gd name="connsiteX12-4649" fmla="*/ 611932 w 2505809"/>
              <a:gd name="connsiteY12-4650" fmla="*/ 2500334 h 2525734"/>
              <a:gd name="connsiteX13-4651" fmla="*/ 611932 w 2505809"/>
              <a:gd name="connsiteY13-4652" fmla="*/ 1074633 h 2525734"/>
              <a:gd name="connsiteX14-4653" fmla="*/ 599232 w 2505809"/>
              <a:gd name="connsiteY14-4654" fmla="*/ 1061983 h 2525734"/>
              <a:gd name="connsiteX15-4655" fmla="*/ 795 w 2505809"/>
              <a:gd name="connsiteY15-4656" fmla="*/ 1061983 h 2525734"/>
              <a:gd name="connsiteX16-4657" fmla="*/ 12185 w 2505809"/>
              <a:gd name="connsiteY16-4658" fmla="*/ 1045174 h 2525734"/>
              <a:gd name="connsiteX0-4659" fmla="*/ 12185 w 2505809"/>
              <a:gd name="connsiteY0-4660" fmla="*/ 1045174 h 2525734"/>
              <a:gd name="connsiteX1-4661" fmla="*/ 19895 w 2505809"/>
              <a:gd name="connsiteY1-4662" fmla="*/ 1016996 h 2525734"/>
              <a:gd name="connsiteX2-4663" fmla="*/ 1242215 w 2505809"/>
              <a:gd name="connsiteY2-4664" fmla="*/ 6073 h 2525734"/>
              <a:gd name="connsiteX3-4665" fmla="*/ 1274549 w 2505809"/>
              <a:gd name="connsiteY3-4666" fmla="*/ 6109 h 2525734"/>
              <a:gd name="connsiteX4-4667" fmla="*/ 2496871 w 2505809"/>
              <a:gd name="connsiteY4-4668" fmla="*/ 1017031 h 2525734"/>
              <a:gd name="connsiteX5-4669" fmla="*/ 2504535 w 2505809"/>
              <a:gd name="connsiteY5-4670" fmla="*/ 1045181 h 2525734"/>
              <a:gd name="connsiteX6-4671" fmla="*/ 2480635 w 2505809"/>
              <a:gd name="connsiteY6-4672" fmla="*/ 1061981 h 2525734"/>
              <a:gd name="connsiteX7-4673" fmla="*/ 1930192 w 2505809"/>
              <a:gd name="connsiteY7-4674" fmla="*/ 1061981 h 2525734"/>
              <a:gd name="connsiteX8-4675" fmla="*/ 1904792 w 2505809"/>
              <a:gd name="connsiteY8-4676" fmla="*/ 1087380 h 2525734"/>
              <a:gd name="connsiteX9-4677" fmla="*/ 1904792 w 2505809"/>
              <a:gd name="connsiteY9-4678" fmla="*/ 2500383 h 2525734"/>
              <a:gd name="connsiteX10-4679" fmla="*/ 1879392 w 2505809"/>
              <a:gd name="connsiteY10-4680" fmla="*/ 2525734 h 2525734"/>
              <a:gd name="connsiteX11-4681" fmla="*/ 637332 w 2505809"/>
              <a:gd name="connsiteY11-4682" fmla="*/ 2525734 h 2525734"/>
              <a:gd name="connsiteX12-4683" fmla="*/ 611932 w 2505809"/>
              <a:gd name="connsiteY12-4684" fmla="*/ 2500334 h 2525734"/>
              <a:gd name="connsiteX13-4685" fmla="*/ 611932 w 2505809"/>
              <a:gd name="connsiteY13-4686" fmla="*/ 1074633 h 2525734"/>
              <a:gd name="connsiteX14-4687" fmla="*/ 599232 w 2505809"/>
              <a:gd name="connsiteY14-4688" fmla="*/ 1061983 h 2525734"/>
              <a:gd name="connsiteX15-4689" fmla="*/ 795 w 2505809"/>
              <a:gd name="connsiteY15-4690" fmla="*/ 1061983 h 2525734"/>
              <a:gd name="connsiteX16-4691" fmla="*/ 12185 w 2505809"/>
              <a:gd name="connsiteY16-4692" fmla="*/ 1045174 h 2525734"/>
              <a:gd name="connsiteX0-4693" fmla="*/ 12185 w 2505809"/>
              <a:gd name="connsiteY0-4694" fmla="*/ 1045174 h 2525734"/>
              <a:gd name="connsiteX1-4695" fmla="*/ 19895 w 2505809"/>
              <a:gd name="connsiteY1-4696" fmla="*/ 1016996 h 2525734"/>
              <a:gd name="connsiteX2-4697" fmla="*/ 1242215 w 2505809"/>
              <a:gd name="connsiteY2-4698" fmla="*/ 6073 h 2525734"/>
              <a:gd name="connsiteX3-4699" fmla="*/ 1274549 w 2505809"/>
              <a:gd name="connsiteY3-4700" fmla="*/ 6109 h 2525734"/>
              <a:gd name="connsiteX4-4701" fmla="*/ 2496871 w 2505809"/>
              <a:gd name="connsiteY4-4702" fmla="*/ 1017031 h 2525734"/>
              <a:gd name="connsiteX5-4703" fmla="*/ 2504535 w 2505809"/>
              <a:gd name="connsiteY5-4704" fmla="*/ 1045181 h 2525734"/>
              <a:gd name="connsiteX6-4705" fmla="*/ 2480635 w 2505809"/>
              <a:gd name="connsiteY6-4706" fmla="*/ 1061981 h 2525734"/>
              <a:gd name="connsiteX7-4707" fmla="*/ 1930192 w 2505809"/>
              <a:gd name="connsiteY7-4708" fmla="*/ 1061981 h 2525734"/>
              <a:gd name="connsiteX8-4709" fmla="*/ 1904792 w 2505809"/>
              <a:gd name="connsiteY8-4710" fmla="*/ 1087380 h 2525734"/>
              <a:gd name="connsiteX9-4711" fmla="*/ 1904792 w 2505809"/>
              <a:gd name="connsiteY9-4712" fmla="*/ 2500383 h 2525734"/>
              <a:gd name="connsiteX10-4713" fmla="*/ 1879392 w 2505809"/>
              <a:gd name="connsiteY10-4714" fmla="*/ 2525734 h 2525734"/>
              <a:gd name="connsiteX11-4715" fmla="*/ 637332 w 2505809"/>
              <a:gd name="connsiteY11-4716" fmla="*/ 2525734 h 2525734"/>
              <a:gd name="connsiteX12-4717" fmla="*/ 611932 w 2505809"/>
              <a:gd name="connsiteY12-4718" fmla="*/ 2500334 h 2525734"/>
              <a:gd name="connsiteX13-4719" fmla="*/ 611932 w 2505809"/>
              <a:gd name="connsiteY13-4720" fmla="*/ 1087331 h 2525734"/>
              <a:gd name="connsiteX14-4721" fmla="*/ 599232 w 2505809"/>
              <a:gd name="connsiteY14-4722" fmla="*/ 1061983 h 2525734"/>
              <a:gd name="connsiteX15-4723" fmla="*/ 795 w 2505809"/>
              <a:gd name="connsiteY15-4724" fmla="*/ 1061983 h 2525734"/>
              <a:gd name="connsiteX16-4725" fmla="*/ 12185 w 2505809"/>
              <a:gd name="connsiteY16-4726" fmla="*/ 1045174 h 2525734"/>
              <a:gd name="connsiteX0-4727" fmla="*/ 12185 w 2505809"/>
              <a:gd name="connsiteY0-4728" fmla="*/ 1045174 h 2525734"/>
              <a:gd name="connsiteX1-4729" fmla="*/ 19895 w 2505809"/>
              <a:gd name="connsiteY1-4730" fmla="*/ 1016996 h 2525734"/>
              <a:gd name="connsiteX2-4731" fmla="*/ 1242215 w 2505809"/>
              <a:gd name="connsiteY2-4732" fmla="*/ 6073 h 2525734"/>
              <a:gd name="connsiteX3-4733" fmla="*/ 1274549 w 2505809"/>
              <a:gd name="connsiteY3-4734" fmla="*/ 6109 h 2525734"/>
              <a:gd name="connsiteX4-4735" fmla="*/ 2496871 w 2505809"/>
              <a:gd name="connsiteY4-4736" fmla="*/ 1017031 h 2525734"/>
              <a:gd name="connsiteX5-4737" fmla="*/ 2504535 w 2505809"/>
              <a:gd name="connsiteY5-4738" fmla="*/ 1045181 h 2525734"/>
              <a:gd name="connsiteX6-4739" fmla="*/ 2480635 w 2505809"/>
              <a:gd name="connsiteY6-4740" fmla="*/ 1061981 h 2525734"/>
              <a:gd name="connsiteX7-4741" fmla="*/ 1930192 w 2505809"/>
              <a:gd name="connsiteY7-4742" fmla="*/ 1061981 h 2525734"/>
              <a:gd name="connsiteX8-4743" fmla="*/ 1904792 w 2505809"/>
              <a:gd name="connsiteY8-4744" fmla="*/ 1087380 h 2525734"/>
              <a:gd name="connsiteX9-4745" fmla="*/ 1904792 w 2505809"/>
              <a:gd name="connsiteY9-4746" fmla="*/ 2500383 h 2525734"/>
              <a:gd name="connsiteX10-4747" fmla="*/ 1879392 w 2505809"/>
              <a:gd name="connsiteY10-4748" fmla="*/ 2525734 h 2525734"/>
              <a:gd name="connsiteX11-4749" fmla="*/ 637332 w 2505809"/>
              <a:gd name="connsiteY11-4750" fmla="*/ 2525734 h 2525734"/>
              <a:gd name="connsiteX12-4751" fmla="*/ 611932 w 2505809"/>
              <a:gd name="connsiteY12-4752" fmla="*/ 2500334 h 2525734"/>
              <a:gd name="connsiteX13-4753" fmla="*/ 611932 w 2505809"/>
              <a:gd name="connsiteY13-4754" fmla="*/ 1087331 h 2525734"/>
              <a:gd name="connsiteX14-4755" fmla="*/ 599232 w 2505809"/>
              <a:gd name="connsiteY14-4756" fmla="*/ 1061983 h 2525734"/>
              <a:gd name="connsiteX15-4757" fmla="*/ 795 w 2505809"/>
              <a:gd name="connsiteY15-4758" fmla="*/ 1061983 h 2525734"/>
              <a:gd name="connsiteX16-4759" fmla="*/ 12185 w 2505809"/>
              <a:gd name="connsiteY16-4760" fmla="*/ 1045174 h 2525734"/>
              <a:gd name="connsiteX0-4761" fmla="*/ 12185 w 2505809"/>
              <a:gd name="connsiteY0-4762" fmla="*/ 1045174 h 2525734"/>
              <a:gd name="connsiteX1-4763" fmla="*/ 19895 w 2505809"/>
              <a:gd name="connsiteY1-4764" fmla="*/ 1016996 h 2525734"/>
              <a:gd name="connsiteX2-4765" fmla="*/ 1242215 w 2505809"/>
              <a:gd name="connsiteY2-4766" fmla="*/ 6073 h 2525734"/>
              <a:gd name="connsiteX3-4767" fmla="*/ 1274549 w 2505809"/>
              <a:gd name="connsiteY3-4768" fmla="*/ 6109 h 2525734"/>
              <a:gd name="connsiteX4-4769" fmla="*/ 2496871 w 2505809"/>
              <a:gd name="connsiteY4-4770" fmla="*/ 1017031 h 2525734"/>
              <a:gd name="connsiteX5-4771" fmla="*/ 2504535 w 2505809"/>
              <a:gd name="connsiteY5-4772" fmla="*/ 1045181 h 2525734"/>
              <a:gd name="connsiteX6-4773" fmla="*/ 2480635 w 2505809"/>
              <a:gd name="connsiteY6-4774" fmla="*/ 1061981 h 2525734"/>
              <a:gd name="connsiteX7-4775" fmla="*/ 1930192 w 2505809"/>
              <a:gd name="connsiteY7-4776" fmla="*/ 1061981 h 2525734"/>
              <a:gd name="connsiteX8-4777" fmla="*/ 1904792 w 2505809"/>
              <a:gd name="connsiteY8-4778" fmla="*/ 1087380 h 2525734"/>
              <a:gd name="connsiteX9-4779" fmla="*/ 1904792 w 2505809"/>
              <a:gd name="connsiteY9-4780" fmla="*/ 2500383 h 2525734"/>
              <a:gd name="connsiteX10-4781" fmla="*/ 1879392 w 2505809"/>
              <a:gd name="connsiteY10-4782" fmla="*/ 2525734 h 2525734"/>
              <a:gd name="connsiteX11-4783" fmla="*/ 637332 w 2505809"/>
              <a:gd name="connsiteY11-4784" fmla="*/ 2525734 h 2525734"/>
              <a:gd name="connsiteX12-4785" fmla="*/ 611932 w 2505809"/>
              <a:gd name="connsiteY12-4786" fmla="*/ 2500334 h 2525734"/>
              <a:gd name="connsiteX13-4787" fmla="*/ 611932 w 2505809"/>
              <a:gd name="connsiteY13-4788" fmla="*/ 1087331 h 2525734"/>
              <a:gd name="connsiteX14-4789" fmla="*/ 599232 w 2505809"/>
              <a:gd name="connsiteY14-4790" fmla="*/ 1061983 h 2525734"/>
              <a:gd name="connsiteX15-4791" fmla="*/ 795 w 2505809"/>
              <a:gd name="connsiteY15-4792" fmla="*/ 1061983 h 2525734"/>
              <a:gd name="connsiteX16-4793" fmla="*/ 12185 w 2505809"/>
              <a:gd name="connsiteY16-4794" fmla="*/ 1045174 h 2525734"/>
              <a:gd name="connsiteX0-4795" fmla="*/ 12185 w 2505809"/>
              <a:gd name="connsiteY0-4796" fmla="*/ 1045174 h 2525734"/>
              <a:gd name="connsiteX1-4797" fmla="*/ 19895 w 2505809"/>
              <a:gd name="connsiteY1-4798" fmla="*/ 1016996 h 2525734"/>
              <a:gd name="connsiteX2-4799" fmla="*/ 1242215 w 2505809"/>
              <a:gd name="connsiteY2-4800" fmla="*/ 6073 h 2525734"/>
              <a:gd name="connsiteX3-4801" fmla="*/ 1274549 w 2505809"/>
              <a:gd name="connsiteY3-4802" fmla="*/ 6109 h 2525734"/>
              <a:gd name="connsiteX4-4803" fmla="*/ 2496871 w 2505809"/>
              <a:gd name="connsiteY4-4804" fmla="*/ 1017031 h 2525734"/>
              <a:gd name="connsiteX5-4805" fmla="*/ 2504535 w 2505809"/>
              <a:gd name="connsiteY5-4806" fmla="*/ 1045181 h 2525734"/>
              <a:gd name="connsiteX6-4807" fmla="*/ 2480635 w 2505809"/>
              <a:gd name="connsiteY6-4808" fmla="*/ 1061981 h 2525734"/>
              <a:gd name="connsiteX7-4809" fmla="*/ 1930192 w 2505809"/>
              <a:gd name="connsiteY7-4810" fmla="*/ 1061981 h 2525734"/>
              <a:gd name="connsiteX8-4811" fmla="*/ 1904792 w 2505809"/>
              <a:gd name="connsiteY8-4812" fmla="*/ 1087380 h 2525734"/>
              <a:gd name="connsiteX9-4813" fmla="*/ 1904792 w 2505809"/>
              <a:gd name="connsiteY9-4814" fmla="*/ 2500383 h 2525734"/>
              <a:gd name="connsiteX10-4815" fmla="*/ 1879392 w 2505809"/>
              <a:gd name="connsiteY10-4816" fmla="*/ 2525734 h 2525734"/>
              <a:gd name="connsiteX11-4817" fmla="*/ 637332 w 2505809"/>
              <a:gd name="connsiteY11-4818" fmla="*/ 2525734 h 2525734"/>
              <a:gd name="connsiteX12-4819" fmla="*/ 611932 w 2505809"/>
              <a:gd name="connsiteY12-4820" fmla="*/ 2500334 h 2525734"/>
              <a:gd name="connsiteX13-4821" fmla="*/ 611932 w 2505809"/>
              <a:gd name="connsiteY13-4822" fmla="*/ 1087331 h 2525734"/>
              <a:gd name="connsiteX14-4823" fmla="*/ 586533 w 2505809"/>
              <a:gd name="connsiteY14-4824" fmla="*/ 1061981 h 2525734"/>
              <a:gd name="connsiteX15-4825" fmla="*/ 795 w 2505809"/>
              <a:gd name="connsiteY15-4826" fmla="*/ 1061983 h 2525734"/>
              <a:gd name="connsiteX16-4827" fmla="*/ 12185 w 2505809"/>
              <a:gd name="connsiteY16-4828" fmla="*/ 1045174 h 2525734"/>
              <a:gd name="connsiteX0-4829" fmla="*/ 12185 w 2505809"/>
              <a:gd name="connsiteY0-4830" fmla="*/ 1045174 h 2525734"/>
              <a:gd name="connsiteX1-4831" fmla="*/ 19895 w 2505809"/>
              <a:gd name="connsiteY1-4832" fmla="*/ 1016996 h 2525734"/>
              <a:gd name="connsiteX2-4833" fmla="*/ 1242215 w 2505809"/>
              <a:gd name="connsiteY2-4834" fmla="*/ 6073 h 2525734"/>
              <a:gd name="connsiteX3-4835" fmla="*/ 1274549 w 2505809"/>
              <a:gd name="connsiteY3-4836" fmla="*/ 6109 h 2525734"/>
              <a:gd name="connsiteX4-4837" fmla="*/ 2496871 w 2505809"/>
              <a:gd name="connsiteY4-4838" fmla="*/ 1017031 h 2525734"/>
              <a:gd name="connsiteX5-4839" fmla="*/ 2504535 w 2505809"/>
              <a:gd name="connsiteY5-4840" fmla="*/ 1045181 h 2525734"/>
              <a:gd name="connsiteX6-4841" fmla="*/ 2480635 w 2505809"/>
              <a:gd name="connsiteY6-4842" fmla="*/ 1061981 h 2525734"/>
              <a:gd name="connsiteX7-4843" fmla="*/ 1930192 w 2505809"/>
              <a:gd name="connsiteY7-4844" fmla="*/ 1061981 h 2525734"/>
              <a:gd name="connsiteX8-4845" fmla="*/ 1904792 w 2505809"/>
              <a:gd name="connsiteY8-4846" fmla="*/ 1087380 h 2525734"/>
              <a:gd name="connsiteX9-4847" fmla="*/ 1904792 w 2505809"/>
              <a:gd name="connsiteY9-4848" fmla="*/ 2500383 h 2525734"/>
              <a:gd name="connsiteX10-4849" fmla="*/ 1879392 w 2505809"/>
              <a:gd name="connsiteY10-4850" fmla="*/ 2525734 h 2525734"/>
              <a:gd name="connsiteX11-4851" fmla="*/ 637332 w 2505809"/>
              <a:gd name="connsiteY11-4852" fmla="*/ 2525734 h 2525734"/>
              <a:gd name="connsiteX12-4853" fmla="*/ 611932 w 2505809"/>
              <a:gd name="connsiteY12-4854" fmla="*/ 2500334 h 2525734"/>
              <a:gd name="connsiteX13-4855" fmla="*/ 611932 w 2505809"/>
              <a:gd name="connsiteY13-4856" fmla="*/ 1087331 h 2525734"/>
              <a:gd name="connsiteX14-4857" fmla="*/ 586533 w 2505809"/>
              <a:gd name="connsiteY14-4858" fmla="*/ 1061981 h 2525734"/>
              <a:gd name="connsiteX15-4859" fmla="*/ 795 w 2505809"/>
              <a:gd name="connsiteY15-4860" fmla="*/ 1061983 h 2525734"/>
              <a:gd name="connsiteX16-4861" fmla="*/ 12185 w 2505809"/>
              <a:gd name="connsiteY16-4862" fmla="*/ 1045174 h 2525734"/>
              <a:gd name="connsiteX0-4863" fmla="*/ 12185 w 2505809"/>
              <a:gd name="connsiteY0-4864" fmla="*/ 1045174 h 2525734"/>
              <a:gd name="connsiteX1-4865" fmla="*/ 19895 w 2505809"/>
              <a:gd name="connsiteY1-4866" fmla="*/ 1016996 h 2525734"/>
              <a:gd name="connsiteX2-4867" fmla="*/ 1242215 w 2505809"/>
              <a:gd name="connsiteY2-4868" fmla="*/ 6073 h 2525734"/>
              <a:gd name="connsiteX3-4869" fmla="*/ 1274549 w 2505809"/>
              <a:gd name="connsiteY3-4870" fmla="*/ 6109 h 2525734"/>
              <a:gd name="connsiteX4-4871" fmla="*/ 2496871 w 2505809"/>
              <a:gd name="connsiteY4-4872" fmla="*/ 1017031 h 2525734"/>
              <a:gd name="connsiteX5-4873" fmla="*/ 2504535 w 2505809"/>
              <a:gd name="connsiteY5-4874" fmla="*/ 1045181 h 2525734"/>
              <a:gd name="connsiteX6-4875" fmla="*/ 2480635 w 2505809"/>
              <a:gd name="connsiteY6-4876" fmla="*/ 1061981 h 2525734"/>
              <a:gd name="connsiteX7-4877" fmla="*/ 1930192 w 2505809"/>
              <a:gd name="connsiteY7-4878" fmla="*/ 1061981 h 2525734"/>
              <a:gd name="connsiteX8-4879" fmla="*/ 1904792 w 2505809"/>
              <a:gd name="connsiteY8-4880" fmla="*/ 1087380 h 2525734"/>
              <a:gd name="connsiteX9-4881" fmla="*/ 1904792 w 2505809"/>
              <a:gd name="connsiteY9-4882" fmla="*/ 2500383 h 2525734"/>
              <a:gd name="connsiteX10-4883" fmla="*/ 1879392 w 2505809"/>
              <a:gd name="connsiteY10-4884" fmla="*/ 2525734 h 2525734"/>
              <a:gd name="connsiteX11-4885" fmla="*/ 637332 w 2505809"/>
              <a:gd name="connsiteY11-4886" fmla="*/ 2525734 h 2525734"/>
              <a:gd name="connsiteX12-4887" fmla="*/ 611932 w 2505809"/>
              <a:gd name="connsiteY12-4888" fmla="*/ 2500334 h 2525734"/>
              <a:gd name="connsiteX13-4889" fmla="*/ 611932 w 2505809"/>
              <a:gd name="connsiteY13-4890" fmla="*/ 1087331 h 2525734"/>
              <a:gd name="connsiteX14-4891" fmla="*/ 586533 w 2505809"/>
              <a:gd name="connsiteY14-4892" fmla="*/ 1061981 h 2525734"/>
              <a:gd name="connsiteX15-4893" fmla="*/ 795 w 2505809"/>
              <a:gd name="connsiteY15-4894" fmla="*/ 1061983 h 2525734"/>
              <a:gd name="connsiteX16-4895" fmla="*/ 12185 w 2505809"/>
              <a:gd name="connsiteY16-4896" fmla="*/ 1045174 h 2525734"/>
              <a:gd name="connsiteX0-4897" fmla="*/ 1927 w 2495551"/>
              <a:gd name="connsiteY0-4898" fmla="*/ 1045174 h 2525734"/>
              <a:gd name="connsiteX1-4899" fmla="*/ 9637 w 2495551"/>
              <a:gd name="connsiteY1-4900" fmla="*/ 1016996 h 2525734"/>
              <a:gd name="connsiteX2-4901" fmla="*/ 1231957 w 2495551"/>
              <a:gd name="connsiteY2-4902" fmla="*/ 6073 h 2525734"/>
              <a:gd name="connsiteX3-4903" fmla="*/ 1264291 w 2495551"/>
              <a:gd name="connsiteY3-4904" fmla="*/ 6109 h 2525734"/>
              <a:gd name="connsiteX4-4905" fmla="*/ 2486613 w 2495551"/>
              <a:gd name="connsiteY4-4906" fmla="*/ 1017031 h 2525734"/>
              <a:gd name="connsiteX5-4907" fmla="*/ 2494277 w 2495551"/>
              <a:gd name="connsiteY5-4908" fmla="*/ 1045181 h 2525734"/>
              <a:gd name="connsiteX6-4909" fmla="*/ 2470377 w 2495551"/>
              <a:gd name="connsiteY6-4910" fmla="*/ 1061981 h 2525734"/>
              <a:gd name="connsiteX7-4911" fmla="*/ 1919934 w 2495551"/>
              <a:gd name="connsiteY7-4912" fmla="*/ 1061981 h 2525734"/>
              <a:gd name="connsiteX8-4913" fmla="*/ 1894534 w 2495551"/>
              <a:gd name="connsiteY8-4914" fmla="*/ 1087380 h 2525734"/>
              <a:gd name="connsiteX9-4915" fmla="*/ 1894534 w 2495551"/>
              <a:gd name="connsiteY9-4916" fmla="*/ 2500383 h 2525734"/>
              <a:gd name="connsiteX10-4917" fmla="*/ 1869134 w 2495551"/>
              <a:gd name="connsiteY10-4918" fmla="*/ 2525734 h 2525734"/>
              <a:gd name="connsiteX11-4919" fmla="*/ 627074 w 2495551"/>
              <a:gd name="connsiteY11-4920" fmla="*/ 2525734 h 2525734"/>
              <a:gd name="connsiteX12-4921" fmla="*/ 601674 w 2495551"/>
              <a:gd name="connsiteY12-4922" fmla="*/ 2500334 h 2525734"/>
              <a:gd name="connsiteX13-4923" fmla="*/ 601674 w 2495551"/>
              <a:gd name="connsiteY13-4924" fmla="*/ 1087331 h 2525734"/>
              <a:gd name="connsiteX14-4925" fmla="*/ 576275 w 2495551"/>
              <a:gd name="connsiteY14-4926" fmla="*/ 1061981 h 2525734"/>
              <a:gd name="connsiteX15-4927" fmla="*/ 25831 w 2495551"/>
              <a:gd name="connsiteY15-4928" fmla="*/ 1061981 h 2525734"/>
              <a:gd name="connsiteX16-4929" fmla="*/ 1927 w 2495551"/>
              <a:gd name="connsiteY16-4930" fmla="*/ 1045174 h 2525734"/>
              <a:gd name="connsiteX0-4931" fmla="*/ 1269 w 2494893"/>
              <a:gd name="connsiteY0-4932" fmla="*/ 1045174 h 2525734"/>
              <a:gd name="connsiteX1-4933" fmla="*/ 8979 w 2494893"/>
              <a:gd name="connsiteY1-4934" fmla="*/ 1016996 h 2525734"/>
              <a:gd name="connsiteX2-4935" fmla="*/ 1231299 w 2494893"/>
              <a:gd name="connsiteY2-4936" fmla="*/ 6073 h 2525734"/>
              <a:gd name="connsiteX3-4937" fmla="*/ 1263633 w 2494893"/>
              <a:gd name="connsiteY3-4938" fmla="*/ 6109 h 2525734"/>
              <a:gd name="connsiteX4-4939" fmla="*/ 2485955 w 2494893"/>
              <a:gd name="connsiteY4-4940" fmla="*/ 1017031 h 2525734"/>
              <a:gd name="connsiteX5-4941" fmla="*/ 2493619 w 2494893"/>
              <a:gd name="connsiteY5-4942" fmla="*/ 1045181 h 2525734"/>
              <a:gd name="connsiteX6-4943" fmla="*/ 2469719 w 2494893"/>
              <a:gd name="connsiteY6-4944" fmla="*/ 1061981 h 2525734"/>
              <a:gd name="connsiteX7-4945" fmla="*/ 1919276 w 2494893"/>
              <a:gd name="connsiteY7-4946" fmla="*/ 1061981 h 2525734"/>
              <a:gd name="connsiteX8-4947" fmla="*/ 1893876 w 2494893"/>
              <a:gd name="connsiteY8-4948" fmla="*/ 1087380 h 2525734"/>
              <a:gd name="connsiteX9-4949" fmla="*/ 1893876 w 2494893"/>
              <a:gd name="connsiteY9-4950" fmla="*/ 2500383 h 2525734"/>
              <a:gd name="connsiteX10-4951" fmla="*/ 1868476 w 2494893"/>
              <a:gd name="connsiteY10-4952" fmla="*/ 2525734 h 2525734"/>
              <a:gd name="connsiteX11-4953" fmla="*/ 626416 w 2494893"/>
              <a:gd name="connsiteY11-4954" fmla="*/ 2525734 h 2525734"/>
              <a:gd name="connsiteX12-4955" fmla="*/ 601016 w 2494893"/>
              <a:gd name="connsiteY12-4956" fmla="*/ 2500334 h 2525734"/>
              <a:gd name="connsiteX13-4957" fmla="*/ 601016 w 2494893"/>
              <a:gd name="connsiteY13-4958" fmla="*/ 1087331 h 2525734"/>
              <a:gd name="connsiteX14-4959" fmla="*/ 575617 w 2494893"/>
              <a:gd name="connsiteY14-4960" fmla="*/ 1061981 h 2525734"/>
              <a:gd name="connsiteX15-4961" fmla="*/ 25173 w 2494893"/>
              <a:gd name="connsiteY15-4962" fmla="*/ 1061981 h 2525734"/>
              <a:gd name="connsiteX16-4963" fmla="*/ 1269 w 2494893"/>
              <a:gd name="connsiteY16-4964" fmla="*/ 1045174 h 2525734"/>
              <a:gd name="connsiteX0-4965" fmla="*/ 1269 w 2494893"/>
              <a:gd name="connsiteY0-4966" fmla="*/ 1045174 h 2525734"/>
              <a:gd name="connsiteX1-4967" fmla="*/ 8979 w 2494893"/>
              <a:gd name="connsiteY1-4968" fmla="*/ 1016996 h 2525734"/>
              <a:gd name="connsiteX2-4969" fmla="*/ 1231299 w 2494893"/>
              <a:gd name="connsiteY2-4970" fmla="*/ 6073 h 2525734"/>
              <a:gd name="connsiteX3-4971" fmla="*/ 1263633 w 2494893"/>
              <a:gd name="connsiteY3-4972" fmla="*/ 6109 h 2525734"/>
              <a:gd name="connsiteX4-4973" fmla="*/ 2485955 w 2494893"/>
              <a:gd name="connsiteY4-4974" fmla="*/ 1017031 h 2525734"/>
              <a:gd name="connsiteX5-4975" fmla="*/ 2493619 w 2494893"/>
              <a:gd name="connsiteY5-4976" fmla="*/ 1045181 h 2525734"/>
              <a:gd name="connsiteX6-4977" fmla="*/ 2469719 w 2494893"/>
              <a:gd name="connsiteY6-4978" fmla="*/ 1061981 h 2525734"/>
              <a:gd name="connsiteX7-4979" fmla="*/ 1919276 w 2494893"/>
              <a:gd name="connsiteY7-4980" fmla="*/ 1061981 h 2525734"/>
              <a:gd name="connsiteX8-4981" fmla="*/ 1893876 w 2494893"/>
              <a:gd name="connsiteY8-4982" fmla="*/ 1087380 h 2525734"/>
              <a:gd name="connsiteX9-4983" fmla="*/ 1893876 w 2494893"/>
              <a:gd name="connsiteY9-4984" fmla="*/ 2500383 h 2525734"/>
              <a:gd name="connsiteX10-4985" fmla="*/ 1868476 w 2494893"/>
              <a:gd name="connsiteY10-4986" fmla="*/ 2525734 h 2525734"/>
              <a:gd name="connsiteX11-4987" fmla="*/ 626416 w 2494893"/>
              <a:gd name="connsiteY11-4988" fmla="*/ 2525734 h 2525734"/>
              <a:gd name="connsiteX12-4989" fmla="*/ 601016 w 2494893"/>
              <a:gd name="connsiteY12-4990" fmla="*/ 2500334 h 2525734"/>
              <a:gd name="connsiteX13-4991" fmla="*/ 601016 w 2494893"/>
              <a:gd name="connsiteY13-4992" fmla="*/ 1087331 h 2525734"/>
              <a:gd name="connsiteX14-4993" fmla="*/ 575617 w 2494893"/>
              <a:gd name="connsiteY14-4994" fmla="*/ 1061981 h 2525734"/>
              <a:gd name="connsiteX15-4995" fmla="*/ 25173 w 2494893"/>
              <a:gd name="connsiteY15-4996" fmla="*/ 1061981 h 2525734"/>
              <a:gd name="connsiteX16-4997" fmla="*/ 1269 w 2494893"/>
              <a:gd name="connsiteY16-4998" fmla="*/ 1045174 h 2525734"/>
              <a:gd name="connsiteX0-4999" fmla="*/ 1269 w 2494893"/>
              <a:gd name="connsiteY0-5000" fmla="*/ 1045174 h 2525734"/>
              <a:gd name="connsiteX1-5001" fmla="*/ 8979 w 2494893"/>
              <a:gd name="connsiteY1-5002" fmla="*/ 1016996 h 2525734"/>
              <a:gd name="connsiteX2-5003" fmla="*/ 1231299 w 2494893"/>
              <a:gd name="connsiteY2-5004" fmla="*/ 6073 h 2525734"/>
              <a:gd name="connsiteX3-5005" fmla="*/ 1263633 w 2494893"/>
              <a:gd name="connsiteY3-5006" fmla="*/ 6109 h 2525734"/>
              <a:gd name="connsiteX4-5007" fmla="*/ 2485955 w 2494893"/>
              <a:gd name="connsiteY4-5008" fmla="*/ 1017031 h 2525734"/>
              <a:gd name="connsiteX5-5009" fmla="*/ 2493619 w 2494893"/>
              <a:gd name="connsiteY5-5010" fmla="*/ 1045181 h 2525734"/>
              <a:gd name="connsiteX6-5011" fmla="*/ 2469719 w 2494893"/>
              <a:gd name="connsiteY6-5012" fmla="*/ 1061981 h 2525734"/>
              <a:gd name="connsiteX7-5013" fmla="*/ 1919276 w 2494893"/>
              <a:gd name="connsiteY7-5014" fmla="*/ 1061981 h 2525734"/>
              <a:gd name="connsiteX8-5015" fmla="*/ 1893876 w 2494893"/>
              <a:gd name="connsiteY8-5016" fmla="*/ 1087380 h 2525734"/>
              <a:gd name="connsiteX9-5017" fmla="*/ 1893876 w 2494893"/>
              <a:gd name="connsiteY9-5018" fmla="*/ 2500383 h 2525734"/>
              <a:gd name="connsiteX10-5019" fmla="*/ 1868476 w 2494893"/>
              <a:gd name="connsiteY10-5020" fmla="*/ 2525734 h 2525734"/>
              <a:gd name="connsiteX11-5021" fmla="*/ 626416 w 2494893"/>
              <a:gd name="connsiteY11-5022" fmla="*/ 2525734 h 2525734"/>
              <a:gd name="connsiteX12-5023" fmla="*/ 601016 w 2494893"/>
              <a:gd name="connsiteY12-5024" fmla="*/ 2500334 h 2525734"/>
              <a:gd name="connsiteX13-5025" fmla="*/ 601016 w 2494893"/>
              <a:gd name="connsiteY13-5026" fmla="*/ 1087331 h 2525734"/>
              <a:gd name="connsiteX14-5027" fmla="*/ 575617 w 2494893"/>
              <a:gd name="connsiteY14-5028" fmla="*/ 1061981 h 2525734"/>
              <a:gd name="connsiteX15-5029" fmla="*/ 25173 w 2494893"/>
              <a:gd name="connsiteY15-5030" fmla="*/ 1061981 h 2525734"/>
              <a:gd name="connsiteX16-5031" fmla="*/ 24612 w 2494893"/>
              <a:gd name="connsiteY16-5032" fmla="*/ 1036768 h 2525734"/>
              <a:gd name="connsiteX0-5033" fmla="*/ 21088 w 2491369"/>
              <a:gd name="connsiteY0-5034" fmla="*/ 1036768 h 2525734"/>
              <a:gd name="connsiteX1-5035" fmla="*/ 5455 w 2491369"/>
              <a:gd name="connsiteY1-5036" fmla="*/ 1016996 h 2525734"/>
              <a:gd name="connsiteX2-5037" fmla="*/ 1227775 w 2491369"/>
              <a:gd name="connsiteY2-5038" fmla="*/ 6073 h 2525734"/>
              <a:gd name="connsiteX3-5039" fmla="*/ 1260109 w 2491369"/>
              <a:gd name="connsiteY3-5040" fmla="*/ 6109 h 2525734"/>
              <a:gd name="connsiteX4-5041" fmla="*/ 2482431 w 2491369"/>
              <a:gd name="connsiteY4-5042" fmla="*/ 1017031 h 2525734"/>
              <a:gd name="connsiteX5-5043" fmla="*/ 2490095 w 2491369"/>
              <a:gd name="connsiteY5-5044" fmla="*/ 1045181 h 2525734"/>
              <a:gd name="connsiteX6-5045" fmla="*/ 2466195 w 2491369"/>
              <a:gd name="connsiteY6-5046" fmla="*/ 1061981 h 2525734"/>
              <a:gd name="connsiteX7-5047" fmla="*/ 1915752 w 2491369"/>
              <a:gd name="connsiteY7-5048" fmla="*/ 1061981 h 2525734"/>
              <a:gd name="connsiteX8-5049" fmla="*/ 1890352 w 2491369"/>
              <a:gd name="connsiteY8-5050" fmla="*/ 1087380 h 2525734"/>
              <a:gd name="connsiteX9-5051" fmla="*/ 1890352 w 2491369"/>
              <a:gd name="connsiteY9-5052" fmla="*/ 2500383 h 2525734"/>
              <a:gd name="connsiteX10-5053" fmla="*/ 1864952 w 2491369"/>
              <a:gd name="connsiteY10-5054" fmla="*/ 2525734 h 2525734"/>
              <a:gd name="connsiteX11-5055" fmla="*/ 622892 w 2491369"/>
              <a:gd name="connsiteY11-5056" fmla="*/ 2525734 h 2525734"/>
              <a:gd name="connsiteX12-5057" fmla="*/ 597492 w 2491369"/>
              <a:gd name="connsiteY12-5058" fmla="*/ 2500334 h 2525734"/>
              <a:gd name="connsiteX13-5059" fmla="*/ 597492 w 2491369"/>
              <a:gd name="connsiteY13-5060" fmla="*/ 1087331 h 2525734"/>
              <a:gd name="connsiteX14-5061" fmla="*/ 572093 w 2491369"/>
              <a:gd name="connsiteY14-5062" fmla="*/ 1061981 h 2525734"/>
              <a:gd name="connsiteX15-5063" fmla="*/ 21649 w 2491369"/>
              <a:gd name="connsiteY15-5064" fmla="*/ 1061981 h 2525734"/>
              <a:gd name="connsiteX16-5065" fmla="*/ 21088 w 2491369"/>
              <a:gd name="connsiteY16-5066" fmla="*/ 1036768 h 2525734"/>
              <a:gd name="connsiteX0-5067" fmla="*/ 17454 w 2487735"/>
              <a:gd name="connsiteY0-5068" fmla="*/ 1036768 h 2525734"/>
              <a:gd name="connsiteX1-5069" fmla="*/ 1821 w 2487735"/>
              <a:gd name="connsiteY1-5070" fmla="*/ 1016996 h 2525734"/>
              <a:gd name="connsiteX2-5071" fmla="*/ 1224141 w 2487735"/>
              <a:gd name="connsiteY2-5072" fmla="*/ 6073 h 2525734"/>
              <a:gd name="connsiteX3-5073" fmla="*/ 1256475 w 2487735"/>
              <a:gd name="connsiteY3-5074" fmla="*/ 6109 h 2525734"/>
              <a:gd name="connsiteX4-5075" fmla="*/ 2478797 w 2487735"/>
              <a:gd name="connsiteY4-5076" fmla="*/ 1017031 h 2525734"/>
              <a:gd name="connsiteX5-5077" fmla="*/ 2486461 w 2487735"/>
              <a:gd name="connsiteY5-5078" fmla="*/ 1045181 h 2525734"/>
              <a:gd name="connsiteX6-5079" fmla="*/ 2462561 w 2487735"/>
              <a:gd name="connsiteY6-5080" fmla="*/ 1061981 h 2525734"/>
              <a:gd name="connsiteX7-5081" fmla="*/ 1912118 w 2487735"/>
              <a:gd name="connsiteY7-5082" fmla="*/ 1061981 h 2525734"/>
              <a:gd name="connsiteX8-5083" fmla="*/ 1886718 w 2487735"/>
              <a:gd name="connsiteY8-5084" fmla="*/ 1087380 h 2525734"/>
              <a:gd name="connsiteX9-5085" fmla="*/ 1886718 w 2487735"/>
              <a:gd name="connsiteY9-5086" fmla="*/ 2500383 h 2525734"/>
              <a:gd name="connsiteX10-5087" fmla="*/ 1861318 w 2487735"/>
              <a:gd name="connsiteY10-5088" fmla="*/ 2525734 h 2525734"/>
              <a:gd name="connsiteX11-5089" fmla="*/ 619258 w 2487735"/>
              <a:gd name="connsiteY11-5090" fmla="*/ 2525734 h 2525734"/>
              <a:gd name="connsiteX12-5091" fmla="*/ 593858 w 2487735"/>
              <a:gd name="connsiteY12-5092" fmla="*/ 2500334 h 2525734"/>
              <a:gd name="connsiteX13-5093" fmla="*/ 593858 w 2487735"/>
              <a:gd name="connsiteY13-5094" fmla="*/ 1087331 h 2525734"/>
              <a:gd name="connsiteX14-5095" fmla="*/ 568459 w 2487735"/>
              <a:gd name="connsiteY14-5096" fmla="*/ 1061981 h 2525734"/>
              <a:gd name="connsiteX15-5097" fmla="*/ 18015 w 2487735"/>
              <a:gd name="connsiteY15-5098" fmla="*/ 1061981 h 2525734"/>
              <a:gd name="connsiteX16-5099" fmla="*/ 17454 w 2487735"/>
              <a:gd name="connsiteY16-5100" fmla="*/ 1036768 h 2525734"/>
              <a:gd name="connsiteX0-5101" fmla="*/ 15634 w 2485915"/>
              <a:gd name="connsiteY0-5102" fmla="*/ 1036768 h 2525734"/>
              <a:gd name="connsiteX1-5103" fmla="*/ 1 w 2485915"/>
              <a:gd name="connsiteY1-5104" fmla="*/ 1016996 h 2525734"/>
              <a:gd name="connsiteX2-5105" fmla="*/ 1222321 w 2485915"/>
              <a:gd name="connsiteY2-5106" fmla="*/ 6073 h 2525734"/>
              <a:gd name="connsiteX3-5107" fmla="*/ 1254655 w 2485915"/>
              <a:gd name="connsiteY3-5108" fmla="*/ 6109 h 2525734"/>
              <a:gd name="connsiteX4-5109" fmla="*/ 2476977 w 2485915"/>
              <a:gd name="connsiteY4-5110" fmla="*/ 1017031 h 2525734"/>
              <a:gd name="connsiteX5-5111" fmla="*/ 2484641 w 2485915"/>
              <a:gd name="connsiteY5-5112" fmla="*/ 1045181 h 2525734"/>
              <a:gd name="connsiteX6-5113" fmla="*/ 2460741 w 2485915"/>
              <a:gd name="connsiteY6-5114" fmla="*/ 1061981 h 2525734"/>
              <a:gd name="connsiteX7-5115" fmla="*/ 1910298 w 2485915"/>
              <a:gd name="connsiteY7-5116" fmla="*/ 1061981 h 2525734"/>
              <a:gd name="connsiteX8-5117" fmla="*/ 1884898 w 2485915"/>
              <a:gd name="connsiteY8-5118" fmla="*/ 1087380 h 2525734"/>
              <a:gd name="connsiteX9-5119" fmla="*/ 1884898 w 2485915"/>
              <a:gd name="connsiteY9-5120" fmla="*/ 2500383 h 2525734"/>
              <a:gd name="connsiteX10-5121" fmla="*/ 1859498 w 2485915"/>
              <a:gd name="connsiteY10-5122" fmla="*/ 2525734 h 2525734"/>
              <a:gd name="connsiteX11-5123" fmla="*/ 617438 w 2485915"/>
              <a:gd name="connsiteY11-5124" fmla="*/ 2525734 h 2525734"/>
              <a:gd name="connsiteX12-5125" fmla="*/ 592038 w 2485915"/>
              <a:gd name="connsiteY12-5126" fmla="*/ 2500334 h 2525734"/>
              <a:gd name="connsiteX13-5127" fmla="*/ 592038 w 2485915"/>
              <a:gd name="connsiteY13-5128" fmla="*/ 1087331 h 2525734"/>
              <a:gd name="connsiteX14-5129" fmla="*/ 566639 w 2485915"/>
              <a:gd name="connsiteY14-5130" fmla="*/ 1061981 h 2525734"/>
              <a:gd name="connsiteX15-5131" fmla="*/ 16195 w 2485915"/>
              <a:gd name="connsiteY15-5132" fmla="*/ 1061981 h 2525734"/>
              <a:gd name="connsiteX16-5133" fmla="*/ 15634 w 2485915"/>
              <a:gd name="connsiteY16-5134" fmla="*/ 1036768 h 2525734"/>
              <a:gd name="connsiteX0-5135" fmla="*/ 2988 w 2473269"/>
              <a:gd name="connsiteY0-5136" fmla="*/ 1036768 h 2525734"/>
              <a:gd name="connsiteX1-5137" fmla="*/ 14553 w 2473269"/>
              <a:gd name="connsiteY1-5138" fmla="*/ 994501 h 2525734"/>
              <a:gd name="connsiteX2-5139" fmla="*/ 1209675 w 2473269"/>
              <a:gd name="connsiteY2-5140" fmla="*/ 6073 h 2525734"/>
              <a:gd name="connsiteX3-5141" fmla="*/ 1242009 w 2473269"/>
              <a:gd name="connsiteY3-5142" fmla="*/ 6109 h 2525734"/>
              <a:gd name="connsiteX4-5143" fmla="*/ 2464331 w 2473269"/>
              <a:gd name="connsiteY4-5144" fmla="*/ 1017031 h 2525734"/>
              <a:gd name="connsiteX5-5145" fmla="*/ 2471995 w 2473269"/>
              <a:gd name="connsiteY5-5146" fmla="*/ 1045181 h 2525734"/>
              <a:gd name="connsiteX6-5147" fmla="*/ 2448095 w 2473269"/>
              <a:gd name="connsiteY6-5148" fmla="*/ 1061981 h 2525734"/>
              <a:gd name="connsiteX7-5149" fmla="*/ 1897652 w 2473269"/>
              <a:gd name="connsiteY7-5150" fmla="*/ 1061981 h 2525734"/>
              <a:gd name="connsiteX8-5151" fmla="*/ 1872252 w 2473269"/>
              <a:gd name="connsiteY8-5152" fmla="*/ 1087380 h 2525734"/>
              <a:gd name="connsiteX9-5153" fmla="*/ 1872252 w 2473269"/>
              <a:gd name="connsiteY9-5154" fmla="*/ 2500383 h 2525734"/>
              <a:gd name="connsiteX10-5155" fmla="*/ 1846852 w 2473269"/>
              <a:gd name="connsiteY10-5156" fmla="*/ 2525734 h 2525734"/>
              <a:gd name="connsiteX11-5157" fmla="*/ 604792 w 2473269"/>
              <a:gd name="connsiteY11-5158" fmla="*/ 2525734 h 2525734"/>
              <a:gd name="connsiteX12-5159" fmla="*/ 579392 w 2473269"/>
              <a:gd name="connsiteY12-5160" fmla="*/ 2500334 h 2525734"/>
              <a:gd name="connsiteX13-5161" fmla="*/ 579392 w 2473269"/>
              <a:gd name="connsiteY13-5162" fmla="*/ 1087331 h 2525734"/>
              <a:gd name="connsiteX14-5163" fmla="*/ 553993 w 2473269"/>
              <a:gd name="connsiteY14-5164" fmla="*/ 1061981 h 2525734"/>
              <a:gd name="connsiteX15-5165" fmla="*/ 3549 w 2473269"/>
              <a:gd name="connsiteY15-5166" fmla="*/ 1061981 h 2525734"/>
              <a:gd name="connsiteX16-5167" fmla="*/ 2988 w 2473269"/>
              <a:gd name="connsiteY16-5168" fmla="*/ 1036768 h 2525734"/>
              <a:gd name="connsiteX0-5169" fmla="*/ 2988 w 2473269"/>
              <a:gd name="connsiteY0-5170" fmla="*/ 1036768 h 2525734"/>
              <a:gd name="connsiteX1-5171" fmla="*/ 14553 w 2473269"/>
              <a:gd name="connsiteY1-5172" fmla="*/ 994501 h 2525734"/>
              <a:gd name="connsiteX2-5173" fmla="*/ 1209675 w 2473269"/>
              <a:gd name="connsiteY2-5174" fmla="*/ 6073 h 2525734"/>
              <a:gd name="connsiteX3-5175" fmla="*/ 1242009 w 2473269"/>
              <a:gd name="connsiteY3-5176" fmla="*/ 6109 h 2525734"/>
              <a:gd name="connsiteX4-5177" fmla="*/ 2464331 w 2473269"/>
              <a:gd name="connsiteY4-5178" fmla="*/ 1017031 h 2525734"/>
              <a:gd name="connsiteX5-5179" fmla="*/ 2471995 w 2473269"/>
              <a:gd name="connsiteY5-5180" fmla="*/ 1045181 h 2525734"/>
              <a:gd name="connsiteX6-5181" fmla="*/ 2448095 w 2473269"/>
              <a:gd name="connsiteY6-5182" fmla="*/ 1061981 h 2525734"/>
              <a:gd name="connsiteX7-5183" fmla="*/ 1897652 w 2473269"/>
              <a:gd name="connsiteY7-5184" fmla="*/ 1061981 h 2525734"/>
              <a:gd name="connsiteX8-5185" fmla="*/ 1872252 w 2473269"/>
              <a:gd name="connsiteY8-5186" fmla="*/ 1087380 h 2525734"/>
              <a:gd name="connsiteX9-5187" fmla="*/ 1872252 w 2473269"/>
              <a:gd name="connsiteY9-5188" fmla="*/ 2500383 h 2525734"/>
              <a:gd name="connsiteX10-5189" fmla="*/ 1846852 w 2473269"/>
              <a:gd name="connsiteY10-5190" fmla="*/ 2525734 h 2525734"/>
              <a:gd name="connsiteX11-5191" fmla="*/ 604792 w 2473269"/>
              <a:gd name="connsiteY11-5192" fmla="*/ 2525734 h 2525734"/>
              <a:gd name="connsiteX12-5193" fmla="*/ 579392 w 2473269"/>
              <a:gd name="connsiteY12-5194" fmla="*/ 2500334 h 2525734"/>
              <a:gd name="connsiteX13-5195" fmla="*/ 579392 w 2473269"/>
              <a:gd name="connsiteY13-5196" fmla="*/ 1087331 h 2525734"/>
              <a:gd name="connsiteX14-5197" fmla="*/ 553993 w 2473269"/>
              <a:gd name="connsiteY14-5198" fmla="*/ 1061981 h 2525734"/>
              <a:gd name="connsiteX15-5199" fmla="*/ 3549 w 2473269"/>
              <a:gd name="connsiteY15-5200" fmla="*/ 1061981 h 2525734"/>
              <a:gd name="connsiteX16-5201" fmla="*/ 2988 w 2473269"/>
              <a:gd name="connsiteY16-5202" fmla="*/ 1036768 h 2525734"/>
              <a:gd name="connsiteX0-5203" fmla="*/ 2988 w 2473269"/>
              <a:gd name="connsiteY0-5204" fmla="*/ 1036768 h 2525734"/>
              <a:gd name="connsiteX1-5205" fmla="*/ 14553 w 2473269"/>
              <a:gd name="connsiteY1-5206" fmla="*/ 994501 h 2525734"/>
              <a:gd name="connsiteX2-5207" fmla="*/ 1209675 w 2473269"/>
              <a:gd name="connsiteY2-5208" fmla="*/ 6073 h 2525734"/>
              <a:gd name="connsiteX3-5209" fmla="*/ 1242009 w 2473269"/>
              <a:gd name="connsiteY3-5210" fmla="*/ 6109 h 2525734"/>
              <a:gd name="connsiteX4-5211" fmla="*/ 2464331 w 2473269"/>
              <a:gd name="connsiteY4-5212" fmla="*/ 1017031 h 2525734"/>
              <a:gd name="connsiteX5-5213" fmla="*/ 2471995 w 2473269"/>
              <a:gd name="connsiteY5-5214" fmla="*/ 1045181 h 2525734"/>
              <a:gd name="connsiteX6-5215" fmla="*/ 2448095 w 2473269"/>
              <a:gd name="connsiteY6-5216" fmla="*/ 1061981 h 2525734"/>
              <a:gd name="connsiteX7-5217" fmla="*/ 1897652 w 2473269"/>
              <a:gd name="connsiteY7-5218" fmla="*/ 1061981 h 2525734"/>
              <a:gd name="connsiteX8-5219" fmla="*/ 1872252 w 2473269"/>
              <a:gd name="connsiteY8-5220" fmla="*/ 1087380 h 2525734"/>
              <a:gd name="connsiteX9-5221" fmla="*/ 1872252 w 2473269"/>
              <a:gd name="connsiteY9-5222" fmla="*/ 2500383 h 2525734"/>
              <a:gd name="connsiteX10-5223" fmla="*/ 1846852 w 2473269"/>
              <a:gd name="connsiteY10-5224" fmla="*/ 2525734 h 2525734"/>
              <a:gd name="connsiteX11-5225" fmla="*/ 604792 w 2473269"/>
              <a:gd name="connsiteY11-5226" fmla="*/ 2525734 h 2525734"/>
              <a:gd name="connsiteX12-5227" fmla="*/ 579392 w 2473269"/>
              <a:gd name="connsiteY12-5228" fmla="*/ 2500334 h 2525734"/>
              <a:gd name="connsiteX13-5229" fmla="*/ 579392 w 2473269"/>
              <a:gd name="connsiteY13-5230" fmla="*/ 1087331 h 2525734"/>
              <a:gd name="connsiteX14-5231" fmla="*/ 553993 w 2473269"/>
              <a:gd name="connsiteY14-5232" fmla="*/ 1061981 h 2525734"/>
              <a:gd name="connsiteX15-5233" fmla="*/ 3549 w 2473269"/>
              <a:gd name="connsiteY15-5234" fmla="*/ 1061981 h 2525734"/>
              <a:gd name="connsiteX16-5235" fmla="*/ 2988 w 2473269"/>
              <a:gd name="connsiteY16-5236" fmla="*/ 1036768 h 2525734"/>
              <a:gd name="connsiteX0-5237" fmla="*/ 2988 w 2473269"/>
              <a:gd name="connsiteY0-5238" fmla="*/ 1036113 h 2525079"/>
              <a:gd name="connsiteX1-5239" fmla="*/ 14553 w 2473269"/>
              <a:gd name="connsiteY1-5240" fmla="*/ 993846 h 2525079"/>
              <a:gd name="connsiteX2-5241" fmla="*/ 1201583 w 2473269"/>
              <a:gd name="connsiteY2-5242" fmla="*/ 12111 h 2525079"/>
              <a:gd name="connsiteX3-5243" fmla="*/ 1242009 w 2473269"/>
              <a:gd name="connsiteY3-5244" fmla="*/ 5454 h 2525079"/>
              <a:gd name="connsiteX4-5245" fmla="*/ 2464331 w 2473269"/>
              <a:gd name="connsiteY4-5246" fmla="*/ 1016376 h 2525079"/>
              <a:gd name="connsiteX5-5247" fmla="*/ 2471995 w 2473269"/>
              <a:gd name="connsiteY5-5248" fmla="*/ 1044526 h 2525079"/>
              <a:gd name="connsiteX6-5249" fmla="*/ 2448095 w 2473269"/>
              <a:gd name="connsiteY6-5250" fmla="*/ 1061326 h 2525079"/>
              <a:gd name="connsiteX7-5251" fmla="*/ 1897652 w 2473269"/>
              <a:gd name="connsiteY7-5252" fmla="*/ 1061326 h 2525079"/>
              <a:gd name="connsiteX8-5253" fmla="*/ 1872252 w 2473269"/>
              <a:gd name="connsiteY8-5254" fmla="*/ 1086725 h 2525079"/>
              <a:gd name="connsiteX9-5255" fmla="*/ 1872252 w 2473269"/>
              <a:gd name="connsiteY9-5256" fmla="*/ 2499728 h 2525079"/>
              <a:gd name="connsiteX10-5257" fmla="*/ 1846852 w 2473269"/>
              <a:gd name="connsiteY10-5258" fmla="*/ 2525079 h 2525079"/>
              <a:gd name="connsiteX11-5259" fmla="*/ 604792 w 2473269"/>
              <a:gd name="connsiteY11-5260" fmla="*/ 2525079 h 2525079"/>
              <a:gd name="connsiteX12-5261" fmla="*/ 579392 w 2473269"/>
              <a:gd name="connsiteY12-5262" fmla="*/ 2499679 h 2525079"/>
              <a:gd name="connsiteX13-5263" fmla="*/ 579392 w 2473269"/>
              <a:gd name="connsiteY13-5264" fmla="*/ 1086676 h 2525079"/>
              <a:gd name="connsiteX14-5265" fmla="*/ 553993 w 2473269"/>
              <a:gd name="connsiteY14-5266" fmla="*/ 1061326 h 2525079"/>
              <a:gd name="connsiteX15-5267" fmla="*/ 3549 w 2473269"/>
              <a:gd name="connsiteY15-5268" fmla="*/ 1061326 h 2525079"/>
              <a:gd name="connsiteX16-5269" fmla="*/ 2988 w 2473269"/>
              <a:gd name="connsiteY16-5270" fmla="*/ 1036113 h 2525079"/>
              <a:gd name="connsiteX0-5271" fmla="*/ 2988 w 2473269"/>
              <a:gd name="connsiteY0-5272" fmla="*/ 1035337 h 2524303"/>
              <a:gd name="connsiteX1-5273" fmla="*/ 14553 w 2473269"/>
              <a:gd name="connsiteY1-5274" fmla="*/ 993070 h 2524303"/>
              <a:gd name="connsiteX2-5275" fmla="*/ 1201583 w 2473269"/>
              <a:gd name="connsiteY2-5276" fmla="*/ 11335 h 2524303"/>
              <a:gd name="connsiteX3-5277" fmla="*/ 1242009 w 2473269"/>
              <a:gd name="connsiteY3-5278" fmla="*/ 4678 h 2524303"/>
              <a:gd name="connsiteX4-5279" fmla="*/ 2464331 w 2473269"/>
              <a:gd name="connsiteY4-5280" fmla="*/ 1015600 h 2524303"/>
              <a:gd name="connsiteX5-5281" fmla="*/ 2471995 w 2473269"/>
              <a:gd name="connsiteY5-5282" fmla="*/ 1043750 h 2524303"/>
              <a:gd name="connsiteX6-5283" fmla="*/ 2448095 w 2473269"/>
              <a:gd name="connsiteY6-5284" fmla="*/ 1060550 h 2524303"/>
              <a:gd name="connsiteX7-5285" fmla="*/ 1897652 w 2473269"/>
              <a:gd name="connsiteY7-5286" fmla="*/ 1060550 h 2524303"/>
              <a:gd name="connsiteX8-5287" fmla="*/ 1872252 w 2473269"/>
              <a:gd name="connsiteY8-5288" fmla="*/ 1085949 h 2524303"/>
              <a:gd name="connsiteX9-5289" fmla="*/ 1872252 w 2473269"/>
              <a:gd name="connsiteY9-5290" fmla="*/ 2498952 h 2524303"/>
              <a:gd name="connsiteX10-5291" fmla="*/ 1846852 w 2473269"/>
              <a:gd name="connsiteY10-5292" fmla="*/ 2524303 h 2524303"/>
              <a:gd name="connsiteX11-5293" fmla="*/ 604792 w 2473269"/>
              <a:gd name="connsiteY11-5294" fmla="*/ 2524303 h 2524303"/>
              <a:gd name="connsiteX12-5295" fmla="*/ 579392 w 2473269"/>
              <a:gd name="connsiteY12-5296" fmla="*/ 2498903 h 2524303"/>
              <a:gd name="connsiteX13-5297" fmla="*/ 579392 w 2473269"/>
              <a:gd name="connsiteY13-5298" fmla="*/ 1085900 h 2524303"/>
              <a:gd name="connsiteX14-5299" fmla="*/ 553993 w 2473269"/>
              <a:gd name="connsiteY14-5300" fmla="*/ 1060550 h 2524303"/>
              <a:gd name="connsiteX15-5301" fmla="*/ 3549 w 2473269"/>
              <a:gd name="connsiteY15-5302" fmla="*/ 1060550 h 2524303"/>
              <a:gd name="connsiteX16-5303" fmla="*/ 2988 w 2473269"/>
              <a:gd name="connsiteY16-5304" fmla="*/ 1035337 h 2524303"/>
              <a:gd name="connsiteX0-5305" fmla="*/ 2988 w 2473269"/>
              <a:gd name="connsiteY0-5306" fmla="*/ 1034194 h 2523160"/>
              <a:gd name="connsiteX1-5307" fmla="*/ 14553 w 2473269"/>
              <a:gd name="connsiteY1-5308" fmla="*/ 991927 h 2523160"/>
              <a:gd name="connsiteX2-5309" fmla="*/ 1201583 w 2473269"/>
              <a:gd name="connsiteY2-5310" fmla="*/ 10192 h 2523160"/>
              <a:gd name="connsiteX3-5311" fmla="*/ 1242009 w 2473269"/>
              <a:gd name="connsiteY3-5312" fmla="*/ 3535 h 2523160"/>
              <a:gd name="connsiteX4-5313" fmla="*/ 2464331 w 2473269"/>
              <a:gd name="connsiteY4-5314" fmla="*/ 1014457 h 2523160"/>
              <a:gd name="connsiteX5-5315" fmla="*/ 2471995 w 2473269"/>
              <a:gd name="connsiteY5-5316" fmla="*/ 1042607 h 2523160"/>
              <a:gd name="connsiteX6-5317" fmla="*/ 2448095 w 2473269"/>
              <a:gd name="connsiteY6-5318" fmla="*/ 1059407 h 2523160"/>
              <a:gd name="connsiteX7-5319" fmla="*/ 1897652 w 2473269"/>
              <a:gd name="connsiteY7-5320" fmla="*/ 1059407 h 2523160"/>
              <a:gd name="connsiteX8-5321" fmla="*/ 1872252 w 2473269"/>
              <a:gd name="connsiteY8-5322" fmla="*/ 1084806 h 2523160"/>
              <a:gd name="connsiteX9-5323" fmla="*/ 1872252 w 2473269"/>
              <a:gd name="connsiteY9-5324" fmla="*/ 2497809 h 2523160"/>
              <a:gd name="connsiteX10-5325" fmla="*/ 1846852 w 2473269"/>
              <a:gd name="connsiteY10-5326" fmla="*/ 2523160 h 2523160"/>
              <a:gd name="connsiteX11-5327" fmla="*/ 604792 w 2473269"/>
              <a:gd name="connsiteY11-5328" fmla="*/ 2523160 h 2523160"/>
              <a:gd name="connsiteX12-5329" fmla="*/ 579392 w 2473269"/>
              <a:gd name="connsiteY12-5330" fmla="*/ 2497760 h 2523160"/>
              <a:gd name="connsiteX13-5331" fmla="*/ 579392 w 2473269"/>
              <a:gd name="connsiteY13-5332" fmla="*/ 1084757 h 2523160"/>
              <a:gd name="connsiteX14-5333" fmla="*/ 553993 w 2473269"/>
              <a:gd name="connsiteY14-5334" fmla="*/ 1059407 h 2523160"/>
              <a:gd name="connsiteX15-5335" fmla="*/ 3549 w 2473269"/>
              <a:gd name="connsiteY15-5336" fmla="*/ 1059407 h 2523160"/>
              <a:gd name="connsiteX16-5337" fmla="*/ 2988 w 2473269"/>
              <a:gd name="connsiteY16-5338" fmla="*/ 1034194 h 2523160"/>
              <a:gd name="connsiteX0-5339" fmla="*/ 2988 w 2473269"/>
              <a:gd name="connsiteY0-5340" fmla="*/ 1033119 h 2522085"/>
              <a:gd name="connsiteX1-5341" fmla="*/ 14553 w 2473269"/>
              <a:gd name="connsiteY1-5342" fmla="*/ 990852 h 2522085"/>
              <a:gd name="connsiteX2-5343" fmla="*/ 1201583 w 2473269"/>
              <a:gd name="connsiteY2-5344" fmla="*/ 9117 h 2522085"/>
              <a:gd name="connsiteX3-5345" fmla="*/ 1250106 w 2473269"/>
              <a:gd name="connsiteY3-5346" fmla="*/ 9153 h 2522085"/>
              <a:gd name="connsiteX4-5347" fmla="*/ 2464331 w 2473269"/>
              <a:gd name="connsiteY4-5348" fmla="*/ 1013382 h 2522085"/>
              <a:gd name="connsiteX5-5349" fmla="*/ 2471995 w 2473269"/>
              <a:gd name="connsiteY5-5350" fmla="*/ 1041532 h 2522085"/>
              <a:gd name="connsiteX6-5351" fmla="*/ 2448095 w 2473269"/>
              <a:gd name="connsiteY6-5352" fmla="*/ 1058332 h 2522085"/>
              <a:gd name="connsiteX7-5353" fmla="*/ 1897652 w 2473269"/>
              <a:gd name="connsiteY7-5354" fmla="*/ 1058332 h 2522085"/>
              <a:gd name="connsiteX8-5355" fmla="*/ 1872252 w 2473269"/>
              <a:gd name="connsiteY8-5356" fmla="*/ 1083731 h 2522085"/>
              <a:gd name="connsiteX9-5357" fmla="*/ 1872252 w 2473269"/>
              <a:gd name="connsiteY9-5358" fmla="*/ 2496734 h 2522085"/>
              <a:gd name="connsiteX10-5359" fmla="*/ 1846852 w 2473269"/>
              <a:gd name="connsiteY10-5360" fmla="*/ 2522085 h 2522085"/>
              <a:gd name="connsiteX11-5361" fmla="*/ 604792 w 2473269"/>
              <a:gd name="connsiteY11-5362" fmla="*/ 2522085 h 2522085"/>
              <a:gd name="connsiteX12-5363" fmla="*/ 579392 w 2473269"/>
              <a:gd name="connsiteY12-5364" fmla="*/ 2496685 h 2522085"/>
              <a:gd name="connsiteX13-5365" fmla="*/ 579392 w 2473269"/>
              <a:gd name="connsiteY13-5366" fmla="*/ 1083682 h 2522085"/>
              <a:gd name="connsiteX14-5367" fmla="*/ 553993 w 2473269"/>
              <a:gd name="connsiteY14-5368" fmla="*/ 1058332 h 2522085"/>
              <a:gd name="connsiteX15-5369" fmla="*/ 3549 w 2473269"/>
              <a:gd name="connsiteY15-5370" fmla="*/ 1058332 h 2522085"/>
              <a:gd name="connsiteX16-5371" fmla="*/ 2988 w 2473269"/>
              <a:gd name="connsiteY16-5372" fmla="*/ 1033119 h 2522085"/>
              <a:gd name="connsiteX0-5373" fmla="*/ 2988 w 2473269"/>
              <a:gd name="connsiteY0-5374" fmla="*/ 1033119 h 2522085"/>
              <a:gd name="connsiteX1-5375" fmla="*/ 14553 w 2473269"/>
              <a:gd name="connsiteY1-5376" fmla="*/ 990852 h 2522085"/>
              <a:gd name="connsiteX2-5377" fmla="*/ 1201583 w 2473269"/>
              <a:gd name="connsiteY2-5378" fmla="*/ 9117 h 2522085"/>
              <a:gd name="connsiteX3-5379" fmla="*/ 1250106 w 2473269"/>
              <a:gd name="connsiteY3-5380" fmla="*/ 9153 h 2522085"/>
              <a:gd name="connsiteX4-5381" fmla="*/ 2464331 w 2473269"/>
              <a:gd name="connsiteY4-5382" fmla="*/ 1013382 h 2522085"/>
              <a:gd name="connsiteX5-5383" fmla="*/ 2471995 w 2473269"/>
              <a:gd name="connsiteY5-5384" fmla="*/ 1041532 h 2522085"/>
              <a:gd name="connsiteX6-5385" fmla="*/ 2448095 w 2473269"/>
              <a:gd name="connsiteY6-5386" fmla="*/ 1058332 h 2522085"/>
              <a:gd name="connsiteX7-5387" fmla="*/ 1897652 w 2473269"/>
              <a:gd name="connsiteY7-5388" fmla="*/ 1058332 h 2522085"/>
              <a:gd name="connsiteX8-5389" fmla="*/ 1872252 w 2473269"/>
              <a:gd name="connsiteY8-5390" fmla="*/ 1083731 h 2522085"/>
              <a:gd name="connsiteX9-5391" fmla="*/ 1872252 w 2473269"/>
              <a:gd name="connsiteY9-5392" fmla="*/ 2496734 h 2522085"/>
              <a:gd name="connsiteX10-5393" fmla="*/ 1846852 w 2473269"/>
              <a:gd name="connsiteY10-5394" fmla="*/ 2522085 h 2522085"/>
              <a:gd name="connsiteX11-5395" fmla="*/ 604792 w 2473269"/>
              <a:gd name="connsiteY11-5396" fmla="*/ 2522085 h 2522085"/>
              <a:gd name="connsiteX12-5397" fmla="*/ 579392 w 2473269"/>
              <a:gd name="connsiteY12-5398" fmla="*/ 2496685 h 2522085"/>
              <a:gd name="connsiteX13-5399" fmla="*/ 579392 w 2473269"/>
              <a:gd name="connsiteY13-5400" fmla="*/ 1083682 h 2522085"/>
              <a:gd name="connsiteX14-5401" fmla="*/ 553993 w 2473269"/>
              <a:gd name="connsiteY14-5402" fmla="*/ 1058332 h 2522085"/>
              <a:gd name="connsiteX15-5403" fmla="*/ 3549 w 2473269"/>
              <a:gd name="connsiteY15-5404" fmla="*/ 1058332 h 2522085"/>
              <a:gd name="connsiteX16-5405" fmla="*/ 2988 w 2473269"/>
              <a:gd name="connsiteY16-5406" fmla="*/ 1033119 h 2522085"/>
              <a:gd name="connsiteX0-5407" fmla="*/ 2988 w 2473269"/>
              <a:gd name="connsiteY0-5408" fmla="*/ 1033119 h 2522085"/>
              <a:gd name="connsiteX1-5409" fmla="*/ 14553 w 2473269"/>
              <a:gd name="connsiteY1-5410" fmla="*/ 990852 h 2522085"/>
              <a:gd name="connsiteX2-5411" fmla="*/ 1201583 w 2473269"/>
              <a:gd name="connsiteY2-5412" fmla="*/ 9117 h 2522085"/>
              <a:gd name="connsiteX3-5413" fmla="*/ 1250106 w 2473269"/>
              <a:gd name="connsiteY3-5414" fmla="*/ 9153 h 2522085"/>
              <a:gd name="connsiteX4-5415" fmla="*/ 2464331 w 2473269"/>
              <a:gd name="connsiteY4-5416" fmla="*/ 1013382 h 2522085"/>
              <a:gd name="connsiteX5-5417" fmla="*/ 2471995 w 2473269"/>
              <a:gd name="connsiteY5-5418" fmla="*/ 1041532 h 2522085"/>
              <a:gd name="connsiteX6-5419" fmla="*/ 2448095 w 2473269"/>
              <a:gd name="connsiteY6-5420" fmla="*/ 1058332 h 2522085"/>
              <a:gd name="connsiteX7-5421" fmla="*/ 1897652 w 2473269"/>
              <a:gd name="connsiteY7-5422" fmla="*/ 1058332 h 2522085"/>
              <a:gd name="connsiteX8-5423" fmla="*/ 1872252 w 2473269"/>
              <a:gd name="connsiteY8-5424" fmla="*/ 1083731 h 2522085"/>
              <a:gd name="connsiteX9-5425" fmla="*/ 1872252 w 2473269"/>
              <a:gd name="connsiteY9-5426" fmla="*/ 2496734 h 2522085"/>
              <a:gd name="connsiteX10-5427" fmla="*/ 1846852 w 2473269"/>
              <a:gd name="connsiteY10-5428" fmla="*/ 2522085 h 2522085"/>
              <a:gd name="connsiteX11-5429" fmla="*/ 604792 w 2473269"/>
              <a:gd name="connsiteY11-5430" fmla="*/ 2522085 h 2522085"/>
              <a:gd name="connsiteX12-5431" fmla="*/ 579392 w 2473269"/>
              <a:gd name="connsiteY12-5432" fmla="*/ 2496685 h 2522085"/>
              <a:gd name="connsiteX13-5433" fmla="*/ 579392 w 2473269"/>
              <a:gd name="connsiteY13-5434" fmla="*/ 1083682 h 2522085"/>
              <a:gd name="connsiteX14-5435" fmla="*/ 553993 w 2473269"/>
              <a:gd name="connsiteY14-5436" fmla="*/ 1058332 h 2522085"/>
              <a:gd name="connsiteX15-5437" fmla="*/ 3549 w 2473269"/>
              <a:gd name="connsiteY15-5438" fmla="*/ 1058332 h 2522085"/>
              <a:gd name="connsiteX16-5439" fmla="*/ 2988 w 2473269"/>
              <a:gd name="connsiteY16-5440" fmla="*/ 1033119 h 2522085"/>
              <a:gd name="connsiteX0-5441" fmla="*/ 2988 w 2472994"/>
              <a:gd name="connsiteY0-5442" fmla="*/ 1033119 h 2522085"/>
              <a:gd name="connsiteX1-5443" fmla="*/ 14553 w 2472994"/>
              <a:gd name="connsiteY1-5444" fmla="*/ 990852 h 2522085"/>
              <a:gd name="connsiteX2-5445" fmla="*/ 1201583 w 2472994"/>
              <a:gd name="connsiteY2-5446" fmla="*/ 9117 h 2522085"/>
              <a:gd name="connsiteX3-5447" fmla="*/ 1250106 w 2472994"/>
              <a:gd name="connsiteY3-5448" fmla="*/ 9153 h 2522085"/>
              <a:gd name="connsiteX4-5449" fmla="*/ 2437136 w 2472994"/>
              <a:gd name="connsiteY4-5450" fmla="*/ 990888 h 2522085"/>
              <a:gd name="connsiteX5-5451" fmla="*/ 2471995 w 2472994"/>
              <a:gd name="connsiteY5-5452" fmla="*/ 1041532 h 2522085"/>
              <a:gd name="connsiteX6-5453" fmla="*/ 2448095 w 2472994"/>
              <a:gd name="connsiteY6-5454" fmla="*/ 1058332 h 2522085"/>
              <a:gd name="connsiteX7-5455" fmla="*/ 1897652 w 2472994"/>
              <a:gd name="connsiteY7-5456" fmla="*/ 1058332 h 2522085"/>
              <a:gd name="connsiteX8-5457" fmla="*/ 1872252 w 2472994"/>
              <a:gd name="connsiteY8-5458" fmla="*/ 1083731 h 2522085"/>
              <a:gd name="connsiteX9-5459" fmla="*/ 1872252 w 2472994"/>
              <a:gd name="connsiteY9-5460" fmla="*/ 2496734 h 2522085"/>
              <a:gd name="connsiteX10-5461" fmla="*/ 1846852 w 2472994"/>
              <a:gd name="connsiteY10-5462" fmla="*/ 2522085 h 2522085"/>
              <a:gd name="connsiteX11-5463" fmla="*/ 604792 w 2472994"/>
              <a:gd name="connsiteY11-5464" fmla="*/ 2522085 h 2522085"/>
              <a:gd name="connsiteX12-5465" fmla="*/ 579392 w 2472994"/>
              <a:gd name="connsiteY12-5466" fmla="*/ 2496685 h 2522085"/>
              <a:gd name="connsiteX13-5467" fmla="*/ 579392 w 2472994"/>
              <a:gd name="connsiteY13-5468" fmla="*/ 1083682 h 2522085"/>
              <a:gd name="connsiteX14-5469" fmla="*/ 553993 w 2472994"/>
              <a:gd name="connsiteY14-5470" fmla="*/ 1058332 h 2522085"/>
              <a:gd name="connsiteX15-5471" fmla="*/ 3549 w 2472994"/>
              <a:gd name="connsiteY15-5472" fmla="*/ 1058332 h 2522085"/>
              <a:gd name="connsiteX16-5473" fmla="*/ 2988 w 2472994"/>
              <a:gd name="connsiteY16-5474" fmla="*/ 1033119 h 2522085"/>
              <a:gd name="connsiteX0-5475" fmla="*/ 2988 w 2472278"/>
              <a:gd name="connsiteY0-5476" fmla="*/ 1033119 h 2522085"/>
              <a:gd name="connsiteX1-5477" fmla="*/ 14553 w 2472278"/>
              <a:gd name="connsiteY1-5478" fmla="*/ 990852 h 2522085"/>
              <a:gd name="connsiteX2-5479" fmla="*/ 1201583 w 2472278"/>
              <a:gd name="connsiteY2-5480" fmla="*/ 9117 h 2522085"/>
              <a:gd name="connsiteX3-5481" fmla="*/ 1250106 w 2472278"/>
              <a:gd name="connsiteY3-5482" fmla="*/ 9153 h 2522085"/>
              <a:gd name="connsiteX4-5483" fmla="*/ 2437136 w 2472278"/>
              <a:gd name="connsiteY4-5484" fmla="*/ 990888 h 2522085"/>
              <a:gd name="connsiteX5-5485" fmla="*/ 2471995 w 2472278"/>
              <a:gd name="connsiteY5-5486" fmla="*/ 1041532 h 2522085"/>
              <a:gd name="connsiteX6-5487" fmla="*/ 2448095 w 2472278"/>
              <a:gd name="connsiteY6-5488" fmla="*/ 1058332 h 2522085"/>
              <a:gd name="connsiteX7-5489" fmla="*/ 1897652 w 2472278"/>
              <a:gd name="connsiteY7-5490" fmla="*/ 1058332 h 2522085"/>
              <a:gd name="connsiteX8-5491" fmla="*/ 1872252 w 2472278"/>
              <a:gd name="connsiteY8-5492" fmla="*/ 1083731 h 2522085"/>
              <a:gd name="connsiteX9-5493" fmla="*/ 1872252 w 2472278"/>
              <a:gd name="connsiteY9-5494" fmla="*/ 2496734 h 2522085"/>
              <a:gd name="connsiteX10-5495" fmla="*/ 1846852 w 2472278"/>
              <a:gd name="connsiteY10-5496" fmla="*/ 2522085 h 2522085"/>
              <a:gd name="connsiteX11-5497" fmla="*/ 604792 w 2472278"/>
              <a:gd name="connsiteY11-5498" fmla="*/ 2522085 h 2522085"/>
              <a:gd name="connsiteX12-5499" fmla="*/ 579392 w 2472278"/>
              <a:gd name="connsiteY12-5500" fmla="*/ 2496685 h 2522085"/>
              <a:gd name="connsiteX13-5501" fmla="*/ 579392 w 2472278"/>
              <a:gd name="connsiteY13-5502" fmla="*/ 1083682 h 2522085"/>
              <a:gd name="connsiteX14-5503" fmla="*/ 553993 w 2472278"/>
              <a:gd name="connsiteY14-5504" fmla="*/ 1058332 h 2522085"/>
              <a:gd name="connsiteX15-5505" fmla="*/ 3549 w 2472278"/>
              <a:gd name="connsiteY15-5506" fmla="*/ 1058332 h 2522085"/>
              <a:gd name="connsiteX16-5507" fmla="*/ 2988 w 2472278"/>
              <a:gd name="connsiteY16-5508" fmla="*/ 1033119 h 2522085"/>
              <a:gd name="connsiteX0-5509" fmla="*/ 2988 w 2471995"/>
              <a:gd name="connsiteY0-5510" fmla="*/ 1033119 h 2522085"/>
              <a:gd name="connsiteX1-5511" fmla="*/ 14553 w 2471995"/>
              <a:gd name="connsiteY1-5512" fmla="*/ 990852 h 2522085"/>
              <a:gd name="connsiteX2-5513" fmla="*/ 1201583 w 2471995"/>
              <a:gd name="connsiteY2-5514" fmla="*/ 9117 h 2522085"/>
              <a:gd name="connsiteX3-5515" fmla="*/ 1250106 w 2471995"/>
              <a:gd name="connsiteY3-5516" fmla="*/ 9153 h 2522085"/>
              <a:gd name="connsiteX4-5517" fmla="*/ 2437136 w 2471995"/>
              <a:gd name="connsiteY4-5518" fmla="*/ 990888 h 2522085"/>
              <a:gd name="connsiteX5-5519" fmla="*/ 2471995 w 2471995"/>
              <a:gd name="connsiteY5-5520" fmla="*/ 1041532 h 2522085"/>
              <a:gd name="connsiteX6-5521" fmla="*/ 2448095 w 2471995"/>
              <a:gd name="connsiteY6-5522" fmla="*/ 1058332 h 2522085"/>
              <a:gd name="connsiteX7-5523" fmla="*/ 1897652 w 2471995"/>
              <a:gd name="connsiteY7-5524" fmla="*/ 1058332 h 2522085"/>
              <a:gd name="connsiteX8-5525" fmla="*/ 1872252 w 2471995"/>
              <a:gd name="connsiteY8-5526" fmla="*/ 1083731 h 2522085"/>
              <a:gd name="connsiteX9-5527" fmla="*/ 1872252 w 2471995"/>
              <a:gd name="connsiteY9-5528" fmla="*/ 2496734 h 2522085"/>
              <a:gd name="connsiteX10-5529" fmla="*/ 1846852 w 2471995"/>
              <a:gd name="connsiteY10-5530" fmla="*/ 2522085 h 2522085"/>
              <a:gd name="connsiteX11-5531" fmla="*/ 604792 w 2471995"/>
              <a:gd name="connsiteY11-5532" fmla="*/ 2522085 h 2522085"/>
              <a:gd name="connsiteX12-5533" fmla="*/ 579392 w 2471995"/>
              <a:gd name="connsiteY12-5534" fmla="*/ 2496685 h 2522085"/>
              <a:gd name="connsiteX13-5535" fmla="*/ 579392 w 2471995"/>
              <a:gd name="connsiteY13-5536" fmla="*/ 1083682 h 2522085"/>
              <a:gd name="connsiteX14-5537" fmla="*/ 553993 w 2471995"/>
              <a:gd name="connsiteY14-5538" fmla="*/ 1058332 h 2522085"/>
              <a:gd name="connsiteX15-5539" fmla="*/ 3549 w 2471995"/>
              <a:gd name="connsiteY15-5540" fmla="*/ 1058332 h 2522085"/>
              <a:gd name="connsiteX16-5541" fmla="*/ 2988 w 2471995"/>
              <a:gd name="connsiteY16-5542" fmla="*/ 1033119 h 2522085"/>
              <a:gd name="connsiteX0-5543" fmla="*/ 2988 w 2459944"/>
              <a:gd name="connsiteY0-5544" fmla="*/ 1033119 h 2522085"/>
              <a:gd name="connsiteX1-5545" fmla="*/ 14553 w 2459944"/>
              <a:gd name="connsiteY1-5546" fmla="*/ 990852 h 2522085"/>
              <a:gd name="connsiteX2-5547" fmla="*/ 1201583 w 2459944"/>
              <a:gd name="connsiteY2-5548" fmla="*/ 9117 h 2522085"/>
              <a:gd name="connsiteX3-5549" fmla="*/ 1250106 w 2459944"/>
              <a:gd name="connsiteY3-5550" fmla="*/ 9153 h 2522085"/>
              <a:gd name="connsiteX4-5551" fmla="*/ 2437136 w 2459944"/>
              <a:gd name="connsiteY4-5552" fmla="*/ 990888 h 2522085"/>
              <a:gd name="connsiteX5-5553" fmla="*/ 2448653 w 2459944"/>
              <a:gd name="connsiteY5-5554" fmla="*/ 1033131 h 2522085"/>
              <a:gd name="connsiteX6-5555" fmla="*/ 2448095 w 2459944"/>
              <a:gd name="connsiteY6-5556" fmla="*/ 1058332 h 2522085"/>
              <a:gd name="connsiteX7-5557" fmla="*/ 1897652 w 2459944"/>
              <a:gd name="connsiteY7-5558" fmla="*/ 1058332 h 2522085"/>
              <a:gd name="connsiteX8-5559" fmla="*/ 1872252 w 2459944"/>
              <a:gd name="connsiteY8-5560" fmla="*/ 1083731 h 2522085"/>
              <a:gd name="connsiteX9-5561" fmla="*/ 1872252 w 2459944"/>
              <a:gd name="connsiteY9-5562" fmla="*/ 2496734 h 2522085"/>
              <a:gd name="connsiteX10-5563" fmla="*/ 1846852 w 2459944"/>
              <a:gd name="connsiteY10-5564" fmla="*/ 2522085 h 2522085"/>
              <a:gd name="connsiteX11-5565" fmla="*/ 604792 w 2459944"/>
              <a:gd name="connsiteY11-5566" fmla="*/ 2522085 h 2522085"/>
              <a:gd name="connsiteX12-5567" fmla="*/ 579392 w 2459944"/>
              <a:gd name="connsiteY12-5568" fmla="*/ 2496685 h 2522085"/>
              <a:gd name="connsiteX13-5569" fmla="*/ 579392 w 2459944"/>
              <a:gd name="connsiteY13-5570" fmla="*/ 1083682 h 2522085"/>
              <a:gd name="connsiteX14-5571" fmla="*/ 553993 w 2459944"/>
              <a:gd name="connsiteY14-5572" fmla="*/ 1058332 h 2522085"/>
              <a:gd name="connsiteX15-5573" fmla="*/ 3549 w 2459944"/>
              <a:gd name="connsiteY15-5574" fmla="*/ 1058332 h 2522085"/>
              <a:gd name="connsiteX16-5575" fmla="*/ 2988 w 2459944"/>
              <a:gd name="connsiteY16-5576" fmla="*/ 1033119 h 2522085"/>
              <a:gd name="connsiteX0-5577" fmla="*/ 2988 w 2451643"/>
              <a:gd name="connsiteY0-5578" fmla="*/ 1033119 h 2522085"/>
              <a:gd name="connsiteX1-5579" fmla="*/ 14553 w 2451643"/>
              <a:gd name="connsiteY1-5580" fmla="*/ 990852 h 2522085"/>
              <a:gd name="connsiteX2-5581" fmla="*/ 1201583 w 2451643"/>
              <a:gd name="connsiteY2-5582" fmla="*/ 9117 h 2522085"/>
              <a:gd name="connsiteX3-5583" fmla="*/ 1250106 w 2451643"/>
              <a:gd name="connsiteY3-5584" fmla="*/ 9153 h 2522085"/>
              <a:gd name="connsiteX4-5585" fmla="*/ 2437136 w 2451643"/>
              <a:gd name="connsiteY4-5586" fmla="*/ 990888 h 2522085"/>
              <a:gd name="connsiteX5-5587" fmla="*/ 2448653 w 2451643"/>
              <a:gd name="connsiteY5-5588" fmla="*/ 1033131 h 2522085"/>
              <a:gd name="connsiteX6-5589" fmla="*/ 2448095 w 2451643"/>
              <a:gd name="connsiteY6-5590" fmla="*/ 1058332 h 2522085"/>
              <a:gd name="connsiteX7-5591" fmla="*/ 1897652 w 2451643"/>
              <a:gd name="connsiteY7-5592" fmla="*/ 1058332 h 2522085"/>
              <a:gd name="connsiteX8-5593" fmla="*/ 1872252 w 2451643"/>
              <a:gd name="connsiteY8-5594" fmla="*/ 1083731 h 2522085"/>
              <a:gd name="connsiteX9-5595" fmla="*/ 1872252 w 2451643"/>
              <a:gd name="connsiteY9-5596" fmla="*/ 2496734 h 2522085"/>
              <a:gd name="connsiteX10-5597" fmla="*/ 1846852 w 2451643"/>
              <a:gd name="connsiteY10-5598" fmla="*/ 2522085 h 2522085"/>
              <a:gd name="connsiteX11-5599" fmla="*/ 604792 w 2451643"/>
              <a:gd name="connsiteY11-5600" fmla="*/ 2522085 h 2522085"/>
              <a:gd name="connsiteX12-5601" fmla="*/ 579392 w 2451643"/>
              <a:gd name="connsiteY12-5602" fmla="*/ 2496685 h 2522085"/>
              <a:gd name="connsiteX13-5603" fmla="*/ 579392 w 2451643"/>
              <a:gd name="connsiteY13-5604" fmla="*/ 1083682 h 2522085"/>
              <a:gd name="connsiteX14-5605" fmla="*/ 553993 w 2451643"/>
              <a:gd name="connsiteY14-5606" fmla="*/ 1058332 h 2522085"/>
              <a:gd name="connsiteX15-5607" fmla="*/ 3549 w 2451643"/>
              <a:gd name="connsiteY15-5608" fmla="*/ 1058332 h 2522085"/>
              <a:gd name="connsiteX16-5609" fmla="*/ 2988 w 2451643"/>
              <a:gd name="connsiteY16-5610" fmla="*/ 1033119 h 2522085"/>
              <a:gd name="connsiteX0-5611" fmla="*/ 2988 w 2450561"/>
              <a:gd name="connsiteY0-5612" fmla="*/ 1033119 h 2522085"/>
              <a:gd name="connsiteX1-5613" fmla="*/ 14553 w 2450561"/>
              <a:gd name="connsiteY1-5614" fmla="*/ 990852 h 2522085"/>
              <a:gd name="connsiteX2-5615" fmla="*/ 1201583 w 2450561"/>
              <a:gd name="connsiteY2-5616" fmla="*/ 9117 h 2522085"/>
              <a:gd name="connsiteX3-5617" fmla="*/ 1250106 w 2450561"/>
              <a:gd name="connsiteY3-5618" fmla="*/ 9153 h 2522085"/>
              <a:gd name="connsiteX4-5619" fmla="*/ 2437136 w 2450561"/>
              <a:gd name="connsiteY4-5620" fmla="*/ 990888 h 2522085"/>
              <a:gd name="connsiteX5-5621" fmla="*/ 2448653 w 2450561"/>
              <a:gd name="connsiteY5-5622" fmla="*/ 1033131 h 2522085"/>
              <a:gd name="connsiteX6-5623" fmla="*/ 2448095 w 2450561"/>
              <a:gd name="connsiteY6-5624" fmla="*/ 1058332 h 2522085"/>
              <a:gd name="connsiteX7-5625" fmla="*/ 1897652 w 2450561"/>
              <a:gd name="connsiteY7-5626" fmla="*/ 1058332 h 2522085"/>
              <a:gd name="connsiteX8-5627" fmla="*/ 1872252 w 2450561"/>
              <a:gd name="connsiteY8-5628" fmla="*/ 1083731 h 2522085"/>
              <a:gd name="connsiteX9-5629" fmla="*/ 1872252 w 2450561"/>
              <a:gd name="connsiteY9-5630" fmla="*/ 2496734 h 2522085"/>
              <a:gd name="connsiteX10-5631" fmla="*/ 1846852 w 2450561"/>
              <a:gd name="connsiteY10-5632" fmla="*/ 2522085 h 2522085"/>
              <a:gd name="connsiteX11-5633" fmla="*/ 604792 w 2450561"/>
              <a:gd name="connsiteY11-5634" fmla="*/ 2522085 h 2522085"/>
              <a:gd name="connsiteX12-5635" fmla="*/ 579392 w 2450561"/>
              <a:gd name="connsiteY12-5636" fmla="*/ 2496685 h 2522085"/>
              <a:gd name="connsiteX13-5637" fmla="*/ 579392 w 2450561"/>
              <a:gd name="connsiteY13-5638" fmla="*/ 1083682 h 2522085"/>
              <a:gd name="connsiteX14-5639" fmla="*/ 553993 w 2450561"/>
              <a:gd name="connsiteY14-5640" fmla="*/ 1058332 h 2522085"/>
              <a:gd name="connsiteX15-5641" fmla="*/ 3549 w 2450561"/>
              <a:gd name="connsiteY15-5642" fmla="*/ 1058332 h 2522085"/>
              <a:gd name="connsiteX16-5643" fmla="*/ 2988 w 2450561"/>
              <a:gd name="connsiteY16-5644" fmla="*/ 1033119 h 2522085"/>
              <a:gd name="connsiteX0-5645" fmla="*/ 2988 w 2450561"/>
              <a:gd name="connsiteY0-5646" fmla="*/ 1033119 h 2522085"/>
              <a:gd name="connsiteX1-5647" fmla="*/ 14553 w 2450561"/>
              <a:gd name="connsiteY1-5648" fmla="*/ 990852 h 2522085"/>
              <a:gd name="connsiteX2-5649" fmla="*/ 1201583 w 2450561"/>
              <a:gd name="connsiteY2-5650" fmla="*/ 9117 h 2522085"/>
              <a:gd name="connsiteX3-5651" fmla="*/ 1250106 w 2450561"/>
              <a:gd name="connsiteY3-5652" fmla="*/ 9153 h 2522085"/>
              <a:gd name="connsiteX4-5653" fmla="*/ 2437136 w 2450561"/>
              <a:gd name="connsiteY4-5654" fmla="*/ 990888 h 2522085"/>
              <a:gd name="connsiteX5-5655" fmla="*/ 2448653 w 2450561"/>
              <a:gd name="connsiteY5-5656" fmla="*/ 1033131 h 2522085"/>
              <a:gd name="connsiteX6-5657" fmla="*/ 2412804 w 2450561"/>
              <a:gd name="connsiteY6-5658" fmla="*/ 1058331 h 2522085"/>
              <a:gd name="connsiteX7-5659" fmla="*/ 1897652 w 2450561"/>
              <a:gd name="connsiteY7-5660" fmla="*/ 1058332 h 2522085"/>
              <a:gd name="connsiteX8-5661" fmla="*/ 1872252 w 2450561"/>
              <a:gd name="connsiteY8-5662" fmla="*/ 1083731 h 2522085"/>
              <a:gd name="connsiteX9-5663" fmla="*/ 1872252 w 2450561"/>
              <a:gd name="connsiteY9-5664" fmla="*/ 2496734 h 2522085"/>
              <a:gd name="connsiteX10-5665" fmla="*/ 1846852 w 2450561"/>
              <a:gd name="connsiteY10-5666" fmla="*/ 2522085 h 2522085"/>
              <a:gd name="connsiteX11-5667" fmla="*/ 604792 w 2450561"/>
              <a:gd name="connsiteY11-5668" fmla="*/ 2522085 h 2522085"/>
              <a:gd name="connsiteX12-5669" fmla="*/ 579392 w 2450561"/>
              <a:gd name="connsiteY12-5670" fmla="*/ 2496685 h 2522085"/>
              <a:gd name="connsiteX13-5671" fmla="*/ 579392 w 2450561"/>
              <a:gd name="connsiteY13-5672" fmla="*/ 1083682 h 2522085"/>
              <a:gd name="connsiteX14-5673" fmla="*/ 553993 w 2450561"/>
              <a:gd name="connsiteY14-5674" fmla="*/ 1058332 h 2522085"/>
              <a:gd name="connsiteX15-5675" fmla="*/ 3549 w 2450561"/>
              <a:gd name="connsiteY15-5676" fmla="*/ 1058332 h 2522085"/>
              <a:gd name="connsiteX16-5677" fmla="*/ 2988 w 2450561"/>
              <a:gd name="connsiteY16-5678" fmla="*/ 1033119 h 2522085"/>
              <a:gd name="connsiteX0-5679" fmla="*/ 2988 w 2450561"/>
              <a:gd name="connsiteY0-5680" fmla="*/ 1033119 h 2522085"/>
              <a:gd name="connsiteX1-5681" fmla="*/ 14553 w 2450561"/>
              <a:gd name="connsiteY1-5682" fmla="*/ 990852 h 2522085"/>
              <a:gd name="connsiteX2-5683" fmla="*/ 1201583 w 2450561"/>
              <a:gd name="connsiteY2-5684" fmla="*/ 9117 h 2522085"/>
              <a:gd name="connsiteX3-5685" fmla="*/ 1250106 w 2450561"/>
              <a:gd name="connsiteY3-5686" fmla="*/ 9153 h 2522085"/>
              <a:gd name="connsiteX4-5687" fmla="*/ 2437136 w 2450561"/>
              <a:gd name="connsiteY4-5688" fmla="*/ 990888 h 2522085"/>
              <a:gd name="connsiteX5-5689" fmla="*/ 2448653 w 2450561"/>
              <a:gd name="connsiteY5-5690" fmla="*/ 1033131 h 2522085"/>
              <a:gd name="connsiteX6-5691" fmla="*/ 2412804 w 2450561"/>
              <a:gd name="connsiteY6-5692" fmla="*/ 1058331 h 2522085"/>
              <a:gd name="connsiteX7-5693" fmla="*/ 1897652 w 2450561"/>
              <a:gd name="connsiteY7-5694" fmla="*/ 1058332 h 2522085"/>
              <a:gd name="connsiteX8-5695" fmla="*/ 1872252 w 2450561"/>
              <a:gd name="connsiteY8-5696" fmla="*/ 1083731 h 2522085"/>
              <a:gd name="connsiteX9-5697" fmla="*/ 1872252 w 2450561"/>
              <a:gd name="connsiteY9-5698" fmla="*/ 2496734 h 2522085"/>
              <a:gd name="connsiteX10-5699" fmla="*/ 1846852 w 2450561"/>
              <a:gd name="connsiteY10-5700" fmla="*/ 2522085 h 2522085"/>
              <a:gd name="connsiteX11-5701" fmla="*/ 604792 w 2450561"/>
              <a:gd name="connsiteY11-5702" fmla="*/ 2522085 h 2522085"/>
              <a:gd name="connsiteX12-5703" fmla="*/ 579392 w 2450561"/>
              <a:gd name="connsiteY12-5704" fmla="*/ 2496685 h 2522085"/>
              <a:gd name="connsiteX13-5705" fmla="*/ 579392 w 2450561"/>
              <a:gd name="connsiteY13-5706" fmla="*/ 1083682 h 2522085"/>
              <a:gd name="connsiteX14-5707" fmla="*/ 553993 w 2450561"/>
              <a:gd name="connsiteY14-5708" fmla="*/ 1058332 h 2522085"/>
              <a:gd name="connsiteX15-5709" fmla="*/ 3549 w 2450561"/>
              <a:gd name="connsiteY15-5710" fmla="*/ 1058332 h 2522085"/>
              <a:gd name="connsiteX16-5711" fmla="*/ 2988 w 2450561"/>
              <a:gd name="connsiteY16-5712" fmla="*/ 1033119 h 2522085"/>
              <a:gd name="connsiteX0-5713" fmla="*/ 2988 w 2450561"/>
              <a:gd name="connsiteY0-5714" fmla="*/ 1033119 h 2522085"/>
              <a:gd name="connsiteX1-5715" fmla="*/ 14553 w 2450561"/>
              <a:gd name="connsiteY1-5716" fmla="*/ 990852 h 2522085"/>
              <a:gd name="connsiteX2-5717" fmla="*/ 1201583 w 2450561"/>
              <a:gd name="connsiteY2-5718" fmla="*/ 9117 h 2522085"/>
              <a:gd name="connsiteX3-5719" fmla="*/ 1250106 w 2450561"/>
              <a:gd name="connsiteY3-5720" fmla="*/ 9153 h 2522085"/>
              <a:gd name="connsiteX4-5721" fmla="*/ 2437136 w 2450561"/>
              <a:gd name="connsiteY4-5722" fmla="*/ 990888 h 2522085"/>
              <a:gd name="connsiteX5-5723" fmla="*/ 2448653 w 2450561"/>
              <a:gd name="connsiteY5-5724" fmla="*/ 1033131 h 2522085"/>
              <a:gd name="connsiteX6-5725" fmla="*/ 2412804 w 2450561"/>
              <a:gd name="connsiteY6-5726" fmla="*/ 1058331 h 2522085"/>
              <a:gd name="connsiteX7-5727" fmla="*/ 1897652 w 2450561"/>
              <a:gd name="connsiteY7-5728" fmla="*/ 1058332 h 2522085"/>
              <a:gd name="connsiteX8-5729" fmla="*/ 1872252 w 2450561"/>
              <a:gd name="connsiteY8-5730" fmla="*/ 1083731 h 2522085"/>
              <a:gd name="connsiteX9-5731" fmla="*/ 1872252 w 2450561"/>
              <a:gd name="connsiteY9-5732" fmla="*/ 2496734 h 2522085"/>
              <a:gd name="connsiteX10-5733" fmla="*/ 1846852 w 2450561"/>
              <a:gd name="connsiteY10-5734" fmla="*/ 2522085 h 2522085"/>
              <a:gd name="connsiteX11-5735" fmla="*/ 604792 w 2450561"/>
              <a:gd name="connsiteY11-5736" fmla="*/ 2522085 h 2522085"/>
              <a:gd name="connsiteX12-5737" fmla="*/ 579392 w 2450561"/>
              <a:gd name="connsiteY12-5738" fmla="*/ 2496685 h 2522085"/>
              <a:gd name="connsiteX13-5739" fmla="*/ 579392 w 2450561"/>
              <a:gd name="connsiteY13-5740" fmla="*/ 1083682 h 2522085"/>
              <a:gd name="connsiteX14-5741" fmla="*/ 553993 w 2450561"/>
              <a:gd name="connsiteY14-5742" fmla="*/ 1058332 h 2522085"/>
              <a:gd name="connsiteX15-5743" fmla="*/ 3549 w 2450561"/>
              <a:gd name="connsiteY15-5744" fmla="*/ 1058332 h 2522085"/>
              <a:gd name="connsiteX16-5745" fmla="*/ 2988 w 2450561"/>
              <a:gd name="connsiteY16-5746" fmla="*/ 1033119 h 2522085"/>
              <a:gd name="connsiteX0-5747" fmla="*/ 2988 w 2450561"/>
              <a:gd name="connsiteY0-5748" fmla="*/ 1033119 h 2522085"/>
              <a:gd name="connsiteX1-5749" fmla="*/ 14553 w 2450561"/>
              <a:gd name="connsiteY1-5750" fmla="*/ 990852 h 2522085"/>
              <a:gd name="connsiteX2-5751" fmla="*/ 1201583 w 2450561"/>
              <a:gd name="connsiteY2-5752" fmla="*/ 9117 h 2522085"/>
              <a:gd name="connsiteX3-5753" fmla="*/ 1250106 w 2450561"/>
              <a:gd name="connsiteY3-5754" fmla="*/ 9153 h 2522085"/>
              <a:gd name="connsiteX4-5755" fmla="*/ 2437136 w 2450561"/>
              <a:gd name="connsiteY4-5756" fmla="*/ 990888 h 2522085"/>
              <a:gd name="connsiteX5-5757" fmla="*/ 2448653 w 2450561"/>
              <a:gd name="connsiteY5-5758" fmla="*/ 1033131 h 2522085"/>
              <a:gd name="connsiteX6-5759" fmla="*/ 2412804 w 2450561"/>
              <a:gd name="connsiteY6-5760" fmla="*/ 1058331 h 2522085"/>
              <a:gd name="connsiteX7-5761" fmla="*/ 1910353 w 2450561"/>
              <a:gd name="connsiteY7-5762" fmla="*/ 1058331 h 2522085"/>
              <a:gd name="connsiteX8-5763" fmla="*/ 1872252 w 2450561"/>
              <a:gd name="connsiteY8-5764" fmla="*/ 1083731 h 2522085"/>
              <a:gd name="connsiteX9-5765" fmla="*/ 1872252 w 2450561"/>
              <a:gd name="connsiteY9-5766" fmla="*/ 2496734 h 2522085"/>
              <a:gd name="connsiteX10-5767" fmla="*/ 1846852 w 2450561"/>
              <a:gd name="connsiteY10-5768" fmla="*/ 2522085 h 2522085"/>
              <a:gd name="connsiteX11-5769" fmla="*/ 604792 w 2450561"/>
              <a:gd name="connsiteY11-5770" fmla="*/ 2522085 h 2522085"/>
              <a:gd name="connsiteX12-5771" fmla="*/ 579392 w 2450561"/>
              <a:gd name="connsiteY12-5772" fmla="*/ 2496685 h 2522085"/>
              <a:gd name="connsiteX13-5773" fmla="*/ 579392 w 2450561"/>
              <a:gd name="connsiteY13-5774" fmla="*/ 1083682 h 2522085"/>
              <a:gd name="connsiteX14-5775" fmla="*/ 553993 w 2450561"/>
              <a:gd name="connsiteY14-5776" fmla="*/ 1058332 h 2522085"/>
              <a:gd name="connsiteX15-5777" fmla="*/ 3549 w 2450561"/>
              <a:gd name="connsiteY15-5778" fmla="*/ 1058332 h 2522085"/>
              <a:gd name="connsiteX16-5779" fmla="*/ 2988 w 2450561"/>
              <a:gd name="connsiteY16-5780" fmla="*/ 1033119 h 2522085"/>
              <a:gd name="connsiteX0-5781" fmla="*/ 2988 w 2450561"/>
              <a:gd name="connsiteY0-5782" fmla="*/ 1033119 h 2522085"/>
              <a:gd name="connsiteX1-5783" fmla="*/ 14553 w 2450561"/>
              <a:gd name="connsiteY1-5784" fmla="*/ 990852 h 2522085"/>
              <a:gd name="connsiteX2-5785" fmla="*/ 1201583 w 2450561"/>
              <a:gd name="connsiteY2-5786" fmla="*/ 9117 h 2522085"/>
              <a:gd name="connsiteX3-5787" fmla="*/ 1250106 w 2450561"/>
              <a:gd name="connsiteY3-5788" fmla="*/ 9153 h 2522085"/>
              <a:gd name="connsiteX4-5789" fmla="*/ 2437136 w 2450561"/>
              <a:gd name="connsiteY4-5790" fmla="*/ 990888 h 2522085"/>
              <a:gd name="connsiteX5-5791" fmla="*/ 2448653 w 2450561"/>
              <a:gd name="connsiteY5-5792" fmla="*/ 1033131 h 2522085"/>
              <a:gd name="connsiteX6-5793" fmla="*/ 2412804 w 2450561"/>
              <a:gd name="connsiteY6-5794" fmla="*/ 1058331 h 2522085"/>
              <a:gd name="connsiteX7-5795" fmla="*/ 1910353 w 2450561"/>
              <a:gd name="connsiteY7-5796" fmla="*/ 1058331 h 2522085"/>
              <a:gd name="connsiteX8-5797" fmla="*/ 1872252 w 2450561"/>
              <a:gd name="connsiteY8-5798" fmla="*/ 1083731 h 2522085"/>
              <a:gd name="connsiteX9-5799" fmla="*/ 1872252 w 2450561"/>
              <a:gd name="connsiteY9-5800" fmla="*/ 2496734 h 2522085"/>
              <a:gd name="connsiteX10-5801" fmla="*/ 1846852 w 2450561"/>
              <a:gd name="connsiteY10-5802" fmla="*/ 2522085 h 2522085"/>
              <a:gd name="connsiteX11-5803" fmla="*/ 604792 w 2450561"/>
              <a:gd name="connsiteY11-5804" fmla="*/ 2522085 h 2522085"/>
              <a:gd name="connsiteX12-5805" fmla="*/ 579392 w 2450561"/>
              <a:gd name="connsiteY12-5806" fmla="*/ 2496685 h 2522085"/>
              <a:gd name="connsiteX13-5807" fmla="*/ 579392 w 2450561"/>
              <a:gd name="connsiteY13-5808" fmla="*/ 1083682 h 2522085"/>
              <a:gd name="connsiteX14-5809" fmla="*/ 553993 w 2450561"/>
              <a:gd name="connsiteY14-5810" fmla="*/ 1058332 h 2522085"/>
              <a:gd name="connsiteX15-5811" fmla="*/ 3549 w 2450561"/>
              <a:gd name="connsiteY15-5812" fmla="*/ 1058332 h 2522085"/>
              <a:gd name="connsiteX16-5813" fmla="*/ 2988 w 2450561"/>
              <a:gd name="connsiteY16-5814" fmla="*/ 1033119 h 2522085"/>
              <a:gd name="connsiteX0-5815" fmla="*/ 2988 w 2450561"/>
              <a:gd name="connsiteY0-5816" fmla="*/ 1033119 h 2522085"/>
              <a:gd name="connsiteX1-5817" fmla="*/ 14553 w 2450561"/>
              <a:gd name="connsiteY1-5818" fmla="*/ 990852 h 2522085"/>
              <a:gd name="connsiteX2-5819" fmla="*/ 1201583 w 2450561"/>
              <a:gd name="connsiteY2-5820" fmla="*/ 9117 h 2522085"/>
              <a:gd name="connsiteX3-5821" fmla="*/ 1250106 w 2450561"/>
              <a:gd name="connsiteY3-5822" fmla="*/ 9153 h 2522085"/>
              <a:gd name="connsiteX4-5823" fmla="*/ 2437136 w 2450561"/>
              <a:gd name="connsiteY4-5824" fmla="*/ 990888 h 2522085"/>
              <a:gd name="connsiteX5-5825" fmla="*/ 2448653 w 2450561"/>
              <a:gd name="connsiteY5-5826" fmla="*/ 1033131 h 2522085"/>
              <a:gd name="connsiteX6-5827" fmla="*/ 2412804 w 2450561"/>
              <a:gd name="connsiteY6-5828" fmla="*/ 1058331 h 2522085"/>
              <a:gd name="connsiteX7-5829" fmla="*/ 1910353 w 2450561"/>
              <a:gd name="connsiteY7-5830" fmla="*/ 1058331 h 2522085"/>
              <a:gd name="connsiteX8-5831" fmla="*/ 1872252 w 2450561"/>
              <a:gd name="connsiteY8-5832" fmla="*/ 1083731 h 2522085"/>
              <a:gd name="connsiteX9-5833" fmla="*/ 1872252 w 2450561"/>
              <a:gd name="connsiteY9-5834" fmla="*/ 2496734 h 2522085"/>
              <a:gd name="connsiteX10-5835" fmla="*/ 1846852 w 2450561"/>
              <a:gd name="connsiteY10-5836" fmla="*/ 2522085 h 2522085"/>
              <a:gd name="connsiteX11-5837" fmla="*/ 604792 w 2450561"/>
              <a:gd name="connsiteY11-5838" fmla="*/ 2522085 h 2522085"/>
              <a:gd name="connsiteX12-5839" fmla="*/ 579392 w 2450561"/>
              <a:gd name="connsiteY12-5840" fmla="*/ 2496685 h 2522085"/>
              <a:gd name="connsiteX13-5841" fmla="*/ 579392 w 2450561"/>
              <a:gd name="connsiteY13-5842" fmla="*/ 1083682 h 2522085"/>
              <a:gd name="connsiteX14-5843" fmla="*/ 553993 w 2450561"/>
              <a:gd name="connsiteY14-5844" fmla="*/ 1058332 h 2522085"/>
              <a:gd name="connsiteX15-5845" fmla="*/ 3549 w 2450561"/>
              <a:gd name="connsiteY15-5846" fmla="*/ 1058332 h 2522085"/>
              <a:gd name="connsiteX16-5847" fmla="*/ 2988 w 2450561"/>
              <a:gd name="connsiteY16-5848" fmla="*/ 1033119 h 2522085"/>
              <a:gd name="connsiteX0-5849" fmla="*/ 2988 w 2450561"/>
              <a:gd name="connsiteY0-5850" fmla="*/ 1033119 h 2522085"/>
              <a:gd name="connsiteX1-5851" fmla="*/ 14553 w 2450561"/>
              <a:gd name="connsiteY1-5852" fmla="*/ 990852 h 2522085"/>
              <a:gd name="connsiteX2-5853" fmla="*/ 1201583 w 2450561"/>
              <a:gd name="connsiteY2-5854" fmla="*/ 9117 h 2522085"/>
              <a:gd name="connsiteX3-5855" fmla="*/ 1250106 w 2450561"/>
              <a:gd name="connsiteY3-5856" fmla="*/ 9153 h 2522085"/>
              <a:gd name="connsiteX4-5857" fmla="*/ 2437136 w 2450561"/>
              <a:gd name="connsiteY4-5858" fmla="*/ 990888 h 2522085"/>
              <a:gd name="connsiteX5-5859" fmla="*/ 2448653 w 2450561"/>
              <a:gd name="connsiteY5-5860" fmla="*/ 1033131 h 2522085"/>
              <a:gd name="connsiteX6-5861" fmla="*/ 2412804 w 2450561"/>
              <a:gd name="connsiteY6-5862" fmla="*/ 1058331 h 2522085"/>
              <a:gd name="connsiteX7-5863" fmla="*/ 1910353 w 2450561"/>
              <a:gd name="connsiteY7-5864" fmla="*/ 1058331 h 2522085"/>
              <a:gd name="connsiteX8-5865" fmla="*/ 1872254 w 2450561"/>
              <a:gd name="connsiteY8-5866" fmla="*/ 1096430 h 2522085"/>
              <a:gd name="connsiteX9-5867" fmla="*/ 1872252 w 2450561"/>
              <a:gd name="connsiteY9-5868" fmla="*/ 2496734 h 2522085"/>
              <a:gd name="connsiteX10-5869" fmla="*/ 1846852 w 2450561"/>
              <a:gd name="connsiteY10-5870" fmla="*/ 2522085 h 2522085"/>
              <a:gd name="connsiteX11-5871" fmla="*/ 604792 w 2450561"/>
              <a:gd name="connsiteY11-5872" fmla="*/ 2522085 h 2522085"/>
              <a:gd name="connsiteX12-5873" fmla="*/ 579392 w 2450561"/>
              <a:gd name="connsiteY12-5874" fmla="*/ 2496685 h 2522085"/>
              <a:gd name="connsiteX13-5875" fmla="*/ 579392 w 2450561"/>
              <a:gd name="connsiteY13-5876" fmla="*/ 1083682 h 2522085"/>
              <a:gd name="connsiteX14-5877" fmla="*/ 553993 w 2450561"/>
              <a:gd name="connsiteY14-5878" fmla="*/ 1058332 h 2522085"/>
              <a:gd name="connsiteX15-5879" fmla="*/ 3549 w 2450561"/>
              <a:gd name="connsiteY15-5880" fmla="*/ 1058332 h 2522085"/>
              <a:gd name="connsiteX16-5881" fmla="*/ 2988 w 2450561"/>
              <a:gd name="connsiteY16-5882" fmla="*/ 1033119 h 2522085"/>
              <a:gd name="connsiteX0-5883" fmla="*/ 2988 w 2450561"/>
              <a:gd name="connsiteY0-5884" fmla="*/ 1033119 h 2522085"/>
              <a:gd name="connsiteX1-5885" fmla="*/ 14553 w 2450561"/>
              <a:gd name="connsiteY1-5886" fmla="*/ 990852 h 2522085"/>
              <a:gd name="connsiteX2-5887" fmla="*/ 1201583 w 2450561"/>
              <a:gd name="connsiteY2-5888" fmla="*/ 9117 h 2522085"/>
              <a:gd name="connsiteX3-5889" fmla="*/ 1250106 w 2450561"/>
              <a:gd name="connsiteY3-5890" fmla="*/ 9153 h 2522085"/>
              <a:gd name="connsiteX4-5891" fmla="*/ 2437136 w 2450561"/>
              <a:gd name="connsiteY4-5892" fmla="*/ 990888 h 2522085"/>
              <a:gd name="connsiteX5-5893" fmla="*/ 2448653 w 2450561"/>
              <a:gd name="connsiteY5-5894" fmla="*/ 1033131 h 2522085"/>
              <a:gd name="connsiteX6-5895" fmla="*/ 2412804 w 2450561"/>
              <a:gd name="connsiteY6-5896" fmla="*/ 1058331 h 2522085"/>
              <a:gd name="connsiteX7-5897" fmla="*/ 1910353 w 2450561"/>
              <a:gd name="connsiteY7-5898" fmla="*/ 1058331 h 2522085"/>
              <a:gd name="connsiteX8-5899" fmla="*/ 1872254 w 2450561"/>
              <a:gd name="connsiteY8-5900" fmla="*/ 1096430 h 2522085"/>
              <a:gd name="connsiteX9-5901" fmla="*/ 1872252 w 2450561"/>
              <a:gd name="connsiteY9-5902" fmla="*/ 2496734 h 2522085"/>
              <a:gd name="connsiteX10-5903" fmla="*/ 1846852 w 2450561"/>
              <a:gd name="connsiteY10-5904" fmla="*/ 2522085 h 2522085"/>
              <a:gd name="connsiteX11-5905" fmla="*/ 604792 w 2450561"/>
              <a:gd name="connsiteY11-5906" fmla="*/ 2522085 h 2522085"/>
              <a:gd name="connsiteX12-5907" fmla="*/ 579392 w 2450561"/>
              <a:gd name="connsiteY12-5908" fmla="*/ 2496685 h 2522085"/>
              <a:gd name="connsiteX13-5909" fmla="*/ 579392 w 2450561"/>
              <a:gd name="connsiteY13-5910" fmla="*/ 1083682 h 2522085"/>
              <a:gd name="connsiteX14-5911" fmla="*/ 553993 w 2450561"/>
              <a:gd name="connsiteY14-5912" fmla="*/ 1058332 h 2522085"/>
              <a:gd name="connsiteX15-5913" fmla="*/ 3549 w 2450561"/>
              <a:gd name="connsiteY15-5914" fmla="*/ 1058332 h 2522085"/>
              <a:gd name="connsiteX16-5915" fmla="*/ 2988 w 2450561"/>
              <a:gd name="connsiteY16-5916" fmla="*/ 1033119 h 2522085"/>
              <a:gd name="connsiteX0-5917" fmla="*/ 2988 w 2450561"/>
              <a:gd name="connsiteY0-5918" fmla="*/ 1033119 h 2522085"/>
              <a:gd name="connsiteX1-5919" fmla="*/ 14553 w 2450561"/>
              <a:gd name="connsiteY1-5920" fmla="*/ 990852 h 2522085"/>
              <a:gd name="connsiteX2-5921" fmla="*/ 1201583 w 2450561"/>
              <a:gd name="connsiteY2-5922" fmla="*/ 9117 h 2522085"/>
              <a:gd name="connsiteX3-5923" fmla="*/ 1250106 w 2450561"/>
              <a:gd name="connsiteY3-5924" fmla="*/ 9153 h 2522085"/>
              <a:gd name="connsiteX4-5925" fmla="*/ 2437136 w 2450561"/>
              <a:gd name="connsiteY4-5926" fmla="*/ 990888 h 2522085"/>
              <a:gd name="connsiteX5-5927" fmla="*/ 2448653 w 2450561"/>
              <a:gd name="connsiteY5-5928" fmla="*/ 1033131 h 2522085"/>
              <a:gd name="connsiteX6-5929" fmla="*/ 2412804 w 2450561"/>
              <a:gd name="connsiteY6-5930" fmla="*/ 1058331 h 2522085"/>
              <a:gd name="connsiteX7-5931" fmla="*/ 1910353 w 2450561"/>
              <a:gd name="connsiteY7-5932" fmla="*/ 1058331 h 2522085"/>
              <a:gd name="connsiteX8-5933" fmla="*/ 1872254 w 2450561"/>
              <a:gd name="connsiteY8-5934" fmla="*/ 1096430 h 2522085"/>
              <a:gd name="connsiteX9-5935" fmla="*/ 1872252 w 2450561"/>
              <a:gd name="connsiteY9-5936" fmla="*/ 2496734 h 2522085"/>
              <a:gd name="connsiteX10-5937" fmla="*/ 1846852 w 2450561"/>
              <a:gd name="connsiteY10-5938" fmla="*/ 2522085 h 2522085"/>
              <a:gd name="connsiteX11-5939" fmla="*/ 604792 w 2450561"/>
              <a:gd name="connsiteY11-5940" fmla="*/ 2522085 h 2522085"/>
              <a:gd name="connsiteX12-5941" fmla="*/ 579392 w 2450561"/>
              <a:gd name="connsiteY12-5942" fmla="*/ 2496685 h 2522085"/>
              <a:gd name="connsiteX13-5943" fmla="*/ 579392 w 2450561"/>
              <a:gd name="connsiteY13-5944" fmla="*/ 1083682 h 2522085"/>
              <a:gd name="connsiteX14-5945" fmla="*/ 553993 w 2450561"/>
              <a:gd name="connsiteY14-5946" fmla="*/ 1058332 h 2522085"/>
              <a:gd name="connsiteX15-5947" fmla="*/ 3549 w 2450561"/>
              <a:gd name="connsiteY15-5948" fmla="*/ 1058332 h 2522085"/>
              <a:gd name="connsiteX16-5949" fmla="*/ 2988 w 2450561"/>
              <a:gd name="connsiteY16-5950" fmla="*/ 1033119 h 2522085"/>
              <a:gd name="connsiteX0-5951" fmla="*/ 2988 w 2450561"/>
              <a:gd name="connsiteY0-5952" fmla="*/ 1033119 h 2522085"/>
              <a:gd name="connsiteX1-5953" fmla="*/ 14553 w 2450561"/>
              <a:gd name="connsiteY1-5954" fmla="*/ 990852 h 2522085"/>
              <a:gd name="connsiteX2-5955" fmla="*/ 1201583 w 2450561"/>
              <a:gd name="connsiteY2-5956" fmla="*/ 9117 h 2522085"/>
              <a:gd name="connsiteX3-5957" fmla="*/ 1250106 w 2450561"/>
              <a:gd name="connsiteY3-5958" fmla="*/ 9153 h 2522085"/>
              <a:gd name="connsiteX4-5959" fmla="*/ 2437136 w 2450561"/>
              <a:gd name="connsiteY4-5960" fmla="*/ 990888 h 2522085"/>
              <a:gd name="connsiteX5-5961" fmla="*/ 2448653 w 2450561"/>
              <a:gd name="connsiteY5-5962" fmla="*/ 1033131 h 2522085"/>
              <a:gd name="connsiteX6-5963" fmla="*/ 2412804 w 2450561"/>
              <a:gd name="connsiteY6-5964" fmla="*/ 1058331 h 2522085"/>
              <a:gd name="connsiteX7-5965" fmla="*/ 1910353 w 2450561"/>
              <a:gd name="connsiteY7-5966" fmla="*/ 1058331 h 2522085"/>
              <a:gd name="connsiteX8-5967" fmla="*/ 1872254 w 2450561"/>
              <a:gd name="connsiteY8-5968" fmla="*/ 1096430 h 2522085"/>
              <a:gd name="connsiteX9-5969" fmla="*/ 1872254 w 2450561"/>
              <a:gd name="connsiteY9-5970" fmla="*/ 2484033 h 2522085"/>
              <a:gd name="connsiteX10-5971" fmla="*/ 1846852 w 2450561"/>
              <a:gd name="connsiteY10-5972" fmla="*/ 2522085 h 2522085"/>
              <a:gd name="connsiteX11-5973" fmla="*/ 604792 w 2450561"/>
              <a:gd name="connsiteY11-5974" fmla="*/ 2522085 h 2522085"/>
              <a:gd name="connsiteX12-5975" fmla="*/ 579392 w 2450561"/>
              <a:gd name="connsiteY12-5976" fmla="*/ 2496685 h 2522085"/>
              <a:gd name="connsiteX13-5977" fmla="*/ 579392 w 2450561"/>
              <a:gd name="connsiteY13-5978" fmla="*/ 1083682 h 2522085"/>
              <a:gd name="connsiteX14-5979" fmla="*/ 553993 w 2450561"/>
              <a:gd name="connsiteY14-5980" fmla="*/ 1058332 h 2522085"/>
              <a:gd name="connsiteX15-5981" fmla="*/ 3549 w 2450561"/>
              <a:gd name="connsiteY15-5982" fmla="*/ 1058332 h 2522085"/>
              <a:gd name="connsiteX16-5983" fmla="*/ 2988 w 2450561"/>
              <a:gd name="connsiteY16-5984" fmla="*/ 1033119 h 2522085"/>
              <a:gd name="connsiteX0-5985" fmla="*/ 2988 w 2450561"/>
              <a:gd name="connsiteY0-5986" fmla="*/ 1033119 h 2522085"/>
              <a:gd name="connsiteX1-5987" fmla="*/ 14553 w 2450561"/>
              <a:gd name="connsiteY1-5988" fmla="*/ 990852 h 2522085"/>
              <a:gd name="connsiteX2-5989" fmla="*/ 1201583 w 2450561"/>
              <a:gd name="connsiteY2-5990" fmla="*/ 9117 h 2522085"/>
              <a:gd name="connsiteX3-5991" fmla="*/ 1250106 w 2450561"/>
              <a:gd name="connsiteY3-5992" fmla="*/ 9153 h 2522085"/>
              <a:gd name="connsiteX4-5993" fmla="*/ 2437136 w 2450561"/>
              <a:gd name="connsiteY4-5994" fmla="*/ 990888 h 2522085"/>
              <a:gd name="connsiteX5-5995" fmla="*/ 2448653 w 2450561"/>
              <a:gd name="connsiteY5-5996" fmla="*/ 1033131 h 2522085"/>
              <a:gd name="connsiteX6-5997" fmla="*/ 2412804 w 2450561"/>
              <a:gd name="connsiteY6-5998" fmla="*/ 1058331 h 2522085"/>
              <a:gd name="connsiteX7-5999" fmla="*/ 1910353 w 2450561"/>
              <a:gd name="connsiteY7-6000" fmla="*/ 1058331 h 2522085"/>
              <a:gd name="connsiteX8-6001" fmla="*/ 1872254 w 2450561"/>
              <a:gd name="connsiteY8-6002" fmla="*/ 1096430 h 2522085"/>
              <a:gd name="connsiteX9-6003" fmla="*/ 1872254 w 2450561"/>
              <a:gd name="connsiteY9-6004" fmla="*/ 2484033 h 2522085"/>
              <a:gd name="connsiteX10-6005" fmla="*/ 1846852 w 2450561"/>
              <a:gd name="connsiteY10-6006" fmla="*/ 2522085 h 2522085"/>
              <a:gd name="connsiteX11-6007" fmla="*/ 604792 w 2450561"/>
              <a:gd name="connsiteY11-6008" fmla="*/ 2522085 h 2522085"/>
              <a:gd name="connsiteX12-6009" fmla="*/ 579392 w 2450561"/>
              <a:gd name="connsiteY12-6010" fmla="*/ 2496685 h 2522085"/>
              <a:gd name="connsiteX13-6011" fmla="*/ 579392 w 2450561"/>
              <a:gd name="connsiteY13-6012" fmla="*/ 1083682 h 2522085"/>
              <a:gd name="connsiteX14-6013" fmla="*/ 553993 w 2450561"/>
              <a:gd name="connsiteY14-6014" fmla="*/ 1058332 h 2522085"/>
              <a:gd name="connsiteX15-6015" fmla="*/ 3549 w 2450561"/>
              <a:gd name="connsiteY15-6016" fmla="*/ 1058332 h 2522085"/>
              <a:gd name="connsiteX16-6017" fmla="*/ 2988 w 2450561"/>
              <a:gd name="connsiteY16-6018" fmla="*/ 1033119 h 2522085"/>
              <a:gd name="connsiteX0-6019" fmla="*/ 2988 w 2450561"/>
              <a:gd name="connsiteY0-6020" fmla="*/ 1033119 h 2522085"/>
              <a:gd name="connsiteX1-6021" fmla="*/ 14553 w 2450561"/>
              <a:gd name="connsiteY1-6022" fmla="*/ 990852 h 2522085"/>
              <a:gd name="connsiteX2-6023" fmla="*/ 1201583 w 2450561"/>
              <a:gd name="connsiteY2-6024" fmla="*/ 9117 h 2522085"/>
              <a:gd name="connsiteX3-6025" fmla="*/ 1250106 w 2450561"/>
              <a:gd name="connsiteY3-6026" fmla="*/ 9153 h 2522085"/>
              <a:gd name="connsiteX4-6027" fmla="*/ 2437136 w 2450561"/>
              <a:gd name="connsiteY4-6028" fmla="*/ 990888 h 2522085"/>
              <a:gd name="connsiteX5-6029" fmla="*/ 2448653 w 2450561"/>
              <a:gd name="connsiteY5-6030" fmla="*/ 1033131 h 2522085"/>
              <a:gd name="connsiteX6-6031" fmla="*/ 2412804 w 2450561"/>
              <a:gd name="connsiteY6-6032" fmla="*/ 1058331 h 2522085"/>
              <a:gd name="connsiteX7-6033" fmla="*/ 1910353 w 2450561"/>
              <a:gd name="connsiteY7-6034" fmla="*/ 1058331 h 2522085"/>
              <a:gd name="connsiteX8-6035" fmla="*/ 1872254 w 2450561"/>
              <a:gd name="connsiteY8-6036" fmla="*/ 1096430 h 2522085"/>
              <a:gd name="connsiteX9-6037" fmla="*/ 1872254 w 2450561"/>
              <a:gd name="connsiteY9-6038" fmla="*/ 2484033 h 2522085"/>
              <a:gd name="connsiteX10-6039" fmla="*/ 1846852 w 2450561"/>
              <a:gd name="connsiteY10-6040" fmla="*/ 2522085 h 2522085"/>
              <a:gd name="connsiteX11-6041" fmla="*/ 604792 w 2450561"/>
              <a:gd name="connsiteY11-6042" fmla="*/ 2522085 h 2522085"/>
              <a:gd name="connsiteX12-6043" fmla="*/ 579392 w 2450561"/>
              <a:gd name="connsiteY12-6044" fmla="*/ 2496685 h 2522085"/>
              <a:gd name="connsiteX13-6045" fmla="*/ 579392 w 2450561"/>
              <a:gd name="connsiteY13-6046" fmla="*/ 1083682 h 2522085"/>
              <a:gd name="connsiteX14-6047" fmla="*/ 553993 w 2450561"/>
              <a:gd name="connsiteY14-6048" fmla="*/ 1058332 h 2522085"/>
              <a:gd name="connsiteX15-6049" fmla="*/ 3549 w 2450561"/>
              <a:gd name="connsiteY15-6050" fmla="*/ 1058332 h 2522085"/>
              <a:gd name="connsiteX16-6051" fmla="*/ 2988 w 2450561"/>
              <a:gd name="connsiteY16-6052" fmla="*/ 1033119 h 2522085"/>
              <a:gd name="connsiteX0-6053" fmla="*/ 2988 w 2450561"/>
              <a:gd name="connsiteY0-6054" fmla="*/ 1033119 h 2522085"/>
              <a:gd name="connsiteX1-6055" fmla="*/ 14553 w 2450561"/>
              <a:gd name="connsiteY1-6056" fmla="*/ 990852 h 2522085"/>
              <a:gd name="connsiteX2-6057" fmla="*/ 1201583 w 2450561"/>
              <a:gd name="connsiteY2-6058" fmla="*/ 9117 h 2522085"/>
              <a:gd name="connsiteX3-6059" fmla="*/ 1250106 w 2450561"/>
              <a:gd name="connsiteY3-6060" fmla="*/ 9153 h 2522085"/>
              <a:gd name="connsiteX4-6061" fmla="*/ 2437136 w 2450561"/>
              <a:gd name="connsiteY4-6062" fmla="*/ 990888 h 2522085"/>
              <a:gd name="connsiteX5-6063" fmla="*/ 2448653 w 2450561"/>
              <a:gd name="connsiteY5-6064" fmla="*/ 1033131 h 2522085"/>
              <a:gd name="connsiteX6-6065" fmla="*/ 2412804 w 2450561"/>
              <a:gd name="connsiteY6-6066" fmla="*/ 1058331 h 2522085"/>
              <a:gd name="connsiteX7-6067" fmla="*/ 1910353 w 2450561"/>
              <a:gd name="connsiteY7-6068" fmla="*/ 1058331 h 2522085"/>
              <a:gd name="connsiteX8-6069" fmla="*/ 1872254 w 2450561"/>
              <a:gd name="connsiteY8-6070" fmla="*/ 1096430 h 2522085"/>
              <a:gd name="connsiteX9-6071" fmla="*/ 1872254 w 2450561"/>
              <a:gd name="connsiteY9-6072" fmla="*/ 2484033 h 2522085"/>
              <a:gd name="connsiteX10-6073" fmla="*/ 1834154 w 2450561"/>
              <a:gd name="connsiteY10-6074" fmla="*/ 2522084 h 2522085"/>
              <a:gd name="connsiteX11-6075" fmla="*/ 604792 w 2450561"/>
              <a:gd name="connsiteY11-6076" fmla="*/ 2522085 h 2522085"/>
              <a:gd name="connsiteX12-6077" fmla="*/ 579392 w 2450561"/>
              <a:gd name="connsiteY12-6078" fmla="*/ 2496685 h 2522085"/>
              <a:gd name="connsiteX13-6079" fmla="*/ 579392 w 2450561"/>
              <a:gd name="connsiteY13-6080" fmla="*/ 1083682 h 2522085"/>
              <a:gd name="connsiteX14-6081" fmla="*/ 553993 w 2450561"/>
              <a:gd name="connsiteY14-6082" fmla="*/ 1058332 h 2522085"/>
              <a:gd name="connsiteX15-6083" fmla="*/ 3549 w 2450561"/>
              <a:gd name="connsiteY15-6084" fmla="*/ 1058332 h 2522085"/>
              <a:gd name="connsiteX16-6085" fmla="*/ 2988 w 2450561"/>
              <a:gd name="connsiteY16-6086" fmla="*/ 1033119 h 2522085"/>
              <a:gd name="connsiteX0-6087" fmla="*/ 2988 w 2450561"/>
              <a:gd name="connsiteY0-6088" fmla="*/ 1033119 h 2522085"/>
              <a:gd name="connsiteX1-6089" fmla="*/ 14553 w 2450561"/>
              <a:gd name="connsiteY1-6090" fmla="*/ 990852 h 2522085"/>
              <a:gd name="connsiteX2-6091" fmla="*/ 1201583 w 2450561"/>
              <a:gd name="connsiteY2-6092" fmla="*/ 9117 h 2522085"/>
              <a:gd name="connsiteX3-6093" fmla="*/ 1250106 w 2450561"/>
              <a:gd name="connsiteY3-6094" fmla="*/ 9153 h 2522085"/>
              <a:gd name="connsiteX4-6095" fmla="*/ 2437136 w 2450561"/>
              <a:gd name="connsiteY4-6096" fmla="*/ 990888 h 2522085"/>
              <a:gd name="connsiteX5-6097" fmla="*/ 2448653 w 2450561"/>
              <a:gd name="connsiteY5-6098" fmla="*/ 1033131 h 2522085"/>
              <a:gd name="connsiteX6-6099" fmla="*/ 2412804 w 2450561"/>
              <a:gd name="connsiteY6-6100" fmla="*/ 1058331 h 2522085"/>
              <a:gd name="connsiteX7-6101" fmla="*/ 1910353 w 2450561"/>
              <a:gd name="connsiteY7-6102" fmla="*/ 1058331 h 2522085"/>
              <a:gd name="connsiteX8-6103" fmla="*/ 1872254 w 2450561"/>
              <a:gd name="connsiteY8-6104" fmla="*/ 1096430 h 2522085"/>
              <a:gd name="connsiteX9-6105" fmla="*/ 1872254 w 2450561"/>
              <a:gd name="connsiteY9-6106" fmla="*/ 2484033 h 2522085"/>
              <a:gd name="connsiteX10-6107" fmla="*/ 1834154 w 2450561"/>
              <a:gd name="connsiteY10-6108" fmla="*/ 2522084 h 2522085"/>
              <a:gd name="connsiteX11-6109" fmla="*/ 604792 w 2450561"/>
              <a:gd name="connsiteY11-6110" fmla="*/ 2522085 h 2522085"/>
              <a:gd name="connsiteX12-6111" fmla="*/ 579392 w 2450561"/>
              <a:gd name="connsiteY12-6112" fmla="*/ 2496685 h 2522085"/>
              <a:gd name="connsiteX13-6113" fmla="*/ 579392 w 2450561"/>
              <a:gd name="connsiteY13-6114" fmla="*/ 1083682 h 2522085"/>
              <a:gd name="connsiteX14-6115" fmla="*/ 553993 w 2450561"/>
              <a:gd name="connsiteY14-6116" fmla="*/ 1058332 h 2522085"/>
              <a:gd name="connsiteX15-6117" fmla="*/ 3549 w 2450561"/>
              <a:gd name="connsiteY15-6118" fmla="*/ 1058332 h 2522085"/>
              <a:gd name="connsiteX16-6119" fmla="*/ 2988 w 2450561"/>
              <a:gd name="connsiteY16-6120" fmla="*/ 1033119 h 2522085"/>
              <a:gd name="connsiteX0-6121" fmla="*/ 2988 w 2450561"/>
              <a:gd name="connsiteY0-6122" fmla="*/ 1033119 h 2522085"/>
              <a:gd name="connsiteX1-6123" fmla="*/ 14553 w 2450561"/>
              <a:gd name="connsiteY1-6124" fmla="*/ 990852 h 2522085"/>
              <a:gd name="connsiteX2-6125" fmla="*/ 1201583 w 2450561"/>
              <a:gd name="connsiteY2-6126" fmla="*/ 9117 h 2522085"/>
              <a:gd name="connsiteX3-6127" fmla="*/ 1250106 w 2450561"/>
              <a:gd name="connsiteY3-6128" fmla="*/ 9153 h 2522085"/>
              <a:gd name="connsiteX4-6129" fmla="*/ 2437136 w 2450561"/>
              <a:gd name="connsiteY4-6130" fmla="*/ 990888 h 2522085"/>
              <a:gd name="connsiteX5-6131" fmla="*/ 2448653 w 2450561"/>
              <a:gd name="connsiteY5-6132" fmla="*/ 1033131 h 2522085"/>
              <a:gd name="connsiteX6-6133" fmla="*/ 2412804 w 2450561"/>
              <a:gd name="connsiteY6-6134" fmla="*/ 1058331 h 2522085"/>
              <a:gd name="connsiteX7-6135" fmla="*/ 1910353 w 2450561"/>
              <a:gd name="connsiteY7-6136" fmla="*/ 1058331 h 2522085"/>
              <a:gd name="connsiteX8-6137" fmla="*/ 1872254 w 2450561"/>
              <a:gd name="connsiteY8-6138" fmla="*/ 1096430 h 2522085"/>
              <a:gd name="connsiteX9-6139" fmla="*/ 1872254 w 2450561"/>
              <a:gd name="connsiteY9-6140" fmla="*/ 2484033 h 2522085"/>
              <a:gd name="connsiteX10-6141" fmla="*/ 1834154 w 2450561"/>
              <a:gd name="connsiteY10-6142" fmla="*/ 2522084 h 2522085"/>
              <a:gd name="connsiteX11-6143" fmla="*/ 604792 w 2450561"/>
              <a:gd name="connsiteY11-6144" fmla="*/ 2522085 h 2522085"/>
              <a:gd name="connsiteX12-6145" fmla="*/ 579392 w 2450561"/>
              <a:gd name="connsiteY12-6146" fmla="*/ 2496685 h 2522085"/>
              <a:gd name="connsiteX13-6147" fmla="*/ 579392 w 2450561"/>
              <a:gd name="connsiteY13-6148" fmla="*/ 1083682 h 2522085"/>
              <a:gd name="connsiteX14-6149" fmla="*/ 553993 w 2450561"/>
              <a:gd name="connsiteY14-6150" fmla="*/ 1058332 h 2522085"/>
              <a:gd name="connsiteX15-6151" fmla="*/ 3549 w 2450561"/>
              <a:gd name="connsiteY15-6152" fmla="*/ 1058332 h 2522085"/>
              <a:gd name="connsiteX16-6153" fmla="*/ 2988 w 2450561"/>
              <a:gd name="connsiteY16-6154" fmla="*/ 1033119 h 2522085"/>
              <a:gd name="connsiteX0-6155" fmla="*/ 2988 w 2450561"/>
              <a:gd name="connsiteY0-6156" fmla="*/ 1033119 h 2522084"/>
              <a:gd name="connsiteX1-6157" fmla="*/ 14553 w 2450561"/>
              <a:gd name="connsiteY1-6158" fmla="*/ 990852 h 2522084"/>
              <a:gd name="connsiteX2-6159" fmla="*/ 1201583 w 2450561"/>
              <a:gd name="connsiteY2-6160" fmla="*/ 9117 h 2522084"/>
              <a:gd name="connsiteX3-6161" fmla="*/ 1250106 w 2450561"/>
              <a:gd name="connsiteY3-6162" fmla="*/ 9153 h 2522084"/>
              <a:gd name="connsiteX4-6163" fmla="*/ 2437136 w 2450561"/>
              <a:gd name="connsiteY4-6164" fmla="*/ 990888 h 2522084"/>
              <a:gd name="connsiteX5-6165" fmla="*/ 2448653 w 2450561"/>
              <a:gd name="connsiteY5-6166" fmla="*/ 1033131 h 2522084"/>
              <a:gd name="connsiteX6-6167" fmla="*/ 2412804 w 2450561"/>
              <a:gd name="connsiteY6-6168" fmla="*/ 1058331 h 2522084"/>
              <a:gd name="connsiteX7-6169" fmla="*/ 1910353 w 2450561"/>
              <a:gd name="connsiteY7-6170" fmla="*/ 1058331 h 2522084"/>
              <a:gd name="connsiteX8-6171" fmla="*/ 1872254 w 2450561"/>
              <a:gd name="connsiteY8-6172" fmla="*/ 1096430 h 2522084"/>
              <a:gd name="connsiteX9-6173" fmla="*/ 1872254 w 2450561"/>
              <a:gd name="connsiteY9-6174" fmla="*/ 2484033 h 2522084"/>
              <a:gd name="connsiteX10-6175" fmla="*/ 1834154 w 2450561"/>
              <a:gd name="connsiteY10-6176" fmla="*/ 2522084 h 2522084"/>
              <a:gd name="connsiteX11-6177" fmla="*/ 617494 w 2450561"/>
              <a:gd name="connsiteY11-6178" fmla="*/ 2522084 h 2522084"/>
              <a:gd name="connsiteX12-6179" fmla="*/ 579392 w 2450561"/>
              <a:gd name="connsiteY12-6180" fmla="*/ 2496685 h 2522084"/>
              <a:gd name="connsiteX13-6181" fmla="*/ 579392 w 2450561"/>
              <a:gd name="connsiteY13-6182" fmla="*/ 1083682 h 2522084"/>
              <a:gd name="connsiteX14-6183" fmla="*/ 553993 w 2450561"/>
              <a:gd name="connsiteY14-6184" fmla="*/ 1058332 h 2522084"/>
              <a:gd name="connsiteX15-6185" fmla="*/ 3549 w 2450561"/>
              <a:gd name="connsiteY15-6186" fmla="*/ 1058332 h 2522084"/>
              <a:gd name="connsiteX16-6187" fmla="*/ 2988 w 2450561"/>
              <a:gd name="connsiteY16-6188" fmla="*/ 1033119 h 2522084"/>
              <a:gd name="connsiteX0-6189" fmla="*/ 2988 w 2450561"/>
              <a:gd name="connsiteY0-6190" fmla="*/ 1033119 h 2522084"/>
              <a:gd name="connsiteX1-6191" fmla="*/ 14553 w 2450561"/>
              <a:gd name="connsiteY1-6192" fmla="*/ 990852 h 2522084"/>
              <a:gd name="connsiteX2-6193" fmla="*/ 1201583 w 2450561"/>
              <a:gd name="connsiteY2-6194" fmla="*/ 9117 h 2522084"/>
              <a:gd name="connsiteX3-6195" fmla="*/ 1250106 w 2450561"/>
              <a:gd name="connsiteY3-6196" fmla="*/ 9153 h 2522084"/>
              <a:gd name="connsiteX4-6197" fmla="*/ 2437136 w 2450561"/>
              <a:gd name="connsiteY4-6198" fmla="*/ 990888 h 2522084"/>
              <a:gd name="connsiteX5-6199" fmla="*/ 2448653 w 2450561"/>
              <a:gd name="connsiteY5-6200" fmla="*/ 1033131 h 2522084"/>
              <a:gd name="connsiteX6-6201" fmla="*/ 2412804 w 2450561"/>
              <a:gd name="connsiteY6-6202" fmla="*/ 1058331 h 2522084"/>
              <a:gd name="connsiteX7-6203" fmla="*/ 1910353 w 2450561"/>
              <a:gd name="connsiteY7-6204" fmla="*/ 1058331 h 2522084"/>
              <a:gd name="connsiteX8-6205" fmla="*/ 1872254 w 2450561"/>
              <a:gd name="connsiteY8-6206" fmla="*/ 1096430 h 2522084"/>
              <a:gd name="connsiteX9-6207" fmla="*/ 1872254 w 2450561"/>
              <a:gd name="connsiteY9-6208" fmla="*/ 2484033 h 2522084"/>
              <a:gd name="connsiteX10-6209" fmla="*/ 1834154 w 2450561"/>
              <a:gd name="connsiteY10-6210" fmla="*/ 2522084 h 2522084"/>
              <a:gd name="connsiteX11-6211" fmla="*/ 617494 w 2450561"/>
              <a:gd name="connsiteY11-6212" fmla="*/ 2522084 h 2522084"/>
              <a:gd name="connsiteX12-6213" fmla="*/ 579392 w 2450561"/>
              <a:gd name="connsiteY12-6214" fmla="*/ 2496685 h 2522084"/>
              <a:gd name="connsiteX13-6215" fmla="*/ 579392 w 2450561"/>
              <a:gd name="connsiteY13-6216" fmla="*/ 1083682 h 2522084"/>
              <a:gd name="connsiteX14-6217" fmla="*/ 553993 w 2450561"/>
              <a:gd name="connsiteY14-6218" fmla="*/ 1058332 h 2522084"/>
              <a:gd name="connsiteX15-6219" fmla="*/ 3549 w 2450561"/>
              <a:gd name="connsiteY15-6220" fmla="*/ 1058332 h 2522084"/>
              <a:gd name="connsiteX16-6221" fmla="*/ 2988 w 2450561"/>
              <a:gd name="connsiteY16-6222" fmla="*/ 1033119 h 2522084"/>
              <a:gd name="connsiteX0-6223" fmla="*/ 2988 w 2450561"/>
              <a:gd name="connsiteY0-6224" fmla="*/ 1033119 h 2522084"/>
              <a:gd name="connsiteX1-6225" fmla="*/ 14553 w 2450561"/>
              <a:gd name="connsiteY1-6226" fmla="*/ 990852 h 2522084"/>
              <a:gd name="connsiteX2-6227" fmla="*/ 1201583 w 2450561"/>
              <a:gd name="connsiteY2-6228" fmla="*/ 9117 h 2522084"/>
              <a:gd name="connsiteX3-6229" fmla="*/ 1250106 w 2450561"/>
              <a:gd name="connsiteY3-6230" fmla="*/ 9153 h 2522084"/>
              <a:gd name="connsiteX4-6231" fmla="*/ 2437136 w 2450561"/>
              <a:gd name="connsiteY4-6232" fmla="*/ 990888 h 2522084"/>
              <a:gd name="connsiteX5-6233" fmla="*/ 2448653 w 2450561"/>
              <a:gd name="connsiteY5-6234" fmla="*/ 1033131 h 2522084"/>
              <a:gd name="connsiteX6-6235" fmla="*/ 2412804 w 2450561"/>
              <a:gd name="connsiteY6-6236" fmla="*/ 1058331 h 2522084"/>
              <a:gd name="connsiteX7-6237" fmla="*/ 1910353 w 2450561"/>
              <a:gd name="connsiteY7-6238" fmla="*/ 1058331 h 2522084"/>
              <a:gd name="connsiteX8-6239" fmla="*/ 1872254 w 2450561"/>
              <a:gd name="connsiteY8-6240" fmla="*/ 1096430 h 2522084"/>
              <a:gd name="connsiteX9-6241" fmla="*/ 1872254 w 2450561"/>
              <a:gd name="connsiteY9-6242" fmla="*/ 2484033 h 2522084"/>
              <a:gd name="connsiteX10-6243" fmla="*/ 1834154 w 2450561"/>
              <a:gd name="connsiteY10-6244" fmla="*/ 2522084 h 2522084"/>
              <a:gd name="connsiteX11-6245" fmla="*/ 617494 w 2450561"/>
              <a:gd name="connsiteY11-6246" fmla="*/ 2522084 h 2522084"/>
              <a:gd name="connsiteX12-6247" fmla="*/ 579392 w 2450561"/>
              <a:gd name="connsiteY12-6248" fmla="*/ 2496685 h 2522084"/>
              <a:gd name="connsiteX13-6249" fmla="*/ 579392 w 2450561"/>
              <a:gd name="connsiteY13-6250" fmla="*/ 1083682 h 2522084"/>
              <a:gd name="connsiteX14-6251" fmla="*/ 553993 w 2450561"/>
              <a:gd name="connsiteY14-6252" fmla="*/ 1058332 h 2522084"/>
              <a:gd name="connsiteX15-6253" fmla="*/ 3549 w 2450561"/>
              <a:gd name="connsiteY15-6254" fmla="*/ 1058332 h 2522084"/>
              <a:gd name="connsiteX16-6255" fmla="*/ 2988 w 2450561"/>
              <a:gd name="connsiteY16-6256" fmla="*/ 1033119 h 2522084"/>
              <a:gd name="connsiteX0-6257" fmla="*/ 2988 w 2450561"/>
              <a:gd name="connsiteY0-6258" fmla="*/ 1033119 h 2522084"/>
              <a:gd name="connsiteX1-6259" fmla="*/ 14553 w 2450561"/>
              <a:gd name="connsiteY1-6260" fmla="*/ 990852 h 2522084"/>
              <a:gd name="connsiteX2-6261" fmla="*/ 1201583 w 2450561"/>
              <a:gd name="connsiteY2-6262" fmla="*/ 9117 h 2522084"/>
              <a:gd name="connsiteX3-6263" fmla="*/ 1250106 w 2450561"/>
              <a:gd name="connsiteY3-6264" fmla="*/ 9153 h 2522084"/>
              <a:gd name="connsiteX4-6265" fmla="*/ 2437136 w 2450561"/>
              <a:gd name="connsiteY4-6266" fmla="*/ 990888 h 2522084"/>
              <a:gd name="connsiteX5-6267" fmla="*/ 2448653 w 2450561"/>
              <a:gd name="connsiteY5-6268" fmla="*/ 1033131 h 2522084"/>
              <a:gd name="connsiteX6-6269" fmla="*/ 2412804 w 2450561"/>
              <a:gd name="connsiteY6-6270" fmla="*/ 1058331 h 2522084"/>
              <a:gd name="connsiteX7-6271" fmla="*/ 1910353 w 2450561"/>
              <a:gd name="connsiteY7-6272" fmla="*/ 1058331 h 2522084"/>
              <a:gd name="connsiteX8-6273" fmla="*/ 1872254 w 2450561"/>
              <a:gd name="connsiteY8-6274" fmla="*/ 1096430 h 2522084"/>
              <a:gd name="connsiteX9-6275" fmla="*/ 1872254 w 2450561"/>
              <a:gd name="connsiteY9-6276" fmla="*/ 2484033 h 2522084"/>
              <a:gd name="connsiteX10-6277" fmla="*/ 1834154 w 2450561"/>
              <a:gd name="connsiteY10-6278" fmla="*/ 2522084 h 2522084"/>
              <a:gd name="connsiteX11-6279" fmla="*/ 617494 w 2450561"/>
              <a:gd name="connsiteY11-6280" fmla="*/ 2522084 h 2522084"/>
              <a:gd name="connsiteX12-6281" fmla="*/ 579394 w 2450561"/>
              <a:gd name="connsiteY12-6282" fmla="*/ 2483984 h 2522084"/>
              <a:gd name="connsiteX13-6283" fmla="*/ 579392 w 2450561"/>
              <a:gd name="connsiteY13-6284" fmla="*/ 1083682 h 2522084"/>
              <a:gd name="connsiteX14-6285" fmla="*/ 553993 w 2450561"/>
              <a:gd name="connsiteY14-6286" fmla="*/ 1058332 h 2522084"/>
              <a:gd name="connsiteX15-6287" fmla="*/ 3549 w 2450561"/>
              <a:gd name="connsiteY15-6288" fmla="*/ 1058332 h 2522084"/>
              <a:gd name="connsiteX16-6289" fmla="*/ 2988 w 2450561"/>
              <a:gd name="connsiteY16-6290" fmla="*/ 1033119 h 2522084"/>
              <a:gd name="connsiteX0-6291" fmla="*/ 2988 w 2450561"/>
              <a:gd name="connsiteY0-6292" fmla="*/ 1033119 h 2522084"/>
              <a:gd name="connsiteX1-6293" fmla="*/ 14553 w 2450561"/>
              <a:gd name="connsiteY1-6294" fmla="*/ 990852 h 2522084"/>
              <a:gd name="connsiteX2-6295" fmla="*/ 1201583 w 2450561"/>
              <a:gd name="connsiteY2-6296" fmla="*/ 9117 h 2522084"/>
              <a:gd name="connsiteX3-6297" fmla="*/ 1250106 w 2450561"/>
              <a:gd name="connsiteY3-6298" fmla="*/ 9153 h 2522084"/>
              <a:gd name="connsiteX4-6299" fmla="*/ 2437136 w 2450561"/>
              <a:gd name="connsiteY4-6300" fmla="*/ 990888 h 2522084"/>
              <a:gd name="connsiteX5-6301" fmla="*/ 2448653 w 2450561"/>
              <a:gd name="connsiteY5-6302" fmla="*/ 1033131 h 2522084"/>
              <a:gd name="connsiteX6-6303" fmla="*/ 2412804 w 2450561"/>
              <a:gd name="connsiteY6-6304" fmla="*/ 1058331 h 2522084"/>
              <a:gd name="connsiteX7-6305" fmla="*/ 1910353 w 2450561"/>
              <a:gd name="connsiteY7-6306" fmla="*/ 1058331 h 2522084"/>
              <a:gd name="connsiteX8-6307" fmla="*/ 1872254 w 2450561"/>
              <a:gd name="connsiteY8-6308" fmla="*/ 1096430 h 2522084"/>
              <a:gd name="connsiteX9-6309" fmla="*/ 1872254 w 2450561"/>
              <a:gd name="connsiteY9-6310" fmla="*/ 2484033 h 2522084"/>
              <a:gd name="connsiteX10-6311" fmla="*/ 1834154 w 2450561"/>
              <a:gd name="connsiteY10-6312" fmla="*/ 2522084 h 2522084"/>
              <a:gd name="connsiteX11-6313" fmla="*/ 617494 w 2450561"/>
              <a:gd name="connsiteY11-6314" fmla="*/ 2522084 h 2522084"/>
              <a:gd name="connsiteX12-6315" fmla="*/ 579394 w 2450561"/>
              <a:gd name="connsiteY12-6316" fmla="*/ 2483984 h 2522084"/>
              <a:gd name="connsiteX13-6317" fmla="*/ 579392 w 2450561"/>
              <a:gd name="connsiteY13-6318" fmla="*/ 1083682 h 2522084"/>
              <a:gd name="connsiteX14-6319" fmla="*/ 553993 w 2450561"/>
              <a:gd name="connsiteY14-6320" fmla="*/ 1058332 h 2522084"/>
              <a:gd name="connsiteX15-6321" fmla="*/ 3549 w 2450561"/>
              <a:gd name="connsiteY15-6322" fmla="*/ 1058332 h 2522084"/>
              <a:gd name="connsiteX16-6323" fmla="*/ 2988 w 2450561"/>
              <a:gd name="connsiteY16-6324" fmla="*/ 1033119 h 2522084"/>
              <a:gd name="connsiteX0-6325" fmla="*/ 2988 w 2450561"/>
              <a:gd name="connsiteY0-6326" fmla="*/ 1033119 h 2522084"/>
              <a:gd name="connsiteX1-6327" fmla="*/ 14553 w 2450561"/>
              <a:gd name="connsiteY1-6328" fmla="*/ 990852 h 2522084"/>
              <a:gd name="connsiteX2-6329" fmla="*/ 1201583 w 2450561"/>
              <a:gd name="connsiteY2-6330" fmla="*/ 9117 h 2522084"/>
              <a:gd name="connsiteX3-6331" fmla="*/ 1250106 w 2450561"/>
              <a:gd name="connsiteY3-6332" fmla="*/ 9153 h 2522084"/>
              <a:gd name="connsiteX4-6333" fmla="*/ 2437136 w 2450561"/>
              <a:gd name="connsiteY4-6334" fmla="*/ 990888 h 2522084"/>
              <a:gd name="connsiteX5-6335" fmla="*/ 2448653 w 2450561"/>
              <a:gd name="connsiteY5-6336" fmla="*/ 1033131 h 2522084"/>
              <a:gd name="connsiteX6-6337" fmla="*/ 2412804 w 2450561"/>
              <a:gd name="connsiteY6-6338" fmla="*/ 1058331 h 2522084"/>
              <a:gd name="connsiteX7-6339" fmla="*/ 1910353 w 2450561"/>
              <a:gd name="connsiteY7-6340" fmla="*/ 1058331 h 2522084"/>
              <a:gd name="connsiteX8-6341" fmla="*/ 1872254 w 2450561"/>
              <a:gd name="connsiteY8-6342" fmla="*/ 1096430 h 2522084"/>
              <a:gd name="connsiteX9-6343" fmla="*/ 1872254 w 2450561"/>
              <a:gd name="connsiteY9-6344" fmla="*/ 2484033 h 2522084"/>
              <a:gd name="connsiteX10-6345" fmla="*/ 1834154 w 2450561"/>
              <a:gd name="connsiteY10-6346" fmla="*/ 2522084 h 2522084"/>
              <a:gd name="connsiteX11-6347" fmla="*/ 617494 w 2450561"/>
              <a:gd name="connsiteY11-6348" fmla="*/ 2522084 h 2522084"/>
              <a:gd name="connsiteX12-6349" fmla="*/ 579394 w 2450561"/>
              <a:gd name="connsiteY12-6350" fmla="*/ 2483984 h 2522084"/>
              <a:gd name="connsiteX13-6351" fmla="*/ 579392 w 2450561"/>
              <a:gd name="connsiteY13-6352" fmla="*/ 1083682 h 2522084"/>
              <a:gd name="connsiteX14-6353" fmla="*/ 553993 w 2450561"/>
              <a:gd name="connsiteY14-6354" fmla="*/ 1058332 h 2522084"/>
              <a:gd name="connsiteX15-6355" fmla="*/ 3549 w 2450561"/>
              <a:gd name="connsiteY15-6356" fmla="*/ 1058332 h 2522084"/>
              <a:gd name="connsiteX16-6357" fmla="*/ 2988 w 2450561"/>
              <a:gd name="connsiteY16-6358" fmla="*/ 1033119 h 2522084"/>
              <a:gd name="connsiteX0-6359" fmla="*/ 2988 w 2450561"/>
              <a:gd name="connsiteY0-6360" fmla="*/ 1033119 h 2522084"/>
              <a:gd name="connsiteX1-6361" fmla="*/ 14553 w 2450561"/>
              <a:gd name="connsiteY1-6362" fmla="*/ 990852 h 2522084"/>
              <a:gd name="connsiteX2-6363" fmla="*/ 1201583 w 2450561"/>
              <a:gd name="connsiteY2-6364" fmla="*/ 9117 h 2522084"/>
              <a:gd name="connsiteX3-6365" fmla="*/ 1250106 w 2450561"/>
              <a:gd name="connsiteY3-6366" fmla="*/ 9153 h 2522084"/>
              <a:gd name="connsiteX4-6367" fmla="*/ 2437136 w 2450561"/>
              <a:gd name="connsiteY4-6368" fmla="*/ 990888 h 2522084"/>
              <a:gd name="connsiteX5-6369" fmla="*/ 2448653 w 2450561"/>
              <a:gd name="connsiteY5-6370" fmla="*/ 1033131 h 2522084"/>
              <a:gd name="connsiteX6-6371" fmla="*/ 2412804 w 2450561"/>
              <a:gd name="connsiteY6-6372" fmla="*/ 1058331 h 2522084"/>
              <a:gd name="connsiteX7-6373" fmla="*/ 1910353 w 2450561"/>
              <a:gd name="connsiteY7-6374" fmla="*/ 1058331 h 2522084"/>
              <a:gd name="connsiteX8-6375" fmla="*/ 1872254 w 2450561"/>
              <a:gd name="connsiteY8-6376" fmla="*/ 1096430 h 2522084"/>
              <a:gd name="connsiteX9-6377" fmla="*/ 1872254 w 2450561"/>
              <a:gd name="connsiteY9-6378" fmla="*/ 2484033 h 2522084"/>
              <a:gd name="connsiteX10-6379" fmla="*/ 1834154 w 2450561"/>
              <a:gd name="connsiteY10-6380" fmla="*/ 2522084 h 2522084"/>
              <a:gd name="connsiteX11-6381" fmla="*/ 617494 w 2450561"/>
              <a:gd name="connsiteY11-6382" fmla="*/ 2522084 h 2522084"/>
              <a:gd name="connsiteX12-6383" fmla="*/ 579394 w 2450561"/>
              <a:gd name="connsiteY12-6384" fmla="*/ 2483984 h 2522084"/>
              <a:gd name="connsiteX13-6385" fmla="*/ 579394 w 2450561"/>
              <a:gd name="connsiteY13-6386" fmla="*/ 1096381 h 2522084"/>
              <a:gd name="connsiteX14-6387" fmla="*/ 553993 w 2450561"/>
              <a:gd name="connsiteY14-6388" fmla="*/ 1058332 h 2522084"/>
              <a:gd name="connsiteX15-6389" fmla="*/ 3549 w 2450561"/>
              <a:gd name="connsiteY15-6390" fmla="*/ 1058332 h 2522084"/>
              <a:gd name="connsiteX16-6391" fmla="*/ 2988 w 2450561"/>
              <a:gd name="connsiteY16-6392" fmla="*/ 1033119 h 2522084"/>
              <a:gd name="connsiteX0-6393" fmla="*/ 2988 w 2450561"/>
              <a:gd name="connsiteY0-6394" fmla="*/ 1033119 h 2522084"/>
              <a:gd name="connsiteX1-6395" fmla="*/ 14553 w 2450561"/>
              <a:gd name="connsiteY1-6396" fmla="*/ 990852 h 2522084"/>
              <a:gd name="connsiteX2-6397" fmla="*/ 1201583 w 2450561"/>
              <a:gd name="connsiteY2-6398" fmla="*/ 9117 h 2522084"/>
              <a:gd name="connsiteX3-6399" fmla="*/ 1250106 w 2450561"/>
              <a:gd name="connsiteY3-6400" fmla="*/ 9153 h 2522084"/>
              <a:gd name="connsiteX4-6401" fmla="*/ 2437136 w 2450561"/>
              <a:gd name="connsiteY4-6402" fmla="*/ 990888 h 2522084"/>
              <a:gd name="connsiteX5-6403" fmla="*/ 2448653 w 2450561"/>
              <a:gd name="connsiteY5-6404" fmla="*/ 1033131 h 2522084"/>
              <a:gd name="connsiteX6-6405" fmla="*/ 2412804 w 2450561"/>
              <a:gd name="connsiteY6-6406" fmla="*/ 1058331 h 2522084"/>
              <a:gd name="connsiteX7-6407" fmla="*/ 1910353 w 2450561"/>
              <a:gd name="connsiteY7-6408" fmla="*/ 1058331 h 2522084"/>
              <a:gd name="connsiteX8-6409" fmla="*/ 1872254 w 2450561"/>
              <a:gd name="connsiteY8-6410" fmla="*/ 1096430 h 2522084"/>
              <a:gd name="connsiteX9-6411" fmla="*/ 1872254 w 2450561"/>
              <a:gd name="connsiteY9-6412" fmla="*/ 2484033 h 2522084"/>
              <a:gd name="connsiteX10-6413" fmla="*/ 1834154 w 2450561"/>
              <a:gd name="connsiteY10-6414" fmla="*/ 2522084 h 2522084"/>
              <a:gd name="connsiteX11-6415" fmla="*/ 617494 w 2450561"/>
              <a:gd name="connsiteY11-6416" fmla="*/ 2522084 h 2522084"/>
              <a:gd name="connsiteX12-6417" fmla="*/ 579394 w 2450561"/>
              <a:gd name="connsiteY12-6418" fmla="*/ 2483984 h 2522084"/>
              <a:gd name="connsiteX13-6419" fmla="*/ 579394 w 2450561"/>
              <a:gd name="connsiteY13-6420" fmla="*/ 1096381 h 2522084"/>
              <a:gd name="connsiteX14-6421" fmla="*/ 553993 w 2450561"/>
              <a:gd name="connsiteY14-6422" fmla="*/ 1058332 h 2522084"/>
              <a:gd name="connsiteX15-6423" fmla="*/ 3549 w 2450561"/>
              <a:gd name="connsiteY15-6424" fmla="*/ 1058332 h 2522084"/>
              <a:gd name="connsiteX16-6425" fmla="*/ 2988 w 2450561"/>
              <a:gd name="connsiteY16-6426" fmla="*/ 1033119 h 2522084"/>
              <a:gd name="connsiteX0-6427" fmla="*/ 2988 w 2450561"/>
              <a:gd name="connsiteY0-6428" fmla="*/ 1033119 h 2522084"/>
              <a:gd name="connsiteX1-6429" fmla="*/ 14553 w 2450561"/>
              <a:gd name="connsiteY1-6430" fmla="*/ 990852 h 2522084"/>
              <a:gd name="connsiteX2-6431" fmla="*/ 1201583 w 2450561"/>
              <a:gd name="connsiteY2-6432" fmla="*/ 9117 h 2522084"/>
              <a:gd name="connsiteX3-6433" fmla="*/ 1250106 w 2450561"/>
              <a:gd name="connsiteY3-6434" fmla="*/ 9153 h 2522084"/>
              <a:gd name="connsiteX4-6435" fmla="*/ 2437136 w 2450561"/>
              <a:gd name="connsiteY4-6436" fmla="*/ 990888 h 2522084"/>
              <a:gd name="connsiteX5-6437" fmla="*/ 2448653 w 2450561"/>
              <a:gd name="connsiteY5-6438" fmla="*/ 1033131 h 2522084"/>
              <a:gd name="connsiteX6-6439" fmla="*/ 2412804 w 2450561"/>
              <a:gd name="connsiteY6-6440" fmla="*/ 1058331 h 2522084"/>
              <a:gd name="connsiteX7-6441" fmla="*/ 1910353 w 2450561"/>
              <a:gd name="connsiteY7-6442" fmla="*/ 1058331 h 2522084"/>
              <a:gd name="connsiteX8-6443" fmla="*/ 1872254 w 2450561"/>
              <a:gd name="connsiteY8-6444" fmla="*/ 1096430 h 2522084"/>
              <a:gd name="connsiteX9-6445" fmla="*/ 1872254 w 2450561"/>
              <a:gd name="connsiteY9-6446" fmla="*/ 2484033 h 2522084"/>
              <a:gd name="connsiteX10-6447" fmla="*/ 1834154 w 2450561"/>
              <a:gd name="connsiteY10-6448" fmla="*/ 2522084 h 2522084"/>
              <a:gd name="connsiteX11-6449" fmla="*/ 617494 w 2450561"/>
              <a:gd name="connsiteY11-6450" fmla="*/ 2522084 h 2522084"/>
              <a:gd name="connsiteX12-6451" fmla="*/ 579394 w 2450561"/>
              <a:gd name="connsiteY12-6452" fmla="*/ 2483984 h 2522084"/>
              <a:gd name="connsiteX13-6453" fmla="*/ 579394 w 2450561"/>
              <a:gd name="connsiteY13-6454" fmla="*/ 1096381 h 2522084"/>
              <a:gd name="connsiteX14-6455" fmla="*/ 553993 w 2450561"/>
              <a:gd name="connsiteY14-6456" fmla="*/ 1058332 h 2522084"/>
              <a:gd name="connsiteX15-6457" fmla="*/ 3549 w 2450561"/>
              <a:gd name="connsiteY15-6458" fmla="*/ 1058332 h 2522084"/>
              <a:gd name="connsiteX16-6459" fmla="*/ 2988 w 2450561"/>
              <a:gd name="connsiteY16-6460" fmla="*/ 1033119 h 2522084"/>
              <a:gd name="connsiteX0-6461" fmla="*/ 2988 w 2450561"/>
              <a:gd name="connsiteY0-6462" fmla="*/ 1033119 h 2522084"/>
              <a:gd name="connsiteX1-6463" fmla="*/ 14553 w 2450561"/>
              <a:gd name="connsiteY1-6464" fmla="*/ 990852 h 2522084"/>
              <a:gd name="connsiteX2-6465" fmla="*/ 1201583 w 2450561"/>
              <a:gd name="connsiteY2-6466" fmla="*/ 9117 h 2522084"/>
              <a:gd name="connsiteX3-6467" fmla="*/ 1250106 w 2450561"/>
              <a:gd name="connsiteY3-6468" fmla="*/ 9153 h 2522084"/>
              <a:gd name="connsiteX4-6469" fmla="*/ 2437136 w 2450561"/>
              <a:gd name="connsiteY4-6470" fmla="*/ 990888 h 2522084"/>
              <a:gd name="connsiteX5-6471" fmla="*/ 2448653 w 2450561"/>
              <a:gd name="connsiteY5-6472" fmla="*/ 1033131 h 2522084"/>
              <a:gd name="connsiteX6-6473" fmla="*/ 2412804 w 2450561"/>
              <a:gd name="connsiteY6-6474" fmla="*/ 1058331 h 2522084"/>
              <a:gd name="connsiteX7-6475" fmla="*/ 1910353 w 2450561"/>
              <a:gd name="connsiteY7-6476" fmla="*/ 1058331 h 2522084"/>
              <a:gd name="connsiteX8-6477" fmla="*/ 1872254 w 2450561"/>
              <a:gd name="connsiteY8-6478" fmla="*/ 1096430 h 2522084"/>
              <a:gd name="connsiteX9-6479" fmla="*/ 1872254 w 2450561"/>
              <a:gd name="connsiteY9-6480" fmla="*/ 2484033 h 2522084"/>
              <a:gd name="connsiteX10-6481" fmla="*/ 1834154 w 2450561"/>
              <a:gd name="connsiteY10-6482" fmla="*/ 2522084 h 2522084"/>
              <a:gd name="connsiteX11-6483" fmla="*/ 617494 w 2450561"/>
              <a:gd name="connsiteY11-6484" fmla="*/ 2522084 h 2522084"/>
              <a:gd name="connsiteX12-6485" fmla="*/ 579394 w 2450561"/>
              <a:gd name="connsiteY12-6486" fmla="*/ 2483984 h 2522084"/>
              <a:gd name="connsiteX13-6487" fmla="*/ 579394 w 2450561"/>
              <a:gd name="connsiteY13-6488" fmla="*/ 1096381 h 2522084"/>
              <a:gd name="connsiteX14-6489" fmla="*/ 541295 w 2450561"/>
              <a:gd name="connsiteY14-6490" fmla="*/ 1058331 h 2522084"/>
              <a:gd name="connsiteX15-6491" fmla="*/ 3549 w 2450561"/>
              <a:gd name="connsiteY15-6492" fmla="*/ 1058332 h 2522084"/>
              <a:gd name="connsiteX16-6493" fmla="*/ 2988 w 2450561"/>
              <a:gd name="connsiteY16-6494" fmla="*/ 1033119 h 2522084"/>
              <a:gd name="connsiteX0-6495" fmla="*/ 2988 w 2450561"/>
              <a:gd name="connsiteY0-6496" fmla="*/ 1033119 h 2522084"/>
              <a:gd name="connsiteX1-6497" fmla="*/ 14553 w 2450561"/>
              <a:gd name="connsiteY1-6498" fmla="*/ 990852 h 2522084"/>
              <a:gd name="connsiteX2-6499" fmla="*/ 1201583 w 2450561"/>
              <a:gd name="connsiteY2-6500" fmla="*/ 9117 h 2522084"/>
              <a:gd name="connsiteX3-6501" fmla="*/ 1250106 w 2450561"/>
              <a:gd name="connsiteY3-6502" fmla="*/ 9153 h 2522084"/>
              <a:gd name="connsiteX4-6503" fmla="*/ 2437136 w 2450561"/>
              <a:gd name="connsiteY4-6504" fmla="*/ 990888 h 2522084"/>
              <a:gd name="connsiteX5-6505" fmla="*/ 2448653 w 2450561"/>
              <a:gd name="connsiteY5-6506" fmla="*/ 1033131 h 2522084"/>
              <a:gd name="connsiteX6-6507" fmla="*/ 2412804 w 2450561"/>
              <a:gd name="connsiteY6-6508" fmla="*/ 1058331 h 2522084"/>
              <a:gd name="connsiteX7-6509" fmla="*/ 1910353 w 2450561"/>
              <a:gd name="connsiteY7-6510" fmla="*/ 1058331 h 2522084"/>
              <a:gd name="connsiteX8-6511" fmla="*/ 1872254 w 2450561"/>
              <a:gd name="connsiteY8-6512" fmla="*/ 1096430 h 2522084"/>
              <a:gd name="connsiteX9-6513" fmla="*/ 1872254 w 2450561"/>
              <a:gd name="connsiteY9-6514" fmla="*/ 2484033 h 2522084"/>
              <a:gd name="connsiteX10-6515" fmla="*/ 1834154 w 2450561"/>
              <a:gd name="connsiteY10-6516" fmla="*/ 2522084 h 2522084"/>
              <a:gd name="connsiteX11-6517" fmla="*/ 617494 w 2450561"/>
              <a:gd name="connsiteY11-6518" fmla="*/ 2522084 h 2522084"/>
              <a:gd name="connsiteX12-6519" fmla="*/ 579394 w 2450561"/>
              <a:gd name="connsiteY12-6520" fmla="*/ 2483984 h 2522084"/>
              <a:gd name="connsiteX13-6521" fmla="*/ 579394 w 2450561"/>
              <a:gd name="connsiteY13-6522" fmla="*/ 1096381 h 2522084"/>
              <a:gd name="connsiteX14-6523" fmla="*/ 541295 w 2450561"/>
              <a:gd name="connsiteY14-6524" fmla="*/ 1058331 h 2522084"/>
              <a:gd name="connsiteX15-6525" fmla="*/ 3549 w 2450561"/>
              <a:gd name="connsiteY15-6526" fmla="*/ 1058332 h 2522084"/>
              <a:gd name="connsiteX16-6527" fmla="*/ 2988 w 2450561"/>
              <a:gd name="connsiteY16-6528" fmla="*/ 1033119 h 2522084"/>
              <a:gd name="connsiteX0-6529" fmla="*/ 2988 w 2450561"/>
              <a:gd name="connsiteY0-6530" fmla="*/ 1033119 h 2522084"/>
              <a:gd name="connsiteX1-6531" fmla="*/ 14553 w 2450561"/>
              <a:gd name="connsiteY1-6532" fmla="*/ 990852 h 2522084"/>
              <a:gd name="connsiteX2-6533" fmla="*/ 1201583 w 2450561"/>
              <a:gd name="connsiteY2-6534" fmla="*/ 9117 h 2522084"/>
              <a:gd name="connsiteX3-6535" fmla="*/ 1250106 w 2450561"/>
              <a:gd name="connsiteY3-6536" fmla="*/ 9153 h 2522084"/>
              <a:gd name="connsiteX4-6537" fmla="*/ 2437136 w 2450561"/>
              <a:gd name="connsiteY4-6538" fmla="*/ 990888 h 2522084"/>
              <a:gd name="connsiteX5-6539" fmla="*/ 2448653 w 2450561"/>
              <a:gd name="connsiteY5-6540" fmla="*/ 1033131 h 2522084"/>
              <a:gd name="connsiteX6-6541" fmla="*/ 2412804 w 2450561"/>
              <a:gd name="connsiteY6-6542" fmla="*/ 1058331 h 2522084"/>
              <a:gd name="connsiteX7-6543" fmla="*/ 1910353 w 2450561"/>
              <a:gd name="connsiteY7-6544" fmla="*/ 1058331 h 2522084"/>
              <a:gd name="connsiteX8-6545" fmla="*/ 1872254 w 2450561"/>
              <a:gd name="connsiteY8-6546" fmla="*/ 1096430 h 2522084"/>
              <a:gd name="connsiteX9-6547" fmla="*/ 1872254 w 2450561"/>
              <a:gd name="connsiteY9-6548" fmla="*/ 2484033 h 2522084"/>
              <a:gd name="connsiteX10-6549" fmla="*/ 1834154 w 2450561"/>
              <a:gd name="connsiteY10-6550" fmla="*/ 2522084 h 2522084"/>
              <a:gd name="connsiteX11-6551" fmla="*/ 617494 w 2450561"/>
              <a:gd name="connsiteY11-6552" fmla="*/ 2522084 h 2522084"/>
              <a:gd name="connsiteX12-6553" fmla="*/ 579394 w 2450561"/>
              <a:gd name="connsiteY12-6554" fmla="*/ 2483984 h 2522084"/>
              <a:gd name="connsiteX13-6555" fmla="*/ 579394 w 2450561"/>
              <a:gd name="connsiteY13-6556" fmla="*/ 1096381 h 2522084"/>
              <a:gd name="connsiteX14-6557" fmla="*/ 541295 w 2450561"/>
              <a:gd name="connsiteY14-6558" fmla="*/ 1058331 h 2522084"/>
              <a:gd name="connsiteX15-6559" fmla="*/ 3549 w 2450561"/>
              <a:gd name="connsiteY15-6560" fmla="*/ 1058332 h 2522084"/>
              <a:gd name="connsiteX16-6561" fmla="*/ 2988 w 2450561"/>
              <a:gd name="connsiteY16-6562" fmla="*/ 1033119 h 2522084"/>
              <a:gd name="connsiteX0-6563" fmla="*/ 1903 w 2449476"/>
              <a:gd name="connsiteY0-6564" fmla="*/ 1033119 h 2522084"/>
              <a:gd name="connsiteX1-6565" fmla="*/ 13468 w 2449476"/>
              <a:gd name="connsiteY1-6566" fmla="*/ 990852 h 2522084"/>
              <a:gd name="connsiteX2-6567" fmla="*/ 1200498 w 2449476"/>
              <a:gd name="connsiteY2-6568" fmla="*/ 9117 h 2522084"/>
              <a:gd name="connsiteX3-6569" fmla="*/ 1249021 w 2449476"/>
              <a:gd name="connsiteY3-6570" fmla="*/ 9153 h 2522084"/>
              <a:gd name="connsiteX4-6571" fmla="*/ 2436051 w 2449476"/>
              <a:gd name="connsiteY4-6572" fmla="*/ 990888 h 2522084"/>
              <a:gd name="connsiteX5-6573" fmla="*/ 2447568 w 2449476"/>
              <a:gd name="connsiteY5-6574" fmla="*/ 1033131 h 2522084"/>
              <a:gd name="connsiteX6-6575" fmla="*/ 2411719 w 2449476"/>
              <a:gd name="connsiteY6-6576" fmla="*/ 1058331 h 2522084"/>
              <a:gd name="connsiteX7-6577" fmla="*/ 1909268 w 2449476"/>
              <a:gd name="connsiteY7-6578" fmla="*/ 1058331 h 2522084"/>
              <a:gd name="connsiteX8-6579" fmla="*/ 1871169 w 2449476"/>
              <a:gd name="connsiteY8-6580" fmla="*/ 1096430 h 2522084"/>
              <a:gd name="connsiteX9-6581" fmla="*/ 1871169 w 2449476"/>
              <a:gd name="connsiteY9-6582" fmla="*/ 2484033 h 2522084"/>
              <a:gd name="connsiteX10-6583" fmla="*/ 1833069 w 2449476"/>
              <a:gd name="connsiteY10-6584" fmla="*/ 2522084 h 2522084"/>
              <a:gd name="connsiteX11-6585" fmla="*/ 616409 w 2449476"/>
              <a:gd name="connsiteY11-6586" fmla="*/ 2522084 h 2522084"/>
              <a:gd name="connsiteX12-6587" fmla="*/ 578309 w 2449476"/>
              <a:gd name="connsiteY12-6588" fmla="*/ 2483984 h 2522084"/>
              <a:gd name="connsiteX13-6589" fmla="*/ 578309 w 2449476"/>
              <a:gd name="connsiteY13-6590" fmla="*/ 1096381 h 2522084"/>
              <a:gd name="connsiteX14-6591" fmla="*/ 540210 w 2449476"/>
              <a:gd name="connsiteY14-6592" fmla="*/ 1058331 h 2522084"/>
              <a:gd name="connsiteX15-6593" fmla="*/ 37759 w 2449476"/>
              <a:gd name="connsiteY15-6594" fmla="*/ 1058331 h 2522084"/>
              <a:gd name="connsiteX16-6595" fmla="*/ 1903 w 2449476"/>
              <a:gd name="connsiteY16-6596" fmla="*/ 1033119 h 2522084"/>
              <a:gd name="connsiteX0-6597" fmla="*/ 1903 w 2449476"/>
              <a:gd name="connsiteY0-6598" fmla="*/ 1033119 h 2522084"/>
              <a:gd name="connsiteX1-6599" fmla="*/ 13468 w 2449476"/>
              <a:gd name="connsiteY1-6600" fmla="*/ 990852 h 2522084"/>
              <a:gd name="connsiteX2-6601" fmla="*/ 1200498 w 2449476"/>
              <a:gd name="connsiteY2-6602" fmla="*/ 9117 h 2522084"/>
              <a:gd name="connsiteX3-6603" fmla="*/ 1249021 w 2449476"/>
              <a:gd name="connsiteY3-6604" fmla="*/ 9153 h 2522084"/>
              <a:gd name="connsiteX4-6605" fmla="*/ 2436051 w 2449476"/>
              <a:gd name="connsiteY4-6606" fmla="*/ 990888 h 2522084"/>
              <a:gd name="connsiteX5-6607" fmla="*/ 2447568 w 2449476"/>
              <a:gd name="connsiteY5-6608" fmla="*/ 1033131 h 2522084"/>
              <a:gd name="connsiteX6-6609" fmla="*/ 2411719 w 2449476"/>
              <a:gd name="connsiteY6-6610" fmla="*/ 1058331 h 2522084"/>
              <a:gd name="connsiteX7-6611" fmla="*/ 1909268 w 2449476"/>
              <a:gd name="connsiteY7-6612" fmla="*/ 1058331 h 2522084"/>
              <a:gd name="connsiteX8-6613" fmla="*/ 1871169 w 2449476"/>
              <a:gd name="connsiteY8-6614" fmla="*/ 1096430 h 2522084"/>
              <a:gd name="connsiteX9-6615" fmla="*/ 1871169 w 2449476"/>
              <a:gd name="connsiteY9-6616" fmla="*/ 2484033 h 2522084"/>
              <a:gd name="connsiteX10-6617" fmla="*/ 1833069 w 2449476"/>
              <a:gd name="connsiteY10-6618" fmla="*/ 2522084 h 2522084"/>
              <a:gd name="connsiteX11-6619" fmla="*/ 616409 w 2449476"/>
              <a:gd name="connsiteY11-6620" fmla="*/ 2522084 h 2522084"/>
              <a:gd name="connsiteX12-6621" fmla="*/ 578309 w 2449476"/>
              <a:gd name="connsiteY12-6622" fmla="*/ 2483984 h 2522084"/>
              <a:gd name="connsiteX13-6623" fmla="*/ 578309 w 2449476"/>
              <a:gd name="connsiteY13-6624" fmla="*/ 1096381 h 2522084"/>
              <a:gd name="connsiteX14-6625" fmla="*/ 540210 w 2449476"/>
              <a:gd name="connsiteY14-6626" fmla="*/ 1058331 h 2522084"/>
              <a:gd name="connsiteX15-6627" fmla="*/ 37759 w 2449476"/>
              <a:gd name="connsiteY15-6628" fmla="*/ 1058331 h 2522084"/>
              <a:gd name="connsiteX16-6629" fmla="*/ 1903 w 2449476"/>
              <a:gd name="connsiteY16-6630" fmla="*/ 1033119 h 25220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</a:cxnLst>
            <a:rect l="l" t="t" r="r" b="b"/>
            <a:pathLst>
              <a:path w="2449476" h="2522084">
                <a:moveTo>
                  <a:pt x="1903" y="1033119"/>
                </a:moveTo>
                <a:cubicBezTo>
                  <a:pt x="-3095" y="1019238"/>
                  <a:pt x="2100" y="1000255"/>
                  <a:pt x="13468" y="990852"/>
                </a:cubicBezTo>
                <a:cubicBezTo>
                  <a:pt x="13468" y="990852"/>
                  <a:pt x="1200498" y="9117"/>
                  <a:pt x="1200498" y="9117"/>
                </a:cubicBezTo>
                <a:cubicBezTo>
                  <a:pt x="1215226" y="-3063"/>
                  <a:pt x="1234293" y="-3026"/>
                  <a:pt x="1249021" y="9153"/>
                </a:cubicBezTo>
                <a:cubicBezTo>
                  <a:pt x="1249021" y="9153"/>
                  <a:pt x="2436051" y="990888"/>
                  <a:pt x="2436051" y="990888"/>
                </a:cubicBezTo>
                <a:cubicBezTo>
                  <a:pt x="2447419" y="1000290"/>
                  <a:pt x="2452562" y="1019249"/>
                  <a:pt x="2447568" y="1033131"/>
                </a:cubicBezTo>
                <a:cubicBezTo>
                  <a:pt x="2442572" y="1047013"/>
                  <a:pt x="2426472" y="1058331"/>
                  <a:pt x="2411719" y="1058331"/>
                </a:cubicBezTo>
                <a:cubicBezTo>
                  <a:pt x="2411719" y="1058331"/>
                  <a:pt x="1909268" y="1058331"/>
                  <a:pt x="1909268" y="1058331"/>
                </a:cubicBezTo>
                <a:cubicBezTo>
                  <a:pt x="1886950" y="1058331"/>
                  <a:pt x="1871169" y="1074112"/>
                  <a:pt x="1871169" y="1096430"/>
                </a:cubicBezTo>
                <a:cubicBezTo>
                  <a:pt x="1871169" y="1096430"/>
                  <a:pt x="1871169" y="2484033"/>
                  <a:pt x="1871169" y="2484033"/>
                </a:cubicBezTo>
                <a:cubicBezTo>
                  <a:pt x="1871169" y="2506352"/>
                  <a:pt x="1855388" y="2522084"/>
                  <a:pt x="1833069" y="2522084"/>
                </a:cubicBezTo>
                <a:cubicBezTo>
                  <a:pt x="1833069" y="2522084"/>
                  <a:pt x="616409" y="2522084"/>
                  <a:pt x="616409" y="2522084"/>
                </a:cubicBezTo>
                <a:cubicBezTo>
                  <a:pt x="594090" y="2522084"/>
                  <a:pt x="578309" y="2506303"/>
                  <a:pt x="578309" y="2483984"/>
                </a:cubicBezTo>
                <a:cubicBezTo>
                  <a:pt x="578309" y="2483984"/>
                  <a:pt x="578309" y="1096381"/>
                  <a:pt x="578309" y="1096381"/>
                </a:cubicBezTo>
                <a:cubicBezTo>
                  <a:pt x="578309" y="1074063"/>
                  <a:pt x="562528" y="1058331"/>
                  <a:pt x="540210" y="1058331"/>
                </a:cubicBezTo>
                <a:cubicBezTo>
                  <a:pt x="540210" y="1058331"/>
                  <a:pt x="37759" y="1058331"/>
                  <a:pt x="37759" y="1058331"/>
                </a:cubicBezTo>
                <a:cubicBezTo>
                  <a:pt x="23005" y="1058331"/>
                  <a:pt x="6901" y="1046999"/>
                  <a:pt x="1903" y="1033119"/>
                </a:cubicBezTo>
                <a:close/>
              </a:path>
            </a:pathLst>
          </a:custGeom>
          <a:gradFill>
            <a:gsLst>
              <a:gs pos="7000">
                <a:schemeClr val="accent2"/>
              </a:gs>
              <a:gs pos="100000">
                <a:schemeClr val="accent2">
                  <a:alpha val="6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任意多边形: 形状 42"/>
          <p:cNvSpPr/>
          <p:nvPr>
            <p:custDataLst>
              <p:tags r:id="rId4"/>
            </p:custDataLst>
          </p:nvPr>
        </p:nvSpPr>
        <p:spPr>
          <a:xfrm rot="16200000">
            <a:off x="4251960" y="3462655"/>
            <a:ext cx="1842770" cy="2522220"/>
          </a:xfrm>
          <a:custGeom>
            <a:avLst/>
            <a:gdLst>
              <a:gd name="connsiteX0" fmla="*/ 0 w 2585764"/>
              <a:gd name="connsiteY0" fmla="*/ 1069299 h 2533101"/>
              <a:gd name="connsiteX1" fmla="*/ 0 w 2585764"/>
              <a:gd name="connsiteY1" fmla="*/ 1069299 h 2533101"/>
              <a:gd name="connsiteX2" fmla="*/ 1292905 w 2585764"/>
              <a:gd name="connsiteY2" fmla="*/ 0 h 2533101"/>
              <a:gd name="connsiteX3" fmla="*/ 1292860 w 2585764"/>
              <a:gd name="connsiteY3" fmla="*/ 37 h 2533101"/>
              <a:gd name="connsiteX4" fmla="*/ 2585764 w 2585764"/>
              <a:gd name="connsiteY4" fmla="*/ 1069336 h 2533101"/>
              <a:gd name="connsiteX5" fmla="*/ 2585720 w 2585764"/>
              <a:gd name="connsiteY5" fmla="*/ 1069299 h 2533101"/>
              <a:gd name="connsiteX6" fmla="*/ 2585720 w 2585764"/>
              <a:gd name="connsiteY6" fmla="*/ 1069299 h 2533101"/>
              <a:gd name="connsiteX7" fmla="*/ 1939290 w 2585764"/>
              <a:gd name="connsiteY7" fmla="*/ 1069299 h 2533101"/>
              <a:gd name="connsiteX8" fmla="*/ 1939290 w 2585764"/>
              <a:gd name="connsiteY8" fmla="*/ 1069299 h 2533101"/>
              <a:gd name="connsiteX9" fmla="*/ 1939290 w 2585764"/>
              <a:gd name="connsiteY9" fmla="*/ 2533101 h 2533101"/>
              <a:gd name="connsiteX10" fmla="*/ 1939290 w 2585764"/>
              <a:gd name="connsiteY10" fmla="*/ 2533052 h 2533101"/>
              <a:gd name="connsiteX11" fmla="*/ 646430 w 2585764"/>
              <a:gd name="connsiteY11" fmla="*/ 2533052 h 2533101"/>
              <a:gd name="connsiteX12" fmla="*/ 646430 w 2585764"/>
              <a:gd name="connsiteY12" fmla="*/ 2533052 h 2533101"/>
              <a:gd name="connsiteX13" fmla="*/ 646430 w 2585764"/>
              <a:gd name="connsiteY13" fmla="*/ 1069250 h 2533101"/>
              <a:gd name="connsiteX14" fmla="*/ 646430 w 2585764"/>
              <a:gd name="connsiteY14" fmla="*/ 1069299 h 2533101"/>
              <a:gd name="connsiteX15" fmla="*/ 0 w 2585764"/>
              <a:gd name="connsiteY15" fmla="*/ 1069299 h 2533101"/>
              <a:gd name="connsiteX16" fmla="*/ 0 w 2585764"/>
              <a:gd name="connsiteY16" fmla="*/ 1069299 h 2533101"/>
              <a:gd name="connsiteX0-1" fmla="*/ 0 w 2585764"/>
              <a:gd name="connsiteY0-2" fmla="*/ 1069299 h 2533101"/>
              <a:gd name="connsiteX1-3" fmla="*/ 0 w 2585764"/>
              <a:gd name="connsiteY1-4" fmla="*/ 1069299 h 2533101"/>
              <a:gd name="connsiteX2-5" fmla="*/ 1292905 w 2585764"/>
              <a:gd name="connsiteY2-6" fmla="*/ 0 h 2533101"/>
              <a:gd name="connsiteX3-7" fmla="*/ 1292860 w 2585764"/>
              <a:gd name="connsiteY3-8" fmla="*/ 37 h 2533101"/>
              <a:gd name="connsiteX4-9" fmla="*/ 2585764 w 2585764"/>
              <a:gd name="connsiteY4-10" fmla="*/ 1069336 h 2533101"/>
              <a:gd name="connsiteX5-11" fmla="*/ 2585720 w 2585764"/>
              <a:gd name="connsiteY5-12" fmla="*/ 1069299 h 2533101"/>
              <a:gd name="connsiteX6-13" fmla="*/ 2585720 w 2585764"/>
              <a:gd name="connsiteY6-14" fmla="*/ 1069299 h 2533101"/>
              <a:gd name="connsiteX7-15" fmla="*/ 1939290 w 2585764"/>
              <a:gd name="connsiteY7-16" fmla="*/ 1069299 h 2533101"/>
              <a:gd name="connsiteX8-17" fmla="*/ 1939290 w 2585764"/>
              <a:gd name="connsiteY8-18" fmla="*/ 1069299 h 2533101"/>
              <a:gd name="connsiteX9-19" fmla="*/ 1939290 w 2585764"/>
              <a:gd name="connsiteY9-20" fmla="*/ 2533101 h 2533101"/>
              <a:gd name="connsiteX10-21" fmla="*/ 1939290 w 2585764"/>
              <a:gd name="connsiteY10-22" fmla="*/ 2533052 h 2533101"/>
              <a:gd name="connsiteX11-23" fmla="*/ 646430 w 2585764"/>
              <a:gd name="connsiteY11-24" fmla="*/ 2533052 h 2533101"/>
              <a:gd name="connsiteX12-25" fmla="*/ 646430 w 2585764"/>
              <a:gd name="connsiteY12-26" fmla="*/ 2533052 h 2533101"/>
              <a:gd name="connsiteX13-27" fmla="*/ 646430 w 2585764"/>
              <a:gd name="connsiteY13-28" fmla="*/ 1069250 h 2533101"/>
              <a:gd name="connsiteX14-29" fmla="*/ 646430 w 2585764"/>
              <a:gd name="connsiteY14-30" fmla="*/ 1069299 h 2533101"/>
              <a:gd name="connsiteX15-31" fmla="*/ 0 w 2585764"/>
              <a:gd name="connsiteY15-32" fmla="*/ 1069299 h 2533101"/>
              <a:gd name="connsiteX16-33" fmla="*/ 0 w 2585764"/>
              <a:gd name="connsiteY16-34" fmla="*/ 1069300 h 2533101"/>
              <a:gd name="connsiteX0-35" fmla="*/ 0 w 2585764"/>
              <a:gd name="connsiteY0-36" fmla="*/ 1069300 h 2533101"/>
              <a:gd name="connsiteX1-37" fmla="*/ 0 w 2585764"/>
              <a:gd name="connsiteY1-38" fmla="*/ 1069299 h 2533101"/>
              <a:gd name="connsiteX2-39" fmla="*/ 1292905 w 2585764"/>
              <a:gd name="connsiteY2-40" fmla="*/ 0 h 2533101"/>
              <a:gd name="connsiteX3-41" fmla="*/ 1292860 w 2585764"/>
              <a:gd name="connsiteY3-42" fmla="*/ 37 h 2533101"/>
              <a:gd name="connsiteX4-43" fmla="*/ 2585764 w 2585764"/>
              <a:gd name="connsiteY4-44" fmla="*/ 1069336 h 2533101"/>
              <a:gd name="connsiteX5-45" fmla="*/ 2585720 w 2585764"/>
              <a:gd name="connsiteY5-46" fmla="*/ 1069299 h 2533101"/>
              <a:gd name="connsiteX6-47" fmla="*/ 2585720 w 2585764"/>
              <a:gd name="connsiteY6-48" fmla="*/ 1069299 h 2533101"/>
              <a:gd name="connsiteX7-49" fmla="*/ 1939290 w 2585764"/>
              <a:gd name="connsiteY7-50" fmla="*/ 1069299 h 2533101"/>
              <a:gd name="connsiteX8-51" fmla="*/ 1939290 w 2585764"/>
              <a:gd name="connsiteY8-52" fmla="*/ 1069299 h 2533101"/>
              <a:gd name="connsiteX9-53" fmla="*/ 1939290 w 2585764"/>
              <a:gd name="connsiteY9-54" fmla="*/ 2533101 h 2533101"/>
              <a:gd name="connsiteX10-55" fmla="*/ 1939290 w 2585764"/>
              <a:gd name="connsiteY10-56" fmla="*/ 2533052 h 2533101"/>
              <a:gd name="connsiteX11-57" fmla="*/ 646430 w 2585764"/>
              <a:gd name="connsiteY11-58" fmla="*/ 2533052 h 2533101"/>
              <a:gd name="connsiteX12-59" fmla="*/ 646430 w 2585764"/>
              <a:gd name="connsiteY12-60" fmla="*/ 2533052 h 2533101"/>
              <a:gd name="connsiteX13-61" fmla="*/ 646430 w 2585764"/>
              <a:gd name="connsiteY13-62" fmla="*/ 1069250 h 2533101"/>
              <a:gd name="connsiteX14-63" fmla="*/ 646430 w 2585764"/>
              <a:gd name="connsiteY14-64" fmla="*/ 1069299 h 2533101"/>
              <a:gd name="connsiteX15-65" fmla="*/ 0 w 2585764"/>
              <a:gd name="connsiteY15-66" fmla="*/ 1069299 h 2533101"/>
              <a:gd name="connsiteX16-67" fmla="*/ 0 w 2585764"/>
              <a:gd name="connsiteY16-68" fmla="*/ 1069300 h 2533101"/>
              <a:gd name="connsiteX0-69" fmla="*/ 0 w 2585764"/>
              <a:gd name="connsiteY0-70" fmla="*/ 1069300 h 2533101"/>
              <a:gd name="connsiteX1-71" fmla="*/ 0 w 2585764"/>
              <a:gd name="connsiteY1-72" fmla="*/ 1069299 h 2533101"/>
              <a:gd name="connsiteX2-73" fmla="*/ 1292905 w 2585764"/>
              <a:gd name="connsiteY2-74" fmla="*/ 0 h 2533101"/>
              <a:gd name="connsiteX3-75" fmla="*/ 1292860 w 2585764"/>
              <a:gd name="connsiteY3-76" fmla="*/ 37 h 2533101"/>
              <a:gd name="connsiteX4-77" fmla="*/ 2585764 w 2585764"/>
              <a:gd name="connsiteY4-78" fmla="*/ 1069336 h 2533101"/>
              <a:gd name="connsiteX5-79" fmla="*/ 2585720 w 2585764"/>
              <a:gd name="connsiteY5-80" fmla="*/ 1069299 h 2533101"/>
              <a:gd name="connsiteX6-81" fmla="*/ 2585720 w 2585764"/>
              <a:gd name="connsiteY6-82" fmla="*/ 1069299 h 2533101"/>
              <a:gd name="connsiteX7-83" fmla="*/ 1939290 w 2585764"/>
              <a:gd name="connsiteY7-84" fmla="*/ 1069299 h 2533101"/>
              <a:gd name="connsiteX8-85" fmla="*/ 1939290 w 2585764"/>
              <a:gd name="connsiteY8-86" fmla="*/ 1069299 h 2533101"/>
              <a:gd name="connsiteX9-87" fmla="*/ 1939290 w 2585764"/>
              <a:gd name="connsiteY9-88" fmla="*/ 2533101 h 2533101"/>
              <a:gd name="connsiteX10-89" fmla="*/ 1939290 w 2585764"/>
              <a:gd name="connsiteY10-90" fmla="*/ 2533052 h 2533101"/>
              <a:gd name="connsiteX11-91" fmla="*/ 646430 w 2585764"/>
              <a:gd name="connsiteY11-92" fmla="*/ 2533052 h 2533101"/>
              <a:gd name="connsiteX12-93" fmla="*/ 646430 w 2585764"/>
              <a:gd name="connsiteY12-94" fmla="*/ 2533052 h 2533101"/>
              <a:gd name="connsiteX13-95" fmla="*/ 646430 w 2585764"/>
              <a:gd name="connsiteY13-96" fmla="*/ 1069250 h 2533101"/>
              <a:gd name="connsiteX14-97" fmla="*/ 646430 w 2585764"/>
              <a:gd name="connsiteY14-98" fmla="*/ 1069299 h 2533101"/>
              <a:gd name="connsiteX15-99" fmla="*/ 0 w 2585764"/>
              <a:gd name="connsiteY15-100" fmla="*/ 1069299 h 2533101"/>
              <a:gd name="connsiteX16-101" fmla="*/ 0 w 2585764"/>
              <a:gd name="connsiteY16-102" fmla="*/ 1069300 h 2533101"/>
              <a:gd name="connsiteX0-103" fmla="*/ 0 w 2585764"/>
              <a:gd name="connsiteY0-104" fmla="*/ 1069300 h 2533101"/>
              <a:gd name="connsiteX1-105" fmla="*/ 0 w 2585764"/>
              <a:gd name="connsiteY1-106" fmla="*/ 1069299 h 2533101"/>
              <a:gd name="connsiteX2-107" fmla="*/ 1292905 w 2585764"/>
              <a:gd name="connsiteY2-108" fmla="*/ 0 h 2533101"/>
              <a:gd name="connsiteX3-109" fmla="*/ 1292860 w 2585764"/>
              <a:gd name="connsiteY3-110" fmla="*/ 37 h 2533101"/>
              <a:gd name="connsiteX4-111" fmla="*/ 2585764 w 2585764"/>
              <a:gd name="connsiteY4-112" fmla="*/ 1069336 h 2533101"/>
              <a:gd name="connsiteX5-113" fmla="*/ 2585720 w 2585764"/>
              <a:gd name="connsiteY5-114" fmla="*/ 1069299 h 2533101"/>
              <a:gd name="connsiteX6-115" fmla="*/ 2585720 w 2585764"/>
              <a:gd name="connsiteY6-116" fmla="*/ 1069299 h 2533101"/>
              <a:gd name="connsiteX7-117" fmla="*/ 1939290 w 2585764"/>
              <a:gd name="connsiteY7-118" fmla="*/ 1069299 h 2533101"/>
              <a:gd name="connsiteX8-119" fmla="*/ 1939290 w 2585764"/>
              <a:gd name="connsiteY8-120" fmla="*/ 1069299 h 2533101"/>
              <a:gd name="connsiteX9-121" fmla="*/ 1939290 w 2585764"/>
              <a:gd name="connsiteY9-122" fmla="*/ 2533101 h 2533101"/>
              <a:gd name="connsiteX10-123" fmla="*/ 1939290 w 2585764"/>
              <a:gd name="connsiteY10-124" fmla="*/ 2533052 h 2533101"/>
              <a:gd name="connsiteX11-125" fmla="*/ 646430 w 2585764"/>
              <a:gd name="connsiteY11-126" fmla="*/ 2533052 h 2533101"/>
              <a:gd name="connsiteX12-127" fmla="*/ 646430 w 2585764"/>
              <a:gd name="connsiteY12-128" fmla="*/ 2533052 h 2533101"/>
              <a:gd name="connsiteX13-129" fmla="*/ 646430 w 2585764"/>
              <a:gd name="connsiteY13-130" fmla="*/ 1069250 h 2533101"/>
              <a:gd name="connsiteX14-131" fmla="*/ 646430 w 2585764"/>
              <a:gd name="connsiteY14-132" fmla="*/ 1069299 h 2533101"/>
              <a:gd name="connsiteX15-133" fmla="*/ 0 w 2585764"/>
              <a:gd name="connsiteY15-134" fmla="*/ 1069299 h 2533101"/>
              <a:gd name="connsiteX16-135" fmla="*/ 0 w 2585764"/>
              <a:gd name="connsiteY16-136" fmla="*/ 1069300 h 2533101"/>
              <a:gd name="connsiteX0-137" fmla="*/ 0 w 2585764"/>
              <a:gd name="connsiteY0-138" fmla="*/ 1069300 h 2533101"/>
              <a:gd name="connsiteX1-139" fmla="*/ 0 w 2585764"/>
              <a:gd name="connsiteY1-140" fmla="*/ 1069300 h 2533101"/>
              <a:gd name="connsiteX2-141" fmla="*/ 1292905 w 2585764"/>
              <a:gd name="connsiteY2-142" fmla="*/ 0 h 2533101"/>
              <a:gd name="connsiteX3-143" fmla="*/ 1292860 w 2585764"/>
              <a:gd name="connsiteY3-144" fmla="*/ 37 h 2533101"/>
              <a:gd name="connsiteX4-145" fmla="*/ 2585764 w 2585764"/>
              <a:gd name="connsiteY4-146" fmla="*/ 1069336 h 2533101"/>
              <a:gd name="connsiteX5-147" fmla="*/ 2585720 w 2585764"/>
              <a:gd name="connsiteY5-148" fmla="*/ 1069299 h 2533101"/>
              <a:gd name="connsiteX6-149" fmla="*/ 2585720 w 2585764"/>
              <a:gd name="connsiteY6-150" fmla="*/ 1069299 h 2533101"/>
              <a:gd name="connsiteX7-151" fmla="*/ 1939290 w 2585764"/>
              <a:gd name="connsiteY7-152" fmla="*/ 1069299 h 2533101"/>
              <a:gd name="connsiteX8-153" fmla="*/ 1939290 w 2585764"/>
              <a:gd name="connsiteY8-154" fmla="*/ 1069299 h 2533101"/>
              <a:gd name="connsiteX9-155" fmla="*/ 1939290 w 2585764"/>
              <a:gd name="connsiteY9-156" fmla="*/ 2533101 h 2533101"/>
              <a:gd name="connsiteX10-157" fmla="*/ 1939290 w 2585764"/>
              <a:gd name="connsiteY10-158" fmla="*/ 2533052 h 2533101"/>
              <a:gd name="connsiteX11-159" fmla="*/ 646430 w 2585764"/>
              <a:gd name="connsiteY11-160" fmla="*/ 2533052 h 2533101"/>
              <a:gd name="connsiteX12-161" fmla="*/ 646430 w 2585764"/>
              <a:gd name="connsiteY12-162" fmla="*/ 2533052 h 2533101"/>
              <a:gd name="connsiteX13-163" fmla="*/ 646430 w 2585764"/>
              <a:gd name="connsiteY13-164" fmla="*/ 1069250 h 2533101"/>
              <a:gd name="connsiteX14-165" fmla="*/ 646430 w 2585764"/>
              <a:gd name="connsiteY14-166" fmla="*/ 1069299 h 2533101"/>
              <a:gd name="connsiteX15-167" fmla="*/ 0 w 2585764"/>
              <a:gd name="connsiteY15-168" fmla="*/ 1069299 h 2533101"/>
              <a:gd name="connsiteX16-169" fmla="*/ 0 w 2585764"/>
              <a:gd name="connsiteY16-170" fmla="*/ 1069300 h 2533101"/>
              <a:gd name="connsiteX0-171" fmla="*/ 0 w 2585764"/>
              <a:gd name="connsiteY0-172" fmla="*/ 1069300 h 2533101"/>
              <a:gd name="connsiteX1-173" fmla="*/ 0 w 2585764"/>
              <a:gd name="connsiteY1-174" fmla="*/ 1069300 h 2533101"/>
              <a:gd name="connsiteX2-175" fmla="*/ 1292905 w 2585764"/>
              <a:gd name="connsiteY2-176" fmla="*/ 0 h 2533101"/>
              <a:gd name="connsiteX3-177" fmla="*/ 1292860 w 2585764"/>
              <a:gd name="connsiteY3-178" fmla="*/ 37 h 2533101"/>
              <a:gd name="connsiteX4-179" fmla="*/ 2585764 w 2585764"/>
              <a:gd name="connsiteY4-180" fmla="*/ 1069336 h 2533101"/>
              <a:gd name="connsiteX5-181" fmla="*/ 2585720 w 2585764"/>
              <a:gd name="connsiteY5-182" fmla="*/ 1069299 h 2533101"/>
              <a:gd name="connsiteX6-183" fmla="*/ 2585720 w 2585764"/>
              <a:gd name="connsiteY6-184" fmla="*/ 1069299 h 2533101"/>
              <a:gd name="connsiteX7-185" fmla="*/ 1939290 w 2585764"/>
              <a:gd name="connsiteY7-186" fmla="*/ 1069299 h 2533101"/>
              <a:gd name="connsiteX8-187" fmla="*/ 1939290 w 2585764"/>
              <a:gd name="connsiteY8-188" fmla="*/ 1069299 h 2533101"/>
              <a:gd name="connsiteX9-189" fmla="*/ 1939290 w 2585764"/>
              <a:gd name="connsiteY9-190" fmla="*/ 2533101 h 2533101"/>
              <a:gd name="connsiteX10-191" fmla="*/ 1939290 w 2585764"/>
              <a:gd name="connsiteY10-192" fmla="*/ 2533052 h 2533101"/>
              <a:gd name="connsiteX11-193" fmla="*/ 646430 w 2585764"/>
              <a:gd name="connsiteY11-194" fmla="*/ 2533052 h 2533101"/>
              <a:gd name="connsiteX12-195" fmla="*/ 646430 w 2585764"/>
              <a:gd name="connsiteY12-196" fmla="*/ 2533052 h 2533101"/>
              <a:gd name="connsiteX13-197" fmla="*/ 646430 w 2585764"/>
              <a:gd name="connsiteY13-198" fmla="*/ 1069250 h 2533101"/>
              <a:gd name="connsiteX14-199" fmla="*/ 646430 w 2585764"/>
              <a:gd name="connsiteY14-200" fmla="*/ 1069299 h 2533101"/>
              <a:gd name="connsiteX15-201" fmla="*/ 0 w 2585764"/>
              <a:gd name="connsiteY15-202" fmla="*/ 1069299 h 2533101"/>
              <a:gd name="connsiteX16-203" fmla="*/ 0 w 2585764"/>
              <a:gd name="connsiteY16-204" fmla="*/ 1069300 h 2533101"/>
              <a:gd name="connsiteX0-205" fmla="*/ 0 w 2585764"/>
              <a:gd name="connsiteY0-206" fmla="*/ 1069300 h 2533101"/>
              <a:gd name="connsiteX1-207" fmla="*/ 0 w 2585764"/>
              <a:gd name="connsiteY1-208" fmla="*/ 1069300 h 2533101"/>
              <a:gd name="connsiteX2-209" fmla="*/ 1292905 w 2585764"/>
              <a:gd name="connsiteY2-210" fmla="*/ 0 h 2533101"/>
              <a:gd name="connsiteX3-211" fmla="*/ 1292860 w 2585764"/>
              <a:gd name="connsiteY3-212" fmla="*/ 37 h 2533101"/>
              <a:gd name="connsiteX4-213" fmla="*/ 2585764 w 2585764"/>
              <a:gd name="connsiteY4-214" fmla="*/ 1069336 h 2533101"/>
              <a:gd name="connsiteX5-215" fmla="*/ 2585720 w 2585764"/>
              <a:gd name="connsiteY5-216" fmla="*/ 1069299 h 2533101"/>
              <a:gd name="connsiteX6-217" fmla="*/ 2585720 w 2585764"/>
              <a:gd name="connsiteY6-218" fmla="*/ 1069299 h 2533101"/>
              <a:gd name="connsiteX7-219" fmla="*/ 1939290 w 2585764"/>
              <a:gd name="connsiteY7-220" fmla="*/ 1069299 h 2533101"/>
              <a:gd name="connsiteX8-221" fmla="*/ 1939290 w 2585764"/>
              <a:gd name="connsiteY8-222" fmla="*/ 1069299 h 2533101"/>
              <a:gd name="connsiteX9-223" fmla="*/ 1939290 w 2585764"/>
              <a:gd name="connsiteY9-224" fmla="*/ 2533101 h 2533101"/>
              <a:gd name="connsiteX10-225" fmla="*/ 1939290 w 2585764"/>
              <a:gd name="connsiteY10-226" fmla="*/ 2533052 h 2533101"/>
              <a:gd name="connsiteX11-227" fmla="*/ 646430 w 2585764"/>
              <a:gd name="connsiteY11-228" fmla="*/ 2533052 h 2533101"/>
              <a:gd name="connsiteX12-229" fmla="*/ 646430 w 2585764"/>
              <a:gd name="connsiteY12-230" fmla="*/ 2533052 h 2533101"/>
              <a:gd name="connsiteX13-231" fmla="*/ 646430 w 2585764"/>
              <a:gd name="connsiteY13-232" fmla="*/ 1069250 h 2533101"/>
              <a:gd name="connsiteX14-233" fmla="*/ 646430 w 2585764"/>
              <a:gd name="connsiteY14-234" fmla="*/ 1069299 h 2533101"/>
              <a:gd name="connsiteX15-235" fmla="*/ 0 w 2585764"/>
              <a:gd name="connsiteY15-236" fmla="*/ 1069299 h 2533101"/>
              <a:gd name="connsiteX16-237" fmla="*/ 0 w 2585764"/>
              <a:gd name="connsiteY16-238" fmla="*/ 1069300 h 2533101"/>
              <a:gd name="connsiteX0-239" fmla="*/ 0 w 2585764"/>
              <a:gd name="connsiteY0-240" fmla="*/ 1069299 h 2533100"/>
              <a:gd name="connsiteX1-241" fmla="*/ 0 w 2585764"/>
              <a:gd name="connsiteY1-242" fmla="*/ 1069299 h 2533100"/>
              <a:gd name="connsiteX2-243" fmla="*/ 1292905 w 2585764"/>
              <a:gd name="connsiteY2-244" fmla="*/ 0 h 2533100"/>
              <a:gd name="connsiteX3-245" fmla="*/ 1292860 w 2585764"/>
              <a:gd name="connsiteY3-246" fmla="*/ 36 h 2533100"/>
              <a:gd name="connsiteX4-247" fmla="*/ 2585764 w 2585764"/>
              <a:gd name="connsiteY4-248" fmla="*/ 1069335 h 2533100"/>
              <a:gd name="connsiteX5-249" fmla="*/ 2585720 w 2585764"/>
              <a:gd name="connsiteY5-250" fmla="*/ 1069298 h 2533100"/>
              <a:gd name="connsiteX6-251" fmla="*/ 2585720 w 2585764"/>
              <a:gd name="connsiteY6-252" fmla="*/ 1069298 h 2533100"/>
              <a:gd name="connsiteX7-253" fmla="*/ 1939290 w 2585764"/>
              <a:gd name="connsiteY7-254" fmla="*/ 1069298 h 2533100"/>
              <a:gd name="connsiteX8-255" fmla="*/ 1939290 w 2585764"/>
              <a:gd name="connsiteY8-256" fmla="*/ 1069298 h 2533100"/>
              <a:gd name="connsiteX9-257" fmla="*/ 1939290 w 2585764"/>
              <a:gd name="connsiteY9-258" fmla="*/ 2533100 h 2533100"/>
              <a:gd name="connsiteX10-259" fmla="*/ 1939290 w 2585764"/>
              <a:gd name="connsiteY10-260" fmla="*/ 2533051 h 2533100"/>
              <a:gd name="connsiteX11-261" fmla="*/ 646430 w 2585764"/>
              <a:gd name="connsiteY11-262" fmla="*/ 2533051 h 2533100"/>
              <a:gd name="connsiteX12-263" fmla="*/ 646430 w 2585764"/>
              <a:gd name="connsiteY12-264" fmla="*/ 2533051 h 2533100"/>
              <a:gd name="connsiteX13-265" fmla="*/ 646430 w 2585764"/>
              <a:gd name="connsiteY13-266" fmla="*/ 1069249 h 2533100"/>
              <a:gd name="connsiteX14-267" fmla="*/ 646430 w 2585764"/>
              <a:gd name="connsiteY14-268" fmla="*/ 1069298 h 2533100"/>
              <a:gd name="connsiteX15-269" fmla="*/ 0 w 2585764"/>
              <a:gd name="connsiteY15-270" fmla="*/ 1069298 h 2533100"/>
              <a:gd name="connsiteX16-271" fmla="*/ 0 w 2585764"/>
              <a:gd name="connsiteY16-272" fmla="*/ 1069299 h 2533100"/>
              <a:gd name="connsiteX0-273" fmla="*/ 0 w 2585764"/>
              <a:gd name="connsiteY0-274" fmla="*/ 1069299 h 2533100"/>
              <a:gd name="connsiteX1-275" fmla="*/ 0 w 2585764"/>
              <a:gd name="connsiteY1-276" fmla="*/ 1069299 h 2533100"/>
              <a:gd name="connsiteX2-277" fmla="*/ 1292905 w 2585764"/>
              <a:gd name="connsiteY2-278" fmla="*/ 0 h 2533100"/>
              <a:gd name="connsiteX3-279" fmla="*/ 1292860 w 2585764"/>
              <a:gd name="connsiteY3-280" fmla="*/ 36 h 2533100"/>
              <a:gd name="connsiteX4-281" fmla="*/ 2585764 w 2585764"/>
              <a:gd name="connsiteY4-282" fmla="*/ 1069335 h 2533100"/>
              <a:gd name="connsiteX5-283" fmla="*/ 2585720 w 2585764"/>
              <a:gd name="connsiteY5-284" fmla="*/ 1069298 h 2533100"/>
              <a:gd name="connsiteX6-285" fmla="*/ 2585720 w 2585764"/>
              <a:gd name="connsiteY6-286" fmla="*/ 1069298 h 2533100"/>
              <a:gd name="connsiteX7-287" fmla="*/ 1939290 w 2585764"/>
              <a:gd name="connsiteY7-288" fmla="*/ 1069298 h 2533100"/>
              <a:gd name="connsiteX8-289" fmla="*/ 1939290 w 2585764"/>
              <a:gd name="connsiteY8-290" fmla="*/ 1069298 h 2533100"/>
              <a:gd name="connsiteX9-291" fmla="*/ 1939290 w 2585764"/>
              <a:gd name="connsiteY9-292" fmla="*/ 2533100 h 2533100"/>
              <a:gd name="connsiteX10-293" fmla="*/ 1939290 w 2585764"/>
              <a:gd name="connsiteY10-294" fmla="*/ 2533051 h 2533100"/>
              <a:gd name="connsiteX11-295" fmla="*/ 646430 w 2585764"/>
              <a:gd name="connsiteY11-296" fmla="*/ 2533051 h 2533100"/>
              <a:gd name="connsiteX12-297" fmla="*/ 646430 w 2585764"/>
              <a:gd name="connsiteY12-298" fmla="*/ 2533051 h 2533100"/>
              <a:gd name="connsiteX13-299" fmla="*/ 646430 w 2585764"/>
              <a:gd name="connsiteY13-300" fmla="*/ 1069249 h 2533100"/>
              <a:gd name="connsiteX14-301" fmla="*/ 646430 w 2585764"/>
              <a:gd name="connsiteY14-302" fmla="*/ 1069298 h 2533100"/>
              <a:gd name="connsiteX15-303" fmla="*/ 0 w 2585764"/>
              <a:gd name="connsiteY15-304" fmla="*/ 1069298 h 2533100"/>
              <a:gd name="connsiteX16-305" fmla="*/ 0 w 2585764"/>
              <a:gd name="connsiteY16-306" fmla="*/ 1069299 h 2533100"/>
              <a:gd name="connsiteX0-307" fmla="*/ 0 w 2585764"/>
              <a:gd name="connsiteY0-308" fmla="*/ 1069299 h 2533100"/>
              <a:gd name="connsiteX1-309" fmla="*/ 0 w 2585764"/>
              <a:gd name="connsiteY1-310" fmla="*/ 1069299 h 2533100"/>
              <a:gd name="connsiteX2-311" fmla="*/ 1292905 w 2585764"/>
              <a:gd name="connsiteY2-312" fmla="*/ 0 h 2533100"/>
              <a:gd name="connsiteX3-313" fmla="*/ 1292860 w 2585764"/>
              <a:gd name="connsiteY3-314" fmla="*/ 36 h 2533100"/>
              <a:gd name="connsiteX4-315" fmla="*/ 2585764 w 2585764"/>
              <a:gd name="connsiteY4-316" fmla="*/ 1069335 h 2533100"/>
              <a:gd name="connsiteX5-317" fmla="*/ 2585720 w 2585764"/>
              <a:gd name="connsiteY5-318" fmla="*/ 1069298 h 2533100"/>
              <a:gd name="connsiteX6-319" fmla="*/ 2585720 w 2585764"/>
              <a:gd name="connsiteY6-320" fmla="*/ 1069298 h 2533100"/>
              <a:gd name="connsiteX7-321" fmla="*/ 1939290 w 2585764"/>
              <a:gd name="connsiteY7-322" fmla="*/ 1069298 h 2533100"/>
              <a:gd name="connsiteX8-323" fmla="*/ 1939290 w 2585764"/>
              <a:gd name="connsiteY8-324" fmla="*/ 1069298 h 2533100"/>
              <a:gd name="connsiteX9-325" fmla="*/ 1939290 w 2585764"/>
              <a:gd name="connsiteY9-326" fmla="*/ 2533100 h 2533100"/>
              <a:gd name="connsiteX10-327" fmla="*/ 1939290 w 2585764"/>
              <a:gd name="connsiteY10-328" fmla="*/ 2533051 h 2533100"/>
              <a:gd name="connsiteX11-329" fmla="*/ 646430 w 2585764"/>
              <a:gd name="connsiteY11-330" fmla="*/ 2533051 h 2533100"/>
              <a:gd name="connsiteX12-331" fmla="*/ 646430 w 2585764"/>
              <a:gd name="connsiteY12-332" fmla="*/ 2533051 h 2533100"/>
              <a:gd name="connsiteX13-333" fmla="*/ 646430 w 2585764"/>
              <a:gd name="connsiteY13-334" fmla="*/ 1069249 h 2533100"/>
              <a:gd name="connsiteX14-335" fmla="*/ 646430 w 2585764"/>
              <a:gd name="connsiteY14-336" fmla="*/ 1069298 h 2533100"/>
              <a:gd name="connsiteX15-337" fmla="*/ 0 w 2585764"/>
              <a:gd name="connsiteY15-338" fmla="*/ 1069298 h 2533100"/>
              <a:gd name="connsiteX16-339" fmla="*/ 0 w 2585764"/>
              <a:gd name="connsiteY16-340" fmla="*/ 1069299 h 2533100"/>
              <a:gd name="connsiteX0-341" fmla="*/ 0 w 2585764"/>
              <a:gd name="connsiteY0-342" fmla="*/ 1069299 h 2533100"/>
              <a:gd name="connsiteX1-343" fmla="*/ 0 w 2585764"/>
              <a:gd name="connsiteY1-344" fmla="*/ 1069299 h 2533100"/>
              <a:gd name="connsiteX2-345" fmla="*/ 1292905 w 2585764"/>
              <a:gd name="connsiteY2-346" fmla="*/ 0 h 2533100"/>
              <a:gd name="connsiteX3-347" fmla="*/ 1292860 w 2585764"/>
              <a:gd name="connsiteY3-348" fmla="*/ 36 h 2533100"/>
              <a:gd name="connsiteX4-349" fmla="*/ 2585764 w 2585764"/>
              <a:gd name="connsiteY4-350" fmla="*/ 1069335 h 2533100"/>
              <a:gd name="connsiteX5-351" fmla="*/ 2585720 w 2585764"/>
              <a:gd name="connsiteY5-352" fmla="*/ 1069298 h 2533100"/>
              <a:gd name="connsiteX6-353" fmla="*/ 2585720 w 2585764"/>
              <a:gd name="connsiteY6-354" fmla="*/ 1069298 h 2533100"/>
              <a:gd name="connsiteX7-355" fmla="*/ 1939290 w 2585764"/>
              <a:gd name="connsiteY7-356" fmla="*/ 1069298 h 2533100"/>
              <a:gd name="connsiteX8-357" fmla="*/ 1939290 w 2585764"/>
              <a:gd name="connsiteY8-358" fmla="*/ 1069298 h 2533100"/>
              <a:gd name="connsiteX9-359" fmla="*/ 1939290 w 2585764"/>
              <a:gd name="connsiteY9-360" fmla="*/ 2533100 h 2533100"/>
              <a:gd name="connsiteX10-361" fmla="*/ 1939290 w 2585764"/>
              <a:gd name="connsiteY10-362" fmla="*/ 2533051 h 2533100"/>
              <a:gd name="connsiteX11-363" fmla="*/ 646430 w 2585764"/>
              <a:gd name="connsiteY11-364" fmla="*/ 2533051 h 2533100"/>
              <a:gd name="connsiteX12-365" fmla="*/ 646430 w 2585764"/>
              <a:gd name="connsiteY12-366" fmla="*/ 2533051 h 2533100"/>
              <a:gd name="connsiteX13-367" fmla="*/ 646430 w 2585764"/>
              <a:gd name="connsiteY13-368" fmla="*/ 1069249 h 2533100"/>
              <a:gd name="connsiteX14-369" fmla="*/ 646430 w 2585764"/>
              <a:gd name="connsiteY14-370" fmla="*/ 1069298 h 2533100"/>
              <a:gd name="connsiteX15-371" fmla="*/ 0 w 2585764"/>
              <a:gd name="connsiteY15-372" fmla="*/ 1069298 h 2533100"/>
              <a:gd name="connsiteX16-373" fmla="*/ 0 w 2585764"/>
              <a:gd name="connsiteY16-374" fmla="*/ 1069299 h 2533100"/>
              <a:gd name="connsiteX0-375" fmla="*/ 0 w 2585764"/>
              <a:gd name="connsiteY0-376" fmla="*/ 1069299 h 2533100"/>
              <a:gd name="connsiteX1-377" fmla="*/ 0 w 2585764"/>
              <a:gd name="connsiteY1-378" fmla="*/ 1069299 h 2533100"/>
              <a:gd name="connsiteX2-379" fmla="*/ 1292905 w 2585764"/>
              <a:gd name="connsiteY2-380" fmla="*/ 0 h 2533100"/>
              <a:gd name="connsiteX3-381" fmla="*/ 1292860 w 2585764"/>
              <a:gd name="connsiteY3-382" fmla="*/ 36 h 2533100"/>
              <a:gd name="connsiteX4-383" fmla="*/ 2585764 w 2585764"/>
              <a:gd name="connsiteY4-384" fmla="*/ 1069335 h 2533100"/>
              <a:gd name="connsiteX5-385" fmla="*/ 2585720 w 2585764"/>
              <a:gd name="connsiteY5-386" fmla="*/ 1069298 h 2533100"/>
              <a:gd name="connsiteX6-387" fmla="*/ 2585720 w 2585764"/>
              <a:gd name="connsiteY6-388" fmla="*/ 1069298 h 2533100"/>
              <a:gd name="connsiteX7-389" fmla="*/ 1939290 w 2585764"/>
              <a:gd name="connsiteY7-390" fmla="*/ 1069298 h 2533100"/>
              <a:gd name="connsiteX8-391" fmla="*/ 1939290 w 2585764"/>
              <a:gd name="connsiteY8-392" fmla="*/ 1069298 h 2533100"/>
              <a:gd name="connsiteX9-393" fmla="*/ 1939290 w 2585764"/>
              <a:gd name="connsiteY9-394" fmla="*/ 2533100 h 2533100"/>
              <a:gd name="connsiteX10-395" fmla="*/ 1939290 w 2585764"/>
              <a:gd name="connsiteY10-396" fmla="*/ 2533051 h 2533100"/>
              <a:gd name="connsiteX11-397" fmla="*/ 646430 w 2585764"/>
              <a:gd name="connsiteY11-398" fmla="*/ 2533051 h 2533100"/>
              <a:gd name="connsiteX12-399" fmla="*/ 646430 w 2585764"/>
              <a:gd name="connsiteY12-400" fmla="*/ 2533051 h 2533100"/>
              <a:gd name="connsiteX13-401" fmla="*/ 646430 w 2585764"/>
              <a:gd name="connsiteY13-402" fmla="*/ 1069249 h 2533100"/>
              <a:gd name="connsiteX14-403" fmla="*/ 646430 w 2585764"/>
              <a:gd name="connsiteY14-404" fmla="*/ 1069298 h 2533100"/>
              <a:gd name="connsiteX15-405" fmla="*/ 0 w 2585764"/>
              <a:gd name="connsiteY15-406" fmla="*/ 1069298 h 2533100"/>
              <a:gd name="connsiteX16-407" fmla="*/ 0 w 2585764"/>
              <a:gd name="connsiteY16-408" fmla="*/ 1069299 h 2533100"/>
              <a:gd name="connsiteX0-409" fmla="*/ 0 w 2585764"/>
              <a:gd name="connsiteY0-410" fmla="*/ 1069299 h 2533100"/>
              <a:gd name="connsiteX1-411" fmla="*/ 0 w 2585764"/>
              <a:gd name="connsiteY1-412" fmla="*/ 1069299 h 2533100"/>
              <a:gd name="connsiteX2-413" fmla="*/ 1292905 w 2585764"/>
              <a:gd name="connsiteY2-414" fmla="*/ 0 h 2533100"/>
              <a:gd name="connsiteX3-415" fmla="*/ 1292860 w 2585764"/>
              <a:gd name="connsiteY3-416" fmla="*/ 36 h 2533100"/>
              <a:gd name="connsiteX4-417" fmla="*/ 2585764 w 2585764"/>
              <a:gd name="connsiteY4-418" fmla="*/ 1069335 h 2533100"/>
              <a:gd name="connsiteX5-419" fmla="*/ 2585720 w 2585764"/>
              <a:gd name="connsiteY5-420" fmla="*/ 1069298 h 2533100"/>
              <a:gd name="connsiteX6-421" fmla="*/ 2585720 w 2585764"/>
              <a:gd name="connsiteY6-422" fmla="*/ 1069298 h 2533100"/>
              <a:gd name="connsiteX7-423" fmla="*/ 1939290 w 2585764"/>
              <a:gd name="connsiteY7-424" fmla="*/ 1069298 h 2533100"/>
              <a:gd name="connsiteX8-425" fmla="*/ 1939290 w 2585764"/>
              <a:gd name="connsiteY8-426" fmla="*/ 1069298 h 2533100"/>
              <a:gd name="connsiteX9-427" fmla="*/ 1939290 w 2585764"/>
              <a:gd name="connsiteY9-428" fmla="*/ 2533100 h 2533100"/>
              <a:gd name="connsiteX10-429" fmla="*/ 1939290 w 2585764"/>
              <a:gd name="connsiteY10-430" fmla="*/ 2533051 h 2533100"/>
              <a:gd name="connsiteX11-431" fmla="*/ 646430 w 2585764"/>
              <a:gd name="connsiteY11-432" fmla="*/ 2533051 h 2533100"/>
              <a:gd name="connsiteX12-433" fmla="*/ 646430 w 2585764"/>
              <a:gd name="connsiteY12-434" fmla="*/ 2533051 h 2533100"/>
              <a:gd name="connsiteX13-435" fmla="*/ 646430 w 2585764"/>
              <a:gd name="connsiteY13-436" fmla="*/ 1069249 h 2533100"/>
              <a:gd name="connsiteX14-437" fmla="*/ 646430 w 2585764"/>
              <a:gd name="connsiteY14-438" fmla="*/ 1069298 h 2533100"/>
              <a:gd name="connsiteX15-439" fmla="*/ 0 w 2585764"/>
              <a:gd name="connsiteY15-440" fmla="*/ 1069298 h 2533100"/>
              <a:gd name="connsiteX16-441" fmla="*/ 0 w 2585764"/>
              <a:gd name="connsiteY16-442" fmla="*/ 1069299 h 2533100"/>
              <a:gd name="connsiteX0-443" fmla="*/ 0 w 2585764"/>
              <a:gd name="connsiteY0-444" fmla="*/ 1069299 h 2533100"/>
              <a:gd name="connsiteX1-445" fmla="*/ 0 w 2585764"/>
              <a:gd name="connsiteY1-446" fmla="*/ 1069299 h 2533100"/>
              <a:gd name="connsiteX2-447" fmla="*/ 1292905 w 2585764"/>
              <a:gd name="connsiteY2-448" fmla="*/ 0 h 2533100"/>
              <a:gd name="connsiteX3-449" fmla="*/ 1292860 w 2585764"/>
              <a:gd name="connsiteY3-450" fmla="*/ 36 h 2533100"/>
              <a:gd name="connsiteX4-451" fmla="*/ 2585764 w 2585764"/>
              <a:gd name="connsiteY4-452" fmla="*/ 1069335 h 2533100"/>
              <a:gd name="connsiteX5-453" fmla="*/ 2585720 w 2585764"/>
              <a:gd name="connsiteY5-454" fmla="*/ 1069298 h 2533100"/>
              <a:gd name="connsiteX6-455" fmla="*/ 2585720 w 2585764"/>
              <a:gd name="connsiteY6-456" fmla="*/ 1069298 h 2533100"/>
              <a:gd name="connsiteX7-457" fmla="*/ 1939290 w 2585764"/>
              <a:gd name="connsiteY7-458" fmla="*/ 1069298 h 2533100"/>
              <a:gd name="connsiteX8-459" fmla="*/ 1939290 w 2585764"/>
              <a:gd name="connsiteY8-460" fmla="*/ 1069298 h 2533100"/>
              <a:gd name="connsiteX9-461" fmla="*/ 1939290 w 2585764"/>
              <a:gd name="connsiteY9-462" fmla="*/ 2533100 h 2533100"/>
              <a:gd name="connsiteX10-463" fmla="*/ 1939290 w 2585764"/>
              <a:gd name="connsiteY10-464" fmla="*/ 2533051 h 2533100"/>
              <a:gd name="connsiteX11-465" fmla="*/ 646430 w 2585764"/>
              <a:gd name="connsiteY11-466" fmla="*/ 2533051 h 2533100"/>
              <a:gd name="connsiteX12-467" fmla="*/ 646430 w 2585764"/>
              <a:gd name="connsiteY12-468" fmla="*/ 2533051 h 2533100"/>
              <a:gd name="connsiteX13-469" fmla="*/ 646430 w 2585764"/>
              <a:gd name="connsiteY13-470" fmla="*/ 1069249 h 2533100"/>
              <a:gd name="connsiteX14-471" fmla="*/ 646430 w 2585764"/>
              <a:gd name="connsiteY14-472" fmla="*/ 1069298 h 2533100"/>
              <a:gd name="connsiteX15-473" fmla="*/ 0 w 2585764"/>
              <a:gd name="connsiteY15-474" fmla="*/ 1069298 h 2533100"/>
              <a:gd name="connsiteX16-475" fmla="*/ 0 w 2585764"/>
              <a:gd name="connsiteY16-476" fmla="*/ 1069299 h 2533100"/>
              <a:gd name="connsiteX0-477" fmla="*/ 0 w 2585764"/>
              <a:gd name="connsiteY0-478" fmla="*/ 1069299 h 2533100"/>
              <a:gd name="connsiteX1-479" fmla="*/ 0 w 2585764"/>
              <a:gd name="connsiteY1-480" fmla="*/ 1069299 h 2533100"/>
              <a:gd name="connsiteX2-481" fmla="*/ 1292905 w 2585764"/>
              <a:gd name="connsiteY2-482" fmla="*/ 0 h 2533100"/>
              <a:gd name="connsiteX3-483" fmla="*/ 1292860 w 2585764"/>
              <a:gd name="connsiteY3-484" fmla="*/ 36 h 2533100"/>
              <a:gd name="connsiteX4-485" fmla="*/ 2585764 w 2585764"/>
              <a:gd name="connsiteY4-486" fmla="*/ 1069335 h 2533100"/>
              <a:gd name="connsiteX5-487" fmla="*/ 2585720 w 2585764"/>
              <a:gd name="connsiteY5-488" fmla="*/ 1069298 h 2533100"/>
              <a:gd name="connsiteX6-489" fmla="*/ 2585720 w 2585764"/>
              <a:gd name="connsiteY6-490" fmla="*/ 1069298 h 2533100"/>
              <a:gd name="connsiteX7-491" fmla="*/ 1939290 w 2585764"/>
              <a:gd name="connsiteY7-492" fmla="*/ 1069298 h 2533100"/>
              <a:gd name="connsiteX8-493" fmla="*/ 1939290 w 2585764"/>
              <a:gd name="connsiteY8-494" fmla="*/ 1069298 h 2533100"/>
              <a:gd name="connsiteX9-495" fmla="*/ 1939290 w 2585764"/>
              <a:gd name="connsiteY9-496" fmla="*/ 2533100 h 2533100"/>
              <a:gd name="connsiteX10-497" fmla="*/ 1939290 w 2585764"/>
              <a:gd name="connsiteY10-498" fmla="*/ 2533051 h 2533100"/>
              <a:gd name="connsiteX11-499" fmla="*/ 646430 w 2585764"/>
              <a:gd name="connsiteY11-500" fmla="*/ 2533051 h 2533100"/>
              <a:gd name="connsiteX12-501" fmla="*/ 646430 w 2585764"/>
              <a:gd name="connsiteY12-502" fmla="*/ 2533051 h 2533100"/>
              <a:gd name="connsiteX13-503" fmla="*/ 646430 w 2585764"/>
              <a:gd name="connsiteY13-504" fmla="*/ 1069249 h 2533100"/>
              <a:gd name="connsiteX14-505" fmla="*/ 646430 w 2585764"/>
              <a:gd name="connsiteY14-506" fmla="*/ 1069298 h 2533100"/>
              <a:gd name="connsiteX15-507" fmla="*/ 0 w 2585764"/>
              <a:gd name="connsiteY15-508" fmla="*/ 1069298 h 2533100"/>
              <a:gd name="connsiteX16-509" fmla="*/ 0 w 2585764"/>
              <a:gd name="connsiteY16-510" fmla="*/ 1069299 h 2533100"/>
              <a:gd name="connsiteX0-511" fmla="*/ 0 w 2585764"/>
              <a:gd name="connsiteY0-512" fmla="*/ 1069299 h 2533100"/>
              <a:gd name="connsiteX1-513" fmla="*/ 0 w 2585764"/>
              <a:gd name="connsiteY1-514" fmla="*/ 1069299 h 2533100"/>
              <a:gd name="connsiteX2-515" fmla="*/ 1292905 w 2585764"/>
              <a:gd name="connsiteY2-516" fmla="*/ 0 h 2533100"/>
              <a:gd name="connsiteX3-517" fmla="*/ 1292860 w 2585764"/>
              <a:gd name="connsiteY3-518" fmla="*/ 36 h 2533100"/>
              <a:gd name="connsiteX4-519" fmla="*/ 2585764 w 2585764"/>
              <a:gd name="connsiteY4-520" fmla="*/ 1069335 h 2533100"/>
              <a:gd name="connsiteX5-521" fmla="*/ 2585720 w 2585764"/>
              <a:gd name="connsiteY5-522" fmla="*/ 1069298 h 2533100"/>
              <a:gd name="connsiteX6-523" fmla="*/ 2585720 w 2585764"/>
              <a:gd name="connsiteY6-524" fmla="*/ 1069298 h 2533100"/>
              <a:gd name="connsiteX7-525" fmla="*/ 1939290 w 2585764"/>
              <a:gd name="connsiteY7-526" fmla="*/ 1069298 h 2533100"/>
              <a:gd name="connsiteX8-527" fmla="*/ 1939290 w 2585764"/>
              <a:gd name="connsiteY8-528" fmla="*/ 1069298 h 2533100"/>
              <a:gd name="connsiteX9-529" fmla="*/ 1939290 w 2585764"/>
              <a:gd name="connsiteY9-530" fmla="*/ 2533100 h 2533100"/>
              <a:gd name="connsiteX10-531" fmla="*/ 1939290 w 2585764"/>
              <a:gd name="connsiteY10-532" fmla="*/ 2533051 h 2533100"/>
              <a:gd name="connsiteX11-533" fmla="*/ 646430 w 2585764"/>
              <a:gd name="connsiteY11-534" fmla="*/ 2533051 h 2533100"/>
              <a:gd name="connsiteX12-535" fmla="*/ 646430 w 2585764"/>
              <a:gd name="connsiteY12-536" fmla="*/ 2533051 h 2533100"/>
              <a:gd name="connsiteX13-537" fmla="*/ 646430 w 2585764"/>
              <a:gd name="connsiteY13-538" fmla="*/ 1069249 h 2533100"/>
              <a:gd name="connsiteX14-539" fmla="*/ 646430 w 2585764"/>
              <a:gd name="connsiteY14-540" fmla="*/ 1069298 h 2533100"/>
              <a:gd name="connsiteX15-541" fmla="*/ 0 w 2585764"/>
              <a:gd name="connsiteY15-542" fmla="*/ 1069298 h 2533100"/>
              <a:gd name="connsiteX16-543" fmla="*/ 0 w 2585764"/>
              <a:gd name="connsiteY16-544" fmla="*/ 1069299 h 2533100"/>
              <a:gd name="connsiteX0-545" fmla="*/ 0 w 2585764"/>
              <a:gd name="connsiteY0-546" fmla="*/ 1069299 h 2533100"/>
              <a:gd name="connsiteX1-547" fmla="*/ 0 w 2585764"/>
              <a:gd name="connsiteY1-548" fmla="*/ 1069299 h 2533100"/>
              <a:gd name="connsiteX2-549" fmla="*/ 1292905 w 2585764"/>
              <a:gd name="connsiteY2-550" fmla="*/ 0 h 2533100"/>
              <a:gd name="connsiteX3-551" fmla="*/ 1292860 w 2585764"/>
              <a:gd name="connsiteY3-552" fmla="*/ 36 h 2533100"/>
              <a:gd name="connsiteX4-553" fmla="*/ 2585764 w 2585764"/>
              <a:gd name="connsiteY4-554" fmla="*/ 1069335 h 2533100"/>
              <a:gd name="connsiteX5-555" fmla="*/ 2585720 w 2585764"/>
              <a:gd name="connsiteY5-556" fmla="*/ 1069298 h 2533100"/>
              <a:gd name="connsiteX6-557" fmla="*/ 2585720 w 2585764"/>
              <a:gd name="connsiteY6-558" fmla="*/ 1069298 h 2533100"/>
              <a:gd name="connsiteX7-559" fmla="*/ 1939290 w 2585764"/>
              <a:gd name="connsiteY7-560" fmla="*/ 1069298 h 2533100"/>
              <a:gd name="connsiteX8-561" fmla="*/ 1939290 w 2585764"/>
              <a:gd name="connsiteY8-562" fmla="*/ 1069298 h 2533100"/>
              <a:gd name="connsiteX9-563" fmla="*/ 1939290 w 2585764"/>
              <a:gd name="connsiteY9-564" fmla="*/ 2533100 h 2533100"/>
              <a:gd name="connsiteX10-565" fmla="*/ 1939290 w 2585764"/>
              <a:gd name="connsiteY10-566" fmla="*/ 2533051 h 2533100"/>
              <a:gd name="connsiteX11-567" fmla="*/ 646430 w 2585764"/>
              <a:gd name="connsiteY11-568" fmla="*/ 2533051 h 2533100"/>
              <a:gd name="connsiteX12-569" fmla="*/ 646430 w 2585764"/>
              <a:gd name="connsiteY12-570" fmla="*/ 2533051 h 2533100"/>
              <a:gd name="connsiteX13-571" fmla="*/ 646430 w 2585764"/>
              <a:gd name="connsiteY13-572" fmla="*/ 1069249 h 2533100"/>
              <a:gd name="connsiteX14-573" fmla="*/ 646430 w 2585764"/>
              <a:gd name="connsiteY14-574" fmla="*/ 1069298 h 2533100"/>
              <a:gd name="connsiteX15-575" fmla="*/ 0 w 2585764"/>
              <a:gd name="connsiteY15-576" fmla="*/ 1069298 h 2533100"/>
              <a:gd name="connsiteX16-577" fmla="*/ 0 w 2585764"/>
              <a:gd name="connsiteY16-578" fmla="*/ 1069299 h 2533100"/>
              <a:gd name="connsiteX0-579" fmla="*/ 0 w 2585764"/>
              <a:gd name="connsiteY0-580" fmla="*/ 1069299 h 2533100"/>
              <a:gd name="connsiteX1-581" fmla="*/ 0 w 2585764"/>
              <a:gd name="connsiteY1-582" fmla="*/ 1069299 h 2533100"/>
              <a:gd name="connsiteX2-583" fmla="*/ 1292905 w 2585764"/>
              <a:gd name="connsiteY2-584" fmla="*/ 0 h 2533100"/>
              <a:gd name="connsiteX3-585" fmla="*/ 1292860 w 2585764"/>
              <a:gd name="connsiteY3-586" fmla="*/ 36 h 2533100"/>
              <a:gd name="connsiteX4-587" fmla="*/ 2585764 w 2585764"/>
              <a:gd name="connsiteY4-588" fmla="*/ 1069335 h 2533100"/>
              <a:gd name="connsiteX5-589" fmla="*/ 2585720 w 2585764"/>
              <a:gd name="connsiteY5-590" fmla="*/ 1069298 h 2533100"/>
              <a:gd name="connsiteX6-591" fmla="*/ 2585720 w 2585764"/>
              <a:gd name="connsiteY6-592" fmla="*/ 1069298 h 2533100"/>
              <a:gd name="connsiteX7-593" fmla="*/ 1939290 w 2585764"/>
              <a:gd name="connsiteY7-594" fmla="*/ 1069298 h 2533100"/>
              <a:gd name="connsiteX8-595" fmla="*/ 1939290 w 2585764"/>
              <a:gd name="connsiteY8-596" fmla="*/ 1069298 h 2533100"/>
              <a:gd name="connsiteX9-597" fmla="*/ 1939290 w 2585764"/>
              <a:gd name="connsiteY9-598" fmla="*/ 2533100 h 2533100"/>
              <a:gd name="connsiteX10-599" fmla="*/ 1939290 w 2585764"/>
              <a:gd name="connsiteY10-600" fmla="*/ 2533051 h 2533100"/>
              <a:gd name="connsiteX11-601" fmla="*/ 646430 w 2585764"/>
              <a:gd name="connsiteY11-602" fmla="*/ 2533051 h 2533100"/>
              <a:gd name="connsiteX12-603" fmla="*/ 646430 w 2585764"/>
              <a:gd name="connsiteY12-604" fmla="*/ 2533051 h 2533100"/>
              <a:gd name="connsiteX13-605" fmla="*/ 646430 w 2585764"/>
              <a:gd name="connsiteY13-606" fmla="*/ 1069249 h 2533100"/>
              <a:gd name="connsiteX14-607" fmla="*/ 646430 w 2585764"/>
              <a:gd name="connsiteY14-608" fmla="*/ 1069298 h 2533100"/>
              <a:gd name="connsiteX15-609" fmla="*/ 0 w 2585764"/>
              <a:gd name="connsiteY15-610" fmla="*/ 1069298 h 2533100"/>
              <a:gd name="connsiteX16-611" fmla="*/ 0 w 2585764"/>
              <a:gd name="connsiteY16-612" fmla="*/ 1069299 h 2533100"/>
              <a:gd name="connsiteX0-613" fmla="*/ 0 w 2585764"/>
              <a:gd name="connsiteY0-614" fmla="*/ 1069299 h 2533100"/>
              <a:gd name="connsiteX1-615" fmla="*/ 0 w 2585764"/>
              <a:gd name="connsiteY1-616" fmla="*/ 1069299 h 2533100"/>
              <a:gd name="connsiteX2-617" fmla="*/ 1292905 w 2585764"/>
              <a:gd name="connsiteY2-618" fmla="*/ 0 h 2533100"/>
              <a:gd name="connsiteX3-619" fmla="*/ 1292860 w 2585764"/>
              <a:gd name="connsiteY3-620" fmla="*/ 36 h 2533100"/>
              <a:gd name="connsiteX4-621" fmla="*/ 2585764 w 2585764"/>
              <a:gd name="connsiteY4-622" fmla="*/ 1069335 h 2533100"/>
              <a:gd name="connsiteX5-623" fmla="*/ 2585720 w 2585764"/>
              <a:gd name="connsiteY5-624" fmla="*/ 1069298 h 2533100"/>
              <a:gd name="connsiteX6-625" fmla="*/ 2585720 w 2585764"/>
              <a:gd name="connsiteY6-626" fmla="*/ 1069298 h 2533100"/>
              <a:gd name="connsiteX7-627" fmla="*/ 1939290 w 2585764"/>
              <a:gd name="connsiteY7-628" fmla="*/ 1069298 h 2533100"/>
              <a:gd name="connsiteX8-629" fmla="*/ 1939290 w 2585764"/>
              <a:gd name="connsiteY8-630" fmla="*/ 1069298 h 2533100"/>
              <a:gd name="connsiteX9-631" fmla="*/ 1939290 w 2585764"/>
              <a:gd name="connsiteY9-632" fmla="*/ 2533100 h 2533100"/>
              <a:gd name="connsiteX10-633" fmla="*/ 1939290 w 2585764"/>
              <a:gd name="connsiteY10-634" fmla="*/ 2533051 h 2533100"/>
              <a:gd name="connsiteX11-635" fmla="*/ 646430 w 2585764"/>
              <a:gd name="connsiteY11-636" fmla="*/ 2533051 h 2533100"/>
              <a:gd name="connsiteX12-637" fmla="*/ 646430 w 2585764"/>
              <a:gd name="connsiteY12-638" fmla="*/ 2533051 h 2533100"/>
              <a:gd name="connsiteX13-639" fmla="*/ 646430 w 2585764"/>
              <a:gd name="connsiteY13-640" fmla="*/ 1069249 h 2533100"/>
              <a:gd name="connsiteX14-641" fmla="*/ 646430 w 2585764"/>
              <a:gd name="connsiteY14-642" fmla="*/ 1069298 h 2533100"/>
              <a:gd name="connsiteX15-643" fmla="*/ 0 w 2585764"/>
              <a:gd name="connsiteY15-644" fmla="*/ 1069298 h 2533100"/>
              <a:gd name="connsiteX16-645" fmla="*/ 0 w 2585764"/>
              <a:gd name="connsiteY16-646" fmla="*/ 1069299 h 2533100"/>
              <a:gd name="connsiteX0-647" fmla="*/ 0 w 2585764"/>
              <a:gd name="connsiteY0-648" fmla="*/ 1069299 h 2533100"/>
              <a:gd name="connsiteX1-649" fmla="*/ 0 w 2585764"/>
              <a:gd name="connsiteY1-650" fmla="*/ 1069299 h 2533100"/>
              <a:gd name="connsiteX2-651" fmla="*/ 1292905 w 2585764"/>
              <a:gd name="connsiteY2-652" fmla="*/ 0 h 2533100"/>
              <a:gd name="connsiteX3-653" fmla="*/ 1292860 w 2585764"/>
              <a:gd name="connsiteY3-654" fmla="*/ 36 h 2533100"/>
              <a:gd name="connsiteX4-655" fmla="*/ 2585764 w 2585764"/>
              <a:gd name="connsiteY4-656" fmla="*/ 1069335 h 2533100"/>
              <a:gd name="connsiteX5-657" fmla="*/ 2585720 w 2585764"/>
              <a:gd name="connsiteY5-658" fmla="*/ 1069298 h 2533100"/>
              <a:gd name="connsiteX6-659" fmla="*/ 2585720 w 2585764"/>
              <a:gd name="connsiteY6-660" fmla="*/ 1069298 h 2533100"/>
              <a:gd name="connsiteX7-661" fmla="*/ 1939290 w 2585764"/>
              <a:gd name="connsiteY7-662" fmla="*/ 1069298 h 2533100"/>
              <a:gd name="connsiteX8-663" fmla="*/ 1939290 w 2585764"/>
              <a:gd name="connsiteY8-664" fmla="*/ 1069298 h 2533100"/>
              <a:gd name="connsiteX9-665" fmla="*/ 1939290 w 2585764"/>
              <a:gd name="connsiteY9-666" fmla="*/ 2533100 h 2533100"/>
              <a:gd name="connsiteX10-667" fmla="*/ 1939290 w 2585764"/>
              <a:gd name="connsiteY10-668" fmla="*/ 2533051 h 2533100"/>
              <a:gd name="connsiteX11-669" fmla="*/ 646430 w 2585764"/>
              <a:gd name="connsiteY11-670" fmla="*/ 2533051 h 2533100"/>
              <a:gd name="connsiteX12-671" fmla="*/ 646430 w 2585764"/>
              <a:gd name="connsiteY12-672" fmla="*/ 2533051 h 2533100"/>
              <a:gd name="connsiteX13-673" fmla="*/ 646430 w 2585764"/>
              <a:gd name="connsiteY13-674" fmla="*/ 1069249 h 2533100"/>
              <a:gd name="connsiteX14-675" fmla="*/ 646430 w 2585764"/>
              <a:gd name="connsiteY14-676" fmla="*/ 1069298 h 2533100"/>
              <a:gd name="connsiteX15-677" fmla="*/ 0 w 2585764"/>
              <a:gd name="connsiteY15-678" fmla="*/ 1069298 h 2533100"/>
              <a:gd name="connsiteX16-679" fmla="*/ 0 w 2585764"/>
              <a:gd name="connsiteY16-680" fmla="*/ 1069299 h 2533100"/>
              <a:gd name="connsiteX0-681" fmla="*/ 0 w 2585764"/>
              <a:gd name="connsiteY0-682" fmla="*/ 1069299 h 2533100"/>
              <a:gd name="connsiteX1-683" fmla="*/ 0 w 2585764"/>
              <a:gd name="connsiteY1-684" fmla="*/ 1069299 h 2533100"/>
              <a:gd name="connsiteX2-685" fmla="*/ 1292905 w 2585764"/>
              <a:gd name="connsiteY2-686" fmla="*/ 0 h 2533100"/>
              <a:gd name="connsiteX3-687" fmla="*/ 1292860 w 2585764"/>
              <a:gd name="connsiteY3-688" fmla="*/ 36 h 2533100"/>
              <a:gd name="connsiteX4-689" fmla="*/ 2585764 w 2585764"/>
              <a:gd name="connsiteY4-690" fmla="*/ 1069335 h 2533100"/>
              <a:gd name="connsiteX5-691" fmla="*/ 2585720 w 2585764"/>
              <a:gd name="connsiteY5-692" fmla="*/ 1069298 h 2533100"/>
              <a:gd name="connsiteX6-693" fmla="*/ 2585720 w 2585764"/>
              <a:gd name="connsiteY6-694" fmla="*/ 1069298 h 2533100"/>
              <a:gd name="connsiteX7-695" fmla="*/ 1939290 w 2585764"/>
              <a:gd name="connsiteY7-696" fmla="*/ 1069298 h 2533100"/>
              <a:gd name="connsiteX8-697" fmla="*/ 1939290 w 2585764"/>
              <a:gd name="connsiteY8-698" fmla="*/ 1069298 h 2533100"/>
              <a:gd name="connsiteX9-699" fmla="*/ 1939290 w 2585764"/>
              <a:gd name="connsiteY9-700" fmla="*/ 2533100 h 2533100"/>
              <a:gd name="connsiteX10-701" fmla="*/ 1939290 w 2585764"/>
              <a:gd name="connsiteY10-702" fmla="*/ 2533051 h 2533100"/>
              <a:gd name="connsiteX11-703" fmla="*/ 646430 w 2585764"/>
              <a:gd name="connsiteY11-704" fmla="*/ 2533051 h 2533100"/>
              <a:gd name="connsiteX12-705" fmla="*/ 646430 w 2585764"/>
              <a:gd name="connsiteY12-706" fmla="*/ 2533051 h 2533100"/>
              <a:gd name="connsiteX13-707" fmla="*/ 646430 w 2585764"/>
              <a:gd name="connsiteY13-708" fmla="*/ 1069249 h 2533100"/>
              <a:gd name="connsiteX14-709" fmla="*/ 646430 w 2585764"/>
              <a:gd name="connsiteY14-710" fmla="*/ 1069298 h 2533100"/>
              <a:gd name="connsiteX15-711" fmla="*/ 0 w 2585764"/>
              <a:gd name="connsiteY15-712" fmla="*/ 1069298 h 2533100"/>
              <a:gd name="connsiteX16-713" fmla="*/ 0 w 2585764"/>
              <a:gd name="connsiteY16-714" fmla="*/ 1069299 h 2533100"/>
              <a:gd name="connsiteX0-715" fmla="*/ 0 w 2585764"/>
              <a:gd name="connsiteY0-716" fmla="*/ 1069299 h 2533100"/>
              <a:gd name="connsiteX1-717" fmla="*/ 0 w 2585764"/>
              <a:gd name="connsiteY1-718" fmla="*/ 1069299 h 2533100"/>
              <a:gd name="connsiteX2-719" fmla="*/ 1292905 w 2585764"/>
              <a:gd name="connsiteY2-720" fmla="*/ 0 h 2533100"/>
              <a:gd name="connsiteX3-721" fmla="*/ 1292860 w 2585764"/>
              <a:gd name="connsiteY3-722" fmla="*/ 36 h 2533100"/>
              <a:gd name="connsiteX4-723" fmla="*/ 2585764 w 2585764"/>
              <a:gd name="connsiteY4-724" fmla="*/ 1069335 h 2533100"/>
              <a:gd name="connsiteX5-725" fmla="*/ 2585720 w 2585764"/>
              <a:gd name="connsiteY5-726" fmla="*/ 1069298 h 2533100"/>
              <a:gd name="connsiteX6-727" fmla="*/ 2585720 w 2585764"/>
              <a:gd name="connsiteY6-728" fmla="*/ 1069298 h 2533100"/>
              <a:gd name="connsiteX7-729" fmla="*/ 1939290 w 2585764"/>
              <a:gd name="connsiteY7-730" fmla="*/ 1069298 h 2533100"/>
              <a:gd name="connsiteX8-731" fmla="*/ 1939290 w 2585764"/>
              <a:gd name="connsiteY8-732" fmla="*/ 1069298 h 2533100"/>
              <a:gd name="connsiteX9-733" fmla="*/ 1939290 w 2585764"/>
              <a:gd name="connsiteY9-734" fmla="*/ 2533100 h 2533100"/>
              <a:gd name="connsiteX10-735" fmla="*/ 1939290 w 2585764"/>
              <a:gd name="connsiteY10-736" fmla="*/ 2533051 h 2533100"/>
              <a:gd name="connsiteX11-737" fmla="*/ 646430 w 2585764"/>
              <a:gd name="connsiteY11-738" fmla="*/ 2533051 h 2533100"/>
              <a:gd name="connsiteX12-739" fmla="*/ 646430 w 2585764"/>
              <a:gd name="connsiteY12-740" fmla="*/ 2533051 h 2533100"/>
              <a:gd name="connsiteX13-741" fmla="*/ 646430 w 2585764"/>
              <a:gd name="connsiteY13-742" fmla="*/ 1069249 h 2533100"/>
              <a:gd name="connsiteX14-743" fmla="*/ 646430 w 2585764"/>
              <a:gd name="connsiteY14-744" fmla="*/ 1069298 h 2533100"/>
              <a:gd name="connsiteX15-745" fmla="*/ 0 w 2585764"/>
              <a:gd name="connsiteY15-746" fmla="*/ 1069298 h 2533100"/>
              <a:gd name="connsiteX16-747" fmla="*/ 0 w 2585764"/>
              <a:gd name="connsiteY16-748" fmla="*/ 1069299 h 2533100"/>
              <a:gd name="connsiteX0-749" fmla="*/ 0 w 2585764"/>
              <a:gd name="connsiteY0-750" fmla="*/ 1069299 h 2533100"/>
              <a:gd name="connsiteX1-751" fmla="*/ 0 w 2585764"/>
              <a:gd name="connsiteY1-752" fmla="*/ 1069299 h 2533100"/>
              <a:gd name="connsiteX2-753" fmla="*/ 1292905 w 2585764"/>
              <a:gd name="connsiteY2-754" fmla="*/ 0 h 2533100"/>
              <a:gd name="connsiteX3-755" fmla="*/ 1292860 w 2585764"/>
              <a:gd name="connsiteY3-756" fmla="*/ 36 h 2533100"/>
              <a:gd name="connsiteX4-757" fmla="*/ 2585764 w 2585764"/>
              <a:gd name="connsiteY4-758" fmla="*/ 1069335 h 2533100"/>
              <a:gd name="connsiteX5-759" fmla="*/ 2585720 w 2585764"/>
              <a:gd name="connsiteY5-760" fmla="*/ 1069298 h 2533100"/>
              <a:gd name="connsiteX6-761" fmla="*/ 2585720 w 2585764"/>
              <a:gd name="connsiteY6-762" fmla="*/ 1069298 h 2533100"/>
              <a:gd name="connsiteX7-763" fmla="*/ 1939290 w 2585764"/>
              <a:gd name="connsiteY7-764" fmla="*/ 1069298 h 2533100"/>
              <a:gd name="connsiteX8-765" fmla="*/ 1939290 w 2585764"/>
              <a:gd name="connsiteY8-766" fmla="*/ 1069298 h 2533100"/>
              <a:gd name="connsiteX9-767" fmla="*/ 1939290 w 2585764"/>
              <a:gd name="connsiteY9-768" fmla="*/ 2533100 h 2533100"/>
              <a:gd name="connsiteX10-769" fmla="*/ 1939290 w 2585764"/>
              <a:gd name="connsiteY10-770" fmla="*/ 2533051 h 2533100"/>
              <a:gd name="connsiteX11-771" fmla="*/ 646430 w 2585764"/>
              <a:gd name="connsiteY11-772" fmla="*/ 2533051 h 2533100"/>
              <a:gd name="connsiteX12-773" fmla="*/ 646430 w 2585764"/>
              <a:gd name="connsiteY12-774" fmla="*/ 2533051 h 2533100"/>
              <a:gd name="connsiteX13-775" fmla="*/ 646430 w 2585764"/>
              <a:gd name="connsiteY13-776" fmla="*/ 1069249 h 2533100"/>
              <a:gd name="connsiteX14-777" fmla="*/ 646430 w 2585764"/>
              <a:gd name="connsiteY14-778" fmla="*/ 1069298 h 2533100"/>
              <a:gd name="connsiteX15-779" fmla="*/ 0 w 2585764"/>
              <a:gd name="connsiteY15-780" fmla="*/ 1069298 h 2533100"/>
              <a:gd name="connsiteX16-781" fmla="*/ 0 w 2585764"/>
              <a:gd name="connsiteY16-782" fmla="*/ 1069299 h 2533100"/>
              <a:gd name="connsiteX0-783" fmla="*/ 0 w 2585764"/>
              <a:gd name="connsiteY0-784" fmla="*/ 1069299 h 2533100"/>
              <a:gd name="connsiteX1-785" fmla="*/ 0 w 2585764"/>
              <a:gd name="connsiteY1-786" fmla="*/ 1069299 h 2533100"/>
              <a:gd name="connsiteX2-787" fmla="*/ 1292905 w 2585764"/>
              <a:gd name="connsiteY2-788" fmla="*/ 0 h 2533100"/>
              <a:gd name="connsiteX3-789" fmla="*/ 1292860 w 2585764"/>
              <a:gd name="connsiteY3-790" fmla="*/ 36 h 2533100"/>
              <a:gd name="connsiteX4-791" fmla="*/ 2585764 w 2585764"/>
              <a:gd name="connsiteY4-792" fmla="*/ 1069335 h 2533100"/>
              <a:gd name="connsiteX5-793" fmla="*/ 2585720 w 2585764"/>
              <a:gd name="connsiteY5-794" fmla="*/ 1069298 h 2533100"/>
              <a:gd name="connsiteX6-795" fmla="*/ 2585720 w 2585764"/>
              <a:gd name="connsiteY6-796" fmla="*/ 1069298 h 2533100"/>
              <a:gd name="connsiteX7-797" fmla="*/ 1939290 w 2585764"/>
              <a:gd name="connsiteY7-798" fmla="*/ 1069298 h 2533100"/>
              <a:gd name="connsiteX8-799" fmla="*/ 1939290 w 2585764"/>
              <a:gd name="connsiteY8-800" fmla="*/ 1069298 h 2533100"/>
              <a:gd name="connsiteX9-801" fmla="*/ 1939290 w 2585764"/>
              <a:gd name="connsiteY9-802" fmla="*/ 2533100 h 2533100"/>
              <a:gd name="connsiteX10-803" fmla="*/ 1939290 w 2585764"/>
              <a:gd name="connsiteY10-804" fmla="*/ 2533051 h 2533100"/>
              <a:gd name="connsiteX11-805" fmla="*/ 646430 w 2585764"/>
              <a:gd name="connsiteY11-806" fmla="*/ 2533051 h 2533100"/>
              <a:gd name="connsiteX12-807" fmla="*/ 646430 w 2585764"/>
              <a:gd name="connsiteY12-808" fmla="*/ 2533051 h 2533100"/>
              <a:gd name="connsiteX13-809" fmla="*/ 646430 w 2585764"/>
              <a:gd name="connsiteY13-810" fmla="*/ 1069249 h 2533100"/>
              <a:gd name="connsiteX14-811" fmla="*/ 646430 w 2585764"/>
              <a:gd name="connsiteY14-812" fmla="*/ 1069298 h 2533100"/>
              <a:gd name="connsiteX15-813" fmla="*/ 0 w 2585764"/>
              <a:gd name="connsiteY15-814" fmla="*/ 1069298 h 2533100"/>
              <a:gd name="connsiteX16-815" fmla="*/ 0 w 2585764"/>
              <a:gd name="connsiteY16-816" fmla="*/ 1069299 h 2533100"/>
              <a:gd name="connsiteX0-817" fmla="*/ 0 w 2585764"/>
              <a:gd name="connsiteY0-818" fmla="*/ 1069299 h 2533100"/>
              <a:gd name="connsiteX1-819" fmla="*/ 0 w 2585764"/>
              <a:gd name="connsiteY1-820" fmla="*/ 1069299 h 2533100"/>
              <a:gd name="connsiteX2-821" fmla="*/ 1292905 w 2585764"/>
              <a:gd name="connsiteY2-822" fmla="*/ 0 h 2533100"/>
              <a:gd name="connsiteX3-823" fmla="*/ 1292860 w 2585764"/>
              <a:gd name="connsiteY3-824" fmla="*/ 36 h 2533100"/>
              <a:gd name="connsiteX4-825" fmla="*/ 2585764 w 2585764"/>
              <a:gd name="connsiteY4-826" fmla="*/ 1069335 h 2533100"/>
              <a:gd name="connsiteX5-827" fmla="*/ 2585720 w 2585764"/>
              <a:gd name="connsiteY5-828" fmla="*/ 1069298 h 2533100"/>
              <a:gd name="connsiteX6-829" fmla="*/ 2585720 w 2585764"/>
              <a:gd name="connsiteY6-830" fmla="*/ 1069298 h 2533100"/>
              <a:gd name="connsiteX7-831" fmla="*/ 1939290 w 2585764"/>
              <a:gd name="connsiteY7-832" fmla="*/ 1069298 h 2533100"/>
              <a:gd name="connsiteX8-833" fmla="*/ 1939290 w 2585764"/>
              <a:gd name="connsiteY8-834" fmla="*/ 1069298 h 2533100"/>
              <a:gd name="connsiteX9-835" fmla="*/ 1939290 w 2585764"/>
              <a:gd name="connsiteY9-836" fmla="*/ 2533100 h 2533100"/>
              <a:gd name="connsiteX10-837" fmla="*/ 1939290 w 2585764"/>
              <a:gd name="connsiteY10-838" fmla="*/ 2533051 h 2533100"/>
              <a:gd name="connsiteX11-839" fmla="*/ 646430 w 2585764"/>
              <a:gd name="connsiteY11-840" fmla="*/ 2533051 h 2533100"/>
              <a:gd name="connsiteX12-841" fmla="*/ 646430 w 2585764"/>
              <a:gd name="connsiteY12-842" fmla="*/ 2533051 h 2533100"/>
              <a:gd name="connsiteX13-843" fmla="*/ 646430 w 2585764"/>
              <a:gd name="connsiteY13-844" fmla="*/ 1069249 h 2533100"/>
              <a:gd name="connsiteX14-845" fmla="*/ 646430 w 2585764"/>
              <a:gd name="connsiteY14-846" fmla="*/ 1069298 h 2533100"/>
              <a:gd name="connsiteX15-847" fmla="*/ 0 w 2585764"/>
              <a:gd name="connsiteY15-848" fmla="*/ 1069298 h 2533100"/>
              <a:gd name="connsiteX16-849" fmla="*/ 0 w 2585764"/>
              <a:gd name="connsiteY16-850" fmla="*/ 1069299 h 2533100"/>
              <a:gd name="connsiteX0-851" fmla="*/ 0 w 2585764"/>
              <a:gd name="connsiteY0-852" fmla="*/ 1069299 h 2533100"/>
              <a:gd name="connsiteX1-853" fmla="*/ 0 w 2585764"/>
              <a:gd name="connsiteY1-854" fmla="*/ 1069299 h 2533100"/>
              <a:gd name="connsiteX2-855" fmla="*/ 1292905 w 2585764"/>
              <a:gd name="connsiteY2-856" fmla="*/ 0 h 2533100"/>
              <a:gd name="connsiteX3-857" fmla="*/ 1292860 w 2585764"/>
              <a:gd name="connsiteY3-858" fmla="*/ 36 h 2533100"/>
              <a:gd name="connsiteX4-859" fmla="*/ 2585764 w 2585764"/>
              <a:gd name="connsiteY4-860" fmla="*/ 1069335 h 2533100"/>
              <a:gd name="connsiteX5-861" fmla="*/ 2585720 w 2585764"/>
              <a:gd name="connsiteY5-862" fmla="*/ 1069298 h 2533100"/>
              <a:gd name="connsiteX6-863" fmla="*/ 2585720 w 2585764"/>
              <a:gd name="connsiteY6-864" fmla="*/ 1069298 h 2533100"/>
              <a:gd name="connsiteX7-865" fmla="*/ 1939290 w 2585764"/>
              <a:gd name="connsiteY7-866" fmla="*/ 1069298 h 2533100"/>
              <a:gd name="connsiteX8-867" fmla="*/ 1939290 w 2585764"/>
              <a:gd name="connsiteY8-868" fmla="*/ 1069298 h 2533100"/>
              <a:gd name="connsiteX9-869" fmla="*/ 1939290 w 2585764"/>
              <a:gd name="connsiteY9-870" fmla="*/ 2533100 h 2533100"/>
              <a:gd name="connsiteX10-871" fmla="*/ 1939290 w 2585764"/>
              <a:gd name="connsiteY10-872" fmla="*/ 2533051 h 2533100"/>
              <a:gd name="connsiteX11-873" fmla="*/ 646430 w 2585764"/>
              <a:gd name="connsiteY11-874" fmla="*/ 2533051 h 2533100"/>
              <a:gd name="connsiteX12-875" fmla="*/ 646430 w 2585764"/>
              <a:gd name="connsiteY12-876" fmla="*/ 2533051 h 2533100"/>
              <a:gd name="connsiteX13-877" fmla="*/ 646430 w 2585764"/>
              <a:gd name="connsiteY13-878" fmla="*/ 1069249 h 2533100"/>
              <a:gd name="connsiteX14-879" fmla="*/ 646430 w 2585764"/>
              <a:gd name="connsiteY14-880" fmla="*/ 1069298 h 2533100"/>
              <a:gd name="connsiteX15-881" fmla="*/ 0 w 2585764"/>
              <a:gd name="connsiteY15-882" fmla="*/ 1069298 h 2533100"/>
              <a:gd name="connsiteX16-883" fmla="*/ 0 w 2585764"/>
              <a:gd name="connsiteY16-884" fmla="*/ 1069299 h 2533100"/>
              <a:gd name="connsiteX0-885" fmla="*/ 0 w 2585764"/>
              <a:gd name="connsiteY0-886" fmla="*/ 1069299 h 2533100"/>
              <a:gd name="connsiteX1-887" fmla="*/ 0 w 2585764"/>
              <a:gd name="connsiteY1-888" fmla="*/ 1069299 h 2533100"/>
              <a:gd name="connsiteX2-889" fmla="*/ 1292905 w 2585764"/>
              <a:gd name="connsiteY2-890" fmla="*/ 0 h 2533100"/>
              <a:gd name="connsiteX3-891" fmla="*/ 1292860 w 2585764"/>
              <a:gd name="connsiteY3-892" fmla="*/ 36 h 2533100"/>
              <a:gd name="connsiteX4-893" fmla="*/ 2585764 w 2585764"/>
              <a:gd name="connsiteY4-894" fmla="*/ 1069335 h 2533100"/>
              <a:gd name="connsiteX5-895" fmla="*/ 2585720 w 2585764"/>
              <a:gd name="connsiteY5-896" fmla="*/ 1069298 h 2533100"/>
              <a:gd name="connsiteX6-897" fmla="*/ 2585720 w 2585764"/>
              <a:gd name="connsiteY6-898" fmla="*/ 1069298 h 2533100"/>
              <a:gd name="connsiteX7-899" fmla="*/ 1939290 w 2585764"/>
              <a:gd name="connsiteY7-900" fmla="*/ 1069298 h 2533100"/>
              <a:gd name="connsiteX8-901" fmla="*/ 1939290 w 2585764"/>
              <a:gd name="connsiteY8-902" fmla="*/ 1069298 h 2533100"/>
              <a:gd name="connsiteX9-903" fmla="*/ 1939290 w 2585764"/>
              <a:gd name="connsiteY9-904" fmla="*/ 2533100 h 2533100"/>
              <a:gd name="connsiteX10-905" fmla="*/ 1939290 w 2585764"/>
              <a:gd name="connsiteY10-906" fmla="*/ 2533051 h 2533100"/>
              <a:gd name="connsiteX11-907" fmla="*/ 646430 w 2585764"/>
              <a:gd name="connsiteY11-908" fmla="*/ 2533051 h 2533100"/>
              <a:gd name="connsiteX12-909" fmla="*/ 646430 w 2585764"/>
              <a:gd name="connsiteY12-910" fmla="*/ 2533051 h 2533100"/>
              <a:gd name="connsiteX13-911" fmla="*/ 646430 w 2585764"/>
              <a:gd name="connsiteY13-912" fmla="*/ 1069249 h 2533100"/>
              <a:gd name="connsiteX14-913" fmla="*/ 646430 w 2585764"/>
              <a:gd name="connsiteY14-914" fmla="*/ 1069298 h 2533100"/>
              <a:gd name="connsiteX15-915" fmla="*/ 0 w 2585764"/>
              <a:gd name="connsiteY15-916" fmla="*/ 1069298 h 2533100"/>
              <a:gd name="connsiteX16-917" fmla="*/ 0 w 2585764"/>
              <a:gd name="connsiteY16-918" fmla="*/ 1069299 h 2533100"/>
              <a:gd name="connsiteX0-919" fmla="*/ 0 w 2585764"/>
              <a:gd name="connsiteY0-920" fmla="*/ 1069299 h 2533100"/>
              <a:gd name="connsiteX1-921" fmla="*/ 0 w 2585764"/>
              <a:gd name="connsiteY1-922" fmla="*/ 1069299 h 2533100"/>
              <a:gd name="connsiteX2-923" fmla="*/ 1292905 w 2585764"/>
              <a:gd name="connsiteY2-924" fmla="*/ 0 h 2533100"/>
              <a:gd name="connsiteX3-925" fmla="*/ 1292860 w 2585764"/>
              <a:gd name="connsiteY3-926" fmla="*/ 36 h 2533100"/>
              <a:gd name="connsiteX4-927" fmla="*/ 2585764 w 2585764"/>
              <a:gd name="connsiteY4-928" fmla="*/ 1069335 h 2533100"/>
              <a:gd name="connsiteX5-929" fmla="*/ 2585720 w 2585764"/>
              <a:gd name="connsiteY5-930" fmla="*/ 1069298 h 2533100"/>
              <a:gd name="connsiteX6-931" fmla="*/ 2585720 w 2585764"/>
              <a:gd name="connsiteY6-932" fmla="*/ 1069298 h 2533100"/>
              <a:gd name="connsiteX7-933" fmla="*/ 1939290 w 2585764"/>
              <a:gd name="connsiteY7-934" fmla="*/ 1069298 h 2533100"/>
              <a:gd name="connsiteX8-935" fmla="*/ 1939290 w 2585764"/>
              <a:gd name="connsiteY8-936" fmla="*/ 1069298 h 2533100"/>
              <a:gd name="connsiteX9-937" fmla="*/ 1939290 w 2585764"/>
              <a:gd name="connsiteY9-938" fmla="*/ 2533100 h 2533100"/>
              <a:gd name="connsiteX10-939" fmla="*/ 1939290 w 2585764"/>
              <a:gd name="connsiteY10-940" fmla="*/ 2533051 h 2533100"/>
              <a:gd name="connsiteX11-941" fmla="*/ 646430 w 2585764"/>
              <a:gd name="connsiteY11-942" fmla="*/ 2533051 h 2533100"/>
              <a:gd name="connsiteX12-943" fmla="*/ 646430 w 2585764"/>
              <a:gd name="connsiteY12-944" fmla="*/ 2533051 h 2533100"/>
              <a:gd name="connsiteX13-945" fmla="*/ 646430 w 2585764"/>
              <a:gd name="connsiteY13-946" fmla="*/ 1069249 h 2533100"/>
              <a:gd name="connsiteX14-947" fmla="*/ 646430 w 2585764"/>
              <a:gd name="connsiteY14-948" fmla="*/ 1069298 h 2533100"/>
              <a:gd name="connsiteX15-949" fmla="*/ 0 w 2585764"/>
              <a:gd name="connsiteY15-950" fmla="*/ 1069298 h 2533100"/>
              <a:gd name="connsiteX16-951" fmla="*/ 0 w 2585764"/>
              <a:gd name="connsiteY16-952" fmla="*/ 1069299 h 2533100"/>
              <a:gd name="connsiteX0-953" fmla="*/ 0 w 2585764"/>
              <a:gd name="connsiteY0-954" fmla="*/ 1069299 h 2533100"/>
              <a:gd name="connsiteX1-955" fmla="*/ 0 w 2585764"/>
              <a:gd name="connsiteY1-956" fmla="*/ 1069299 h 2533100"/>
              <a:gd name="connsiteX2-957" fmla="*/ 1292905 w 2585764"/>
              <a:gd name="connsiteY2-958" fmla="*/ 0 h 2533100"/>
              <a:gd name="connsiteX3-959" fmla="*/ 1292860 w 2585764"/>
              <a:gd name="connsiteY3-960" fmla="*/ 36 h 2533100"/>
              <a:gd name="connsiteX4-961" fmla="*/ 2585764 w 2585764"/>
              <a:gd name="connsiteY4-962" fmla="*/ 1069335 h 2533100"/>
              <a:gd name="connsiteX5-963" fmla="*/ 2585720 w 2585764"/>
              <a:gd name="connsiteY5-964" fmla="*/ 1069298 h 2533100"/>
              <a:gd name="connsiteX6-965" fmla="*/ 2585720 w 2585764"/>
              <a:gd name="connsiteY6-966" fmla="*/ 1069298 h 2533100"/>
              <a:gd name="connsiteX7-967" fmla="*/ 1939290 w 2585764"/>
              <a:gd name="connsiteY7-968" fmla="*/ 1069298 h 2533100"/>
              <a:gd name="connsiteX8-969" fmla="*/ 1939290 w 2585764"/>
              <a:gd name="connsiteY8-970" fmla="*/ 1069298 h 2533100"/>
              <a:gd name="connsiteX9-971" fmla="*/ 1939290 w 2585764"/>
              <a:gd name="connsiteY9-972" fmla="*/ 2533100 h 2533100"/>
              <a:gd name="connsiteX10-973" fmla="*/ 1939290 w 2585764"/>
              <a:gd name="connsiteY10-974" fmla="*/ 2533051 h 2533100"/>
              <a:gd name="connsiteX11-975" fmla="*/ 646430 w 2585764"/>
              <a:gd name="connsiteY11-976" fmla="*/ 2533051 h 2533100"/>
              <a:gd name="connsiteX12-977" fmla="*/ 646430 w 2585764"/>
              <a:gd name="connsiteY12-978" fmla="*/ 2533051 h 2533100"/>
              <a:gd name="connsiteX13-979" fmla="*/ 646430 w 2585764"/>
              <a:gd name="connsiteY13-980" fmla="*/ 1069249 h 2533100"/>
              <a:gd name="connsiteX14-981" fmla="*/ 646430 w 2585764"/>
              <a:gd name="connsiteY14-982" fmla="*/ 1069298 h 2533100"/>
              <a:gd name="connsiteX15-983" fmla="*/ 0 w 2585764"/>
              <a:gd name="connsiteY15-984" fmla="*/ 1069298 h 2533100"/>
              <a:gd name="connsiteX16-985" fmla="*/ 0 w 2585764"/>
              <a:gd name="connsiteY16-986" fmla="*/ 1069299 h 2533100"/>
              <a:gd name="connsiteX0-987" fmla="*/ 0 w 2585764"/>
              <a:gd name="connsiteY0-988" fmla="*/ 1069299 h 2533100"/>
              <a:gd name="connsiteX1-989" fmla="*/ 0 w 2585764"/>
              <a:gd name="connsiteY1-990" fmla="*/ 1069299 h 2533100"/>
              <a:gd name="connsiteX2-991" fmla="*/ 1292905 w 2585764"/>
              <a:gd name="connsiteY2-992" fmla="*/ 0 h 2533100"/>
              <a:gd name="connsiteX3-993" fmla="*/ 1292860 w 2585764"/>
              <a:gd name="connsiteY3-994" fmla="*/ 36 h 2533100"/>
              <a:gd name="connsiteX4-995" fmla="*/ 2585764 w 2585764"/>
              <a:gd name="connsiteY4-996" fmla="*/ 1069335 h 2533100"/>
              <a:gd name="connsiteX5-997" fmla="*/ 2585720 w 2585764"/>
              <a:gd name="connsiteY5-998" fmla="*/ 1069298 h 2533100"/>
              <a:gd name="connsiteX6-999" fmla="*/ 2585720 w 2585764"/>
              <a:gd name="connsiteY6-1000" fmla="*/ 1069298 h 2533100"/>
              <a:gd name="connsiteX7-1001" fmla="*/ 1939290 w 2585764"/>
              <a:gd name="connsiteY7-1002" fmla="*/ 1069298 h 2533100"/>
              <a:gd name="connsiteX8-1003" fmla="*/ 1939290 w 2585764"/>
              <a:gd name="connsiteY8-1004" fmla="*/ 1069298 h 2533100"/>
              <a:gd name="connsiteX9-1005" fmla="*/ 1939290 w 2585764"/>
              <a:gd name="connsiteY9-1006" fmla="*/ 2533100 h 2533100"/>
              <a:gd name="connsiteX10-1007" fmla="*/ 1939290 w 2585764"/>
              <a:gd name="connsiteY10-1008" fmla="*/ 2533051 h 2533100"/>
              <a:gd name="connsiteX11-1009" fmla="*/ 646430 w 2585764"/>
              <a:gd name="connsiteY11-1010" fmla="*/ 2533051 h 2533100"/>
              <a:gd name="connsiteX12-1011" fmla="*/ 646430 w 2585764"/>
              <a:gd name="connsiteY12-1012" fmla="*/ 2533051 h 2533100"/>
              <a:gd name="connsiteX13-1013" fmla="*/ 646430 w 2585764"/>
              <a:gd name="connsiteY13-1014" fmla="*/ 1069249 h 2533100"/>
              <a:gd name="connsiteX14-1015" fmla="*/ 646430 w 2585764"/>
              <a:gd name="connsiteY14-1016" fmla="*/ 1069298 h 2533100"/>
              <a:gd name="connsiteX15-1017" fmla="*/ 0 w 2585764"/>
              <a:gd name="connsiteY15-1018" fmla="*/ 1069298 h 2533100"/>
              <a:gd name="connsiteX16-1019" fmla="*/ 0 w 2585764"/>
              <a:gd name="connsiteY16-1020" fmla="*/ 1069299 h 2533100"/>
              <a:gd name="connsiteX0-1021" fmla="*/ 0 w 2585764"/>
              <a:gd name="connsiteY0-1022" fmla="*/ 1069299 h 2533100"/>
              <a:gd name="connsiteX1-1023" fmla="*/ 0 w 2585764"/>
              <a:gd name="connsiteY1-1024" fmla="*/ 1069299 h 2533100"/>
              <a:gd name="connsiteX2-1025" fmla="*/ 1292905 w 2585764"/>
              <a:gd name="connsiteY2-1026" fmla="*/ 0 h 2533100"/>
              <a:gd name="connsiteX3-1027" fmla="*/ 1292860 w 2585764"/>
              <a:gd name="connsiteY3-1028" fmla="*/ 36 h 2533100"/>
              <a:gd name="connsiteX4-1029" fmla="*/ 2585764 w 2585764"/>
              <a:gd name="connsiteY4-1030" fmla="*/ 1069335 h 2533100"/>
              <a:gd name="connsiteX5-1031" fmla="*/ 2585720 w 2585764"/>
              <a:gd name="connsiteY5-1032" fmla="*/ 1069298 h 2533100"/>
              <a:gd name="connsiteX6-1033" fmla="*/ 2585720 w 2585764"/>
              <a:gd name="connsiteY6-1034" fmla="*/ 1069298 h 2533100"/>
              <a:gd name="connsiteX7-1035" fmla="*/ 1939290 w 2585764"/>
              <a:gd name="connsiteY7-1036" fmla="*/ 1069298 h 2533100"/>
              <a:gd name="connsiteX8-1037" fmla="*/ 1939290 w 2585764"/>
              <a:gd name="connsiteY8-1038" fmla="*/ 1069298 h 2533100"/>
              <a:gd name="connsiteX9-1039" fmla="*/ 1939290 w 2585764"/>
              <a:gd name="connsiteY9-1040" fmla="*/ 2533100 h 2533100"/>
              <a:gd name="connsiteX10-1041" fmla="*/ 1939290 w 2585764"/>
              <a:gd name="connsiteY10-1042" fmla="*/ 2533051 h 2533100"/>
              <a:gd name="connsiteX11-1043" fmla="*/ 646430 w 2585764"/>
              <a:gd name="connsiteY11-1044" fmla="*/ 2533051 h 2533100"/>
              <a:gd name="connsiteX12-1045" fmla="*/ 646430 w 2585764"/>
              <a:gd name="connsiteY12-1046" fmla="*/ 2533051 h 2533100"/>
              <a:gd name="connsiteX13-1047" fmla="*/ 646430 w 2585764"/>
              <a:gd name="connsiteY13-1048" fmla="*/ 1069249 h 2533100"/>
              <a:gd name="connsiteX14-1049" fmla="*/ 646430 w 2585764"/>
              <a:gd name="connsiteY14-1050" fmla="*/ 1069298 h 2533100"/>
              <a:gd name="connsiteX15-1051" fmla="*/ 0 w 2585764"/>
              <a:gd name="connsiteY15-1052" fmla="*/ 1069298 h 2533100"/>
              <a:gd name="connsiteX16-1053" fmla="*/ 0 w 2585764"/>
              <a:gd name="connsiteY16-1054" fmla="*/ 1069299 h 2533100"/>
              <a:gd name="connsiteX0-1055" fmla="*/ 0 w 2585764"/>
              <a:gd name="connsiteY0-1056" fmla="*/ 1069299 h 2533100"/>
              <a:gd name="connsiteX1-1057" fmla="*/ 0 w 2585764"/>
              <a:gd name="connsiteY1-1058" fmla="*/ 1069299 h 2533100"/>
              <a:gd name="connsiteX2-1059" fmla="*/ 1292905 w 2585764"/>
              <a:gd name="connsiteY2-1060" fmla="*/ 0 h 2533100"/>
              <a:gd name="connsiteX3-1061" fmla="*/ 1292860 w 2585764"/>
              <a:gd name="connsiteY3-1062" fmla="*/ 36 h 2533100"/>
              <a:gd name="connsiteX4-1063" fmla="*/ 2585764 w 2585764"/>
              <a:gd name="connsiteY4-1064" fmla="*/ 1069335 h 2533100"/>
              <a:gd name="connsiteX5-1065" fmla="*/ 2585720 w 2585764"/>
              <a:gd name="connsiteY5-1066" fmla="*/ 1069298 h 2533100"/>
              <a:gd name="connsiteX6-1067" fmla="*/ 2585720 w 2585764"/>
              <a:gd name="connsiteY6-1068" fmla="*/ 1069298 h 2533100"/>
              <a:gd name="connsiteX7-1069" fmla="*/ 1939290 w 2585764"/>
              <a:gd name="connsiteY7-1070" fmla="*/ 1069298 h 2533100"/>
              <a:gd name="connsiteX8-1071" fmla="*/ 1939290 w 2585764"/>
              <a:gd name="connsiteY8-1072" fmla="*/ 1069298 h 2533100"/>
              <a:gd name="connsiteX9-1073" fmla="*/ 1939290 w 2585764"/>
              <a:gd name="connsiteY9-1074" fmla="*/ 2533100 h 2533100"/>
              <a:gd name="connsiteX10-1075" fmla="*/ 1939290 w 2585764"/>
              <a:gd name="connsiteY10-1076" fmla="*/ 2533051 h 2533100"/>
              <a:gd name="connsiteX11-1077" fmla="*/ 646430 w 2585764"/>
              <a:gd name="connsiteY11-1078" fmla="*/ 2533051 h 2533100"/>
              <a:gd name="connsiteX12-1079" fmla="*/ 646430 w 2585764"/>
              <a:gd name="connsiteY12-1080" fmla="*/ 2533051 h 2533100"/>
              <a:gd name="connsiteX13-1081" fmla="*/ 646430 w 2585764"/>
              <a:gd name="connsiteY13-1082" fmla="*/ 1069249 h 2533100"/>
              <a:gd name="connsiteX14-1083" fmla="*/ 646430 w 2585764"/>
              <a:gd name="connsiteY14-1084" fmla="*/ 1069298 h 2533100"/>
              <a:gd name="connsiteX15-1085" fmla="*/ 0 w 2585764"/>
              <a:gd name="connsiteY15-1086" fmla="*/ 1069298 h 2533100"/>
              <a:gd name="connsiteX16-1087" fmla="*/ 0 w 2585764"/>
              <a:gd name="connsiteY16-1088" fmla="*/ 1069299 h 2533100"/>
              <a:gd name="connsiteX0-1089" fmla="*/ 0 w 2585764"/>
              <a:gd name="connsiteY0-1090" fmla="*/ 1069299 h 2533100"/>
              <a:gd name="connsiteX1-1091" fmla="*/ 0 w 2585764"/>
              <a:gd name="connsiteY1-1092" fmla="*/ 1069299 h 2533100"/>
              <a:gd name="connsiteX2-1093" fmla="*/ 1292905 w 2585764"/>
              <a:gd name="connsiteY2-1094" fmla="*/ 0 h 2533100"/>
              <a:gd name="connsiteX3-1095" fmla="*/ 1292860 w 2585764"/>
              <a:gd name="connsiteY3-1096" fmla="*/ 36 h 2533100"/>
              <a:gd name="connsiteX4-1097" fmla="*/ 2585764 w 2585764"/>
              <a:gd name="connsiteY4-1098" fmla="*/ 1069335 h 2533100"/>
              <a:gd name="connsiteX5-1099" fmla="*/ 2585720 w 2585764"/>
              <a:gd name="connsiteY5-1100" fmla="*/ 1069298 h 2533100"/>
              <a:gd name="connsiteX6-1101" fmla="*/ 2585720 w 2585764"/>
              <a:gd name="connsiteY6-1102" fmla="*/ 1069298 h 2533100"/>
              <a:gd name="connsiteX7-1103" fmla="*/ 1939290 w 2585764"/>
              <a:gd name="connsiteY7-1104" fmla="*/ 1069298 h 2533100"/>
              <a:gd name="connsiteX8-1105" fmla="*/ 1939290 w 2585764"/>
              <a:gd name="connsiteY8-1106" fmla="*/ 1069298 h 2533100"/>
              <a:gd name="connsiteX9-1107" fmla="*/ 1939290 w 2585764"/>
              <a:gd name="connsiteY9-1108" fmla="*/ 2533100 h 2533100"/>
              <a:gd name="connsiteX10-1109" fmla="*/ 1939290 w 2585764"/>
              <a:gd name="connsiteY10-1110" fmla="*/ 2533051 h 2533100"/>
              <a:gd name="connsiteX11-1111" fmla="*/ 646430 w 2585764"/>
              <a:gd name="connsiteY11-1112" fmla="*/ 2533051 h 2533100"/>
              <a:gd name="connsiteX12-1113" fmla="*/ 646430 w 2585764"/>
              <a:gd name="connsiteY12-1114" fmla="*/ 2533051 h 2533100"/>
              <a:gd name="connsiteX13-1115" fmla="*/ 646430 w 2585764"/>
              <a:gd name="connsiteY13-1116" fmla="*/ 1069249 h 2533100"/>
              <a:gd name="connsiteX14-1117" fmla="*/ 646430 w 2585764"/>
              <a:gd name="connsiteY14-1118" fmla="*/ 1069298 h 2533100"/>
              <a:gd name="connsiteX15-1119" fmla="*/ 0 w 2585764"/>
              <a:gd name="connsiteY15-1120" fmla="*/ 1069298 h 2533100"/>
              <a:gd name="connsiteX16-1121" fmla="*/ 0 w 2585764"/>
              <a:gd name="connsiteY16-1122" fmla="*/ 1069299 h 2533100"/>
              <a:gd name="connsiteX0-1123" fmla="*/ 0 w 2585764"/>
              <a:gd name="connsiteY0-1124" fmla="*/ 1069299 h 2533100"/>
              <a:gd name="connsiteX1-1125" fmla="*/ 0 w 2585764"/>
              <a:gd name="connsiteY1-1126" fmla="*/ 1069299 h 2533100"/>
              <a:gd name="connsiteX2-1127" fmla="*/ 1292905 w 2585764"/>
              <a:gd name="connsiteY2-1128" fmla="*/ 0 h 2533100"/>
              <a:gd name="connsiteX3-1129" fmla="*/ 1292860 w 2585764"/>
              <a:gd name="connsiteY3-1130" fmla="*/ 36 h 2533100"/>
              <a:gd name="connsiteX4-1131" fmla="*/ 2585764 w 2585764"/>
              <a:gd name="connsiteY4-1132" fmla="*/ 1069335 h 2533100"/>
              <a:gd name="connsiteX5-1133" fmla="*/ 2585720 w 2585764"/>
              <a:gd name="connsiteY5-1134" fmla="*/ 1069298 h 2533100"/>
              <a:gd name="connsiteX6-1135" fmla="*/ 2585720 w 2585764"/>
              <a:gd name="connsiteY6-1136" fmla="*/ 1069298 h 2533100"/>
              <a:gd name="connsiteX7-1137" fmla="*/ 1939290 w 2585764"/>
              <a:gd name="connsiteY7-1138" fmla="*/ 1069298 h 2533100"/>
              <a:gd name="connsiteX8-1139" fmla="*/ 1939290 w 2585764"/>
              <a:gd name="connsiteY8-1140" fmla="*/ 1069298 h 2533100"/>
              <a:gd name="connsiteX9-1141" fmla="*/ 1939290 w 2585764"/>
              <a:gd name="connsiteY9-1142" fmla="*/ 2533100 h 2533100"/>
              <a:gd name="connsiteX10-1143" fmla="*/ 1939290 w 2585764"/>
              <a:gd name="connsiteY10-1144" fmla="*/ 2533051 h 2533100"/>
              <a:gd name="connsiteX11-1145" fmla="*/ 646430 w 2585764"/>
              <a:gd name="connsiteY11-1146" fmla="*/ 2533051 h 2533100"/>
              <a:gd name="connsiteX12-1147" fmla="*/ 646430 w 2585764"/>
              <a:gd name="connsiteY12-1148" fmla="*/ 2533051 h 2533100"/>
              <a:gd name="connsiteX13-1149" fmla="*/ 646430 w 2585764"/>
              <a:gd name="connsiteY13-1150" fmla="*/ 1069249 h 2533100"/>
              <a:gd name="connsiteX14-1151" fmla="*/ 646430 w 2585764"/>
              <a:gd name="connsiteY14-1152" fmla="*/ 1069298 h 2533100"/>
              <a:gd name="connsiteX15-1153" fmla="*/ 0 w 2585764"/>
              <a:gd name="connsiteY15-1154" fmla="*/ 1069298 h 2533100"/>
              <a:gd name="connsiteX16-1155" fmla="*/ 0 w 2585764"/>
              <a:gd name="connsiteY16-1156" fmla="*/ 1069299 h 2533100"/>
              <a:gd name="connsiteX0-1157" fmla="*/ 0 w 2585764"/>
              <a:gd name="connsiteY0-1158" fmla="*/ 1069299 h 2533100"/>
              <a:gd name="connsiteX1-1159" fmla="*/ 0 w 2585764"/>
              <a:gd name="connsiteY1-1160" fmla="*/ 1069299 h 2533100"/>
              <a:gd name="connsiteX2-1161" fmla="*/ 1292905 w 2585764"/>
              <a:gd name="connsiteY2-1162" fmla="*/ 0 h 2533100"/>
              <a:gd name="connsiteX3-1163" fmla="*/ 1292860 w 2585764"/>
              <a:gd name="connsiteY3-1164" fmla="*/ 36 h 2533100"/>
              <a:gd name="connsiteX4-1165" fmla="*/ 2585764 w 2585764"/>
              <a:gd name="connsiteY4-1166" fmla="*/ 1069335 h 2533100"/>
              <a:gd name="connsiteX5-1167" fmla="*/ 2585720 w 2585764"/>
              <a:gd name="connsiteY5-1168" fmla="*/ 1069298 h 2533100"/>
              <a:gd name="connsiteX6-1169" fmla="*/ 2585720 w 2585764"/>
              <a:gd name="connsiteY6-1170" fmla="*/ 1069298 h 2533100"/>
              <a:gd name="connsiteX7-1171" fmla="*/ 1939290 w 2585764"/>
              <a:gd name="connsiteY7-1172" fmla="*/ 1069298 h 2533100"/>
              <a:gd name="connsiteX8-1173" fmla="*/ 1939290 w 2585764"/>
              <a:gd name="connsiteY8-1174" fmla="*/ 1069298 h 2533100"/>
              <a:gd name="connsiteX9-1175" fmla="*/ 1939290 w 2585764"/>
              <a:gd name="connsiteY9-1176" fmla="*/ 2533100 h 2533100"/>
              <a:gd name="connsiteX10-1177" fmla="*/ 1939290 w 2585764"/>
              <a:gd name="connsiteY10-1178" fmla="*/ 2533051 h 2533100"/>
              <a:gd name="connsiteX11-1179" fmla="*/ 646430 w 2585764"/>
              <a:gd name="connsiteY11-1180" fmla="*/ 2533051 h 2533100"/>
              <a:gd name="connsiteX12-1181" fmla="*/ 646430 w 2585764"/>
              <a:gd name="connsiteY12-1182" fmla="*/ 2533051 h 2533100"/>
              <a:gd name="connsiteX13-1183" fmla="*/ 646430 w 2585764"/>
              <a:gd name="connsiteY13-1184" fmla="*/ 1069249 h 2533100"/>
              <a:gd name="connsiteX14-1185" fmla="*/ 646430 w 2585764"/>
              <a:gd name="connsiteY14-1186" fmla="*/ 1069298 h 2533100"/>
              <a:gd name="connsiteX15-1187" fmla="*/ 0 w 2585764"/>
              <a:gd name="connsiteY15-1188" fmla="*/ 1069298 h 2533100"/>
              <a:gd name="connsiteX16-1189" fmla="*/ 0 w 2585764"/>
              <a:gd name="connsiteY16-1190" fmla="*/ 1069299 h 2533100"/>
              <a:gd name="connsiteX0-1191" fmla="*/ 0 w 2585764"/>
              <a:gd name="connsiteY0-1192" fmla="*/ 1069299 h 2533100"/>
              <a:gd name="connsiteX1-1193" fmla="*/ 0 w 2585764"/>
              <a:gd name="connsiteY1-1194" fmla="*/ 1069299 h 2533100"/>
              <a:gd name="connsiteX2-1195" fmla="*/ 1292905 w 2585764"/>
              <a:gd name="connsiteY2-1196" fmla="*/ 0 h 2533100"/>
              <a:gd name="connsiteX3-1197" fmla="*/ 1292860 w 2585764"/>
              <a:gd name="connsiteY3-1198" fmla="*/ 36 h 2533100"/>
              <a:gd name="connsiteX4-1199" fmla="*/ 2585764 w 2585764"/>
              <a:gd name="connsiteY4-1200" fmla="*/ 1069335 h 2533100"/>
              <a:gd name="connsiteX5-1201" fmla="*/ 2585720 w 2585764"/>
              <a:gd name="connsiteY5-1202" fmla="*/ 1069298 h 2533100"/>
              <a:gd name="connsiteX6-1203" fmla="*/ 2585720 w 2585764"/>
              <a:gd name="connsiteY6-1204" fmla="*/ 1069298 h 2533100"/>
              <a:gd name="connsiteX7-1205" fmla="*/ 1939290 w 2585764"/>
              <a:gd name="connsiteY7-1206" fmla="*/ 1069298 h 2533100"/>
              <a:gd name="connsiteX8-1207" fmla="*/ 1939290 w 2585764"/>
              <a:gd name="connsiteY8-1208" fmla="*/ 1069298 h 2533100"/>
              <a:gd name="connsiteX9-1209" fmla="*/ 1939290 w 2585764"/>
              <a:gd name="connsiteY9-1210" fmla="*/ 2533100 h 2533100"/>
              <a:gd name="connsiteX10-1211" fmla="*/ 1939290 w 2585764"/>
              <a:gd name="connsiteY10-1212" fmla="*/ 2533051 h 2533100"/>
              <a:gd name="connsiteX11-1213" fmla="*/ 646430 w 2585764"/>
              <a:gd name="connsiteY11-1214" fmla="*/ 2533051 h 2533100"/>
              <a:gd name="connsiteX12-1215" fmla="*/ 646430 w 2585764"/>
              <a:gd name="connsiteY12-1216" fmla="*/ 2533051 h 2533100"/>
              <a:gd name="connsiteX13-1217" fmla="*/ 646430 w 2585764"/>
              <a:gd name="connsiteY13-1218" fmla="*/ 1069249 h 2533100"/>
              <a:gd name="connsiteX14-1219" fmla="*/ 646430 w 2585764"/>
              <a:gd name="connsiteY14-1220" fmla="*/ 1069298 h 2533100"/>
              <a:gd name="connsiteX15-1221" fmla="*/ 0 w 2585764"/>
              <a:gd name="connsiteY15-1222" fmla="*/ 1069298 h 2533100"/>
              <a:gd name="connsiteX16-1223" fmla="*/ 0 w 2585764"/>
              <a:gd name="connsiteY16-1224" fmla="*/ 1069299 h 2533100"/>
              <a:gd name="connsiteX0-1225" fmla="*/ 0 w 2585764"/>
              <a:gd name="connsiteY0-1226" fmla="*/ 1069299 h 2533100"/>
              <a:gd name="connsiteX1-1227" fmla="*/ 0 w 2585764"/>
              <a:gd name="connsiteY1-1228" fmla="*/ 1069299 h 2533100"/>
              <a:gd name="connsiteX2-1229" fmla="*/ 1292905 w 2585764"/>
              <a:gd name="connsiteY2-1230" fmla="*/ 0 h 2533100"/>
              <a:gd name="connsiteX3-1231" fmla="*/ 1292860 w 2585764"/>
              <a:gd name="connsiteY3-1232" fmla="*/ 36 h 2533100"/>
              <a:gd name="connsiteX4-1233" fmla="*/ 2585764 w 2585764"/>
              <a:gd name="connsiteY4-1234" fmla="*/ 1069335 h 2533100"/>
              <a:gd name="connsiteX5-1235" fmla="*/ 2585720 w 2585764"/>
              <a:gd name="connsiteY5-1236" fmla="*/ 1069298 h 2533100"/>
              <a:gd name="connsiteX6-1237" fmla="*/ 2585720 w 2585764"/>
              <a:gd name="connsiteY6-1238" fmla="*/ 1069298 h 2533100"/>
              <a:gd name="connsiteX7-1239" fmla="*/ 1939290 w 2585764"/>
              <a:gd name="connsiteY7-1240" fmla="*/ 1069298 h 2533100"/>
              <a:gd name="connsiteX8-1241" fmla="*/ 1939290 w 2585764"/>
              <a:gd name="connsiteY8-1242" fmla="*/ 1069298 h 2533100"/>
              <a:gd name="connsiteX9-1243" fmla="*/ 1939290 w 2585764"/>
              <a:gd name="connsiteY9-1244" fmla="*/ 2533100 h 2533100"/>
              <a:gd name="connsiteX10-1245" fmla="*/ 1939290 w 2585764"/>
              <a:gd name="connsiteY10-1246" fmla="*/ 2533051 h 2533100"/>
              <a:gd name="connsiteX11-1247" fmla="*/ 646430 w 2585764"/>
              <a:gd name="connsiteY11-1248" fmla="*/ 2533051 h 2533100"/>
              <a:gd name="connsiteX12-1249" fmla="*/ 646430 w 2585764"/>
              <a:gd name="connsiteY12-1250" fmla="*/ 2533051 h 2533100"/>
              <a:gd name="connsiteX13-1251" fmla="*/ 646430 w 2585764"/>
              <a:gd name="connsiteY13-1252" fmla="*/ 1069249 h 2533100"/>
              <a:gd name="connsiteX14-1253" fmla="*/ 646430 w 2585764"/>
              <a:gd name="connsiteY14-1254" fmla="*/ 1069298 h 2533100"/>
              <a:gd name="connsiteX15-1255" fmla="*/ 0 w 2585764"/>
              <a:gd name="connsiteY15-1256" fmla="*/ 1069298 h 2533100"/>
              <a:gd name="connsiteX16-1257" fmla="*/ 0 w 2585764"/>
              <a:gd name="connsiteY16-1258" fmla="*/ 1069299 h 2533100"/>
              <a:gd name="connsiteX0-1259" fmla="*/ 0 w 2585764"/>
              <a:gd name="connsiteY0-1260" fmla="*/ 1069299 h 2533100"/>
              <a:gd name="connsiteX1-1261" fmla="*/ 0 w 2585764"/>
              <a:gd name="connsiteY1-1262" fmla="*/ 1069299 h 2533100"/>
              <a:gd name="connsiteX2-1263" fmla="*/ 1292905 w 2585764"/>
              <a:gd name="connsiteY2-1264" fmla="*/ 0 h 2533100"/>
              <a:gd name="connsiteX3-1265" fmla="*/ 1292860 w 2585764"/>
              <a:gd name="connsiteY3-1266" fmla="*/ 36 h 2533100"/>
              <a:gd name="connsiteX4-1267" fmla="*/ 2585764 w 2585764"/>
              <a:gd name="connsiteY4-1268" fmla="*/ 1069335 h 2533100"/>
              <a:gd name="connsiteX5-1269" fmla="*/ 2585720 w 2585764"/>
              <a:gd name="connsiteY5-1270" fmla="*/ 1069298 h 2533100"/>
              <a:gd name="connsiteX6-1271" fmla="*/ 2585720 w 2585764"/>
              <a:gd name="connsiteY6-1272" fmla="*/ 1069298 h 2533100"/>
              <a:gd name="connsiteX7-1273" fmla="*/ 1939290 w 2585764"/>
              <a:gd name="connsiteY7-1274" fmla="*/ 1069298 h 2533100"/>
              <a:gd name="connsiteX8-1275" fmla="*/ 1939290 w 2585764"/>
              <a:gd name="connsiteY8-1276" fmla="*/ 1069298 h 2533100"/>
              <a:gd name="connsiteX9-1277" fmla="*/ 1939290 w 2585764"/>
              <a:gd name="connsiteY9-1278" fmla="*/ 2533100 h 2533100"/>
              <a:gd name="connsiteX10-1279" fmla="*/ 1939290 w 2585764"/>
              <a:gd name="connsiteY10-1280" fmla="*/ 2533051 h 2533100"/>
              <a:gd name="connsiteX11-1281" fmla="*/ 646430 w 2585764"/>
              <a:gd name="connsiteY11-1282" fmla="*/ 2533051 h 2533100"/>
              <a:gd name="connsiteX12-1283" fmla="*/ 646430 w 2585764"/>
              <a:gd name="connsiteY12-1284" fmla="*/ 2533051 h 2533100"/>
              <a:gd name="connsiteX13-1285" fmla="*/ 646430 w 2585764"/>
              <a:gd name="connsiteY13-1286" fmla="*/ 1069249 h 2533100"/>
              <a:gd name="connsiteX14-1287" fmla="*/ 646430 w 2585764"/>
              <a:gd name="connsiteY14-1288" fmla="*/ 1069298 h 2533100"/>
              <a:gd name="connsiteX15-1289" fmla="*/ 0 w 2585764"/>
              <a:gd name="connsiteY15-1290" fmla="*/ 1069298 h 2533100"/>
              <a:gd name="connsiteX16-1291" fmla="*/ 0 w 2585764"/>
              <a:gd name="connsiteY16-1292" fmla="*/ 1069299 h 2533100"/>
              <a:gd name="connsiteX0-1293" fmla="*/ 0 w 2585764"/>
              <a:gd name="connsiteY0-1294" fmla="*/ 1069299 h 2533100"/>
              <a:gd name="connsiteX1-1295" fmla="*/ 0 w 2585764"/>
              <a:gd name="connsiteY1-1296" fmla="*/ 1069299 h 2533100"/>
              <a:gd name="connsiteX2-1297" fmla="*/ 1292905 w 2585764"/>
              <a:gd name="connsiteY2-1298" fmla="*/ 0 h 2533100"/>
              <a:gd name="connsiteX3-1299" fmla="*/ 1292860 w 2585764"/>
              <a:gd name="connsiteY3-1300" fmla="*/ 36 h 2533100"/>
              <a:gd name="connsiteX4-1301" fmla="*/ 2585764 w 2585764"/>
              <a:gd name="connsiteY4-1302" fmla="*/ 1069335 h 2533100"/>
              <a:gd name="connsiteX5-1303" fmla="*/ 2585720 w 2585764"/>
              <a:gd name="connsiteY5-1304" fmla="*/ 1069298 h 2533100"/>
              <a:gd name="connsiteX6-1305" fmla="*/ 2585720 w 2585764"/>
              <a:gd name="connsiteY6-1306" fmla="*/ 1069298 h 2533100"/>
              <a:gd name="connsiteX7-1307" fmla="*/ 1939290 w 2585764"/>
              <a:gd name="connsiteY7-1308" fmla="*/ 1069298 h 2533100"/>
              <a:gd name="connsiteX8-1309" fmla="*/ 1939290 w 2585764"/>
              <a:gd name="connsiteY8-1310" fmla="*/ 1069298 h 2533100"/>
              <a:gd name="connsiteX9-1311" fmla="*/ 1939290 w 2585764"/>
              <a:gd name="connsiteY9-1312" fmla="*/ 2533100 h 2533100"/>
              <a:gd name="connsiteX10-1313" fmla="*/ 1939290 w 2585764"/>
              <a:gd name="connsiteY10-1314" fmla="*/ 2533051 h 2533100"/>
              <a:gd name="connsiteX11-1315" fmla="*/ 646430 w 2585764"/>
              <a:gd name="connsiteY11-1316" fmla="*/ 2533051 h 2533100"/>
              <a:gd name="connsiteX12-1317" fmla="*/ 646430 w 2585764"/>
              <a:gd name="connsiteY12-1318" fmla="*/ 2533051 h 2533100"/>
              <a:gd name="connsiteX13-1319" fmla="*/ 646430 w 2585764"/>
              <a:gd name="connsiteY13-1320" fmla="*/ 1069249 h 2533100"/>
              <a:gd name="connsiteX14-1321" fmla="*/ 646430 w 2585764"/>
              <a:gd name="connsiteY14-1322" fmla="*/ 1069298 h 2533100"/>
              <a:gd name="connsiteX15-1323" fmla="*/ 0 w 2585764"/>
              <a:gd name="connsiteY15-1324" fmla="*/ 1069298 h 2533100"/>
              <a:gd name="connsiteX16-1325" fmla="*/ 0 w 2585764"/>
              <a:gd name="connsiteY16-1326" fmla="*/ 1069299 h 2533100"/>
              <a:gd name="connsiteX0-1327" fmla="*/ 0 w 2585764"/>
              <a:gd name="connsiteY0-1328" fmla="*/ 1069299 h 2533100"/>
              <a:gd name="connsiteX1-1329" fmla="*/ 0 w 2585764"/>
              <a:gd name="connsiteY1-1330" fmla="*/ 1069299 h 2533100"/>
              <a:gd name="connsiteX2-1331" fmla="*/ 1292905 w 2585764"/>
              <a:gd name="connsiteY2-1332" fmla="*/ 0 h 2533100"/>
              <a:gd name="connsiteX3-1333" fmla="*/ 1292860 w 2585764"/>
              <a:gd name="connsiteY3-1334" fmla="*/ 36 h 2533100"/>
              <a:gd name="connsiteX4-1335" fmla="*/ 2585764 w 2585764"/>
              <a:gd name="connsiteY4-1336" fmla="*/ 1069335 h 2533100"/>
              <a:gd name="connsiteX5-1337" fmla="*/ 2585720 w 2585764"/>
              <a:gd name="connsiteY5-1338" fmla="*/ 1069298 h 2533100"/>
              <a:gd name="connsiteX6-1339" fmla="*/ 2585720 w 2585764"/>
              <a:gd name="connsiteY6-1340" fmla="*/ 1069298 h 2533100"/>
              <a:gd name="connsiteX7-1341" fmla="*/ 1939290 w 2585764"/>
              <a:gd name="connsiteY7-1342" fmla="*/ 1069298 h 2533100"/>
              <a:gd name="connsiteX8-1343" fmla="*/ 1939290 w 2585764"/>
              <a:gd name="connsiteY8-1344" fmla="*/ 1069298 h 2533100"/>
              <a:gd name="connsiteX9-1345" fmla="*/ 1939290 w 2585764"/>
              <a:gd name="connsiteY9-1346" fmla="*/ 2533100 h 2533100"/>
              <a:gd name="connsiteX10-1347" fmla="*/ 1939290 w 2585764"/>
              <a:gd name="connsiteY10-1348" fmla="*/ 2533051 h 2533100"/>
              <a:gd name="connsiteX11-1349" fmla="*/ 646430 w 2585764"/>
              <a:gd name="connsiteY11-1350" fmla="*/ 2533051 h 2533100"/>
              <a:gd name="connsiteX12-1351" fmla="*/ 646430 w 2585764"/>
              <a:gd name="connsiteY12-1352" fmla="*/ 2533051 h 2533100"/>
              <a:gd name="connsiteX13-1353" fmla="*/ 646430 w 2585764"/>
              <a:gd name="connsiteY13-1354" fmla="*/ 1069249 h 2533100"/>
              <a:gd name="connsiteX14-1355" fmla="*/ 646430 w 2585764"/>
              <a:gd name="connsiteY14-1356" fmla="*/ 1069298 h 2533100"/>
              <a:gd name="connsiteX15-1357" fmla="*/ 0 w 2585764"/>
              <a:gd name="connsiteY15-1358" fmla="*/ 1069298 h 2533100"/>
              <a:gd name="connsiteX16-1359" fmla="*/ 0 w 2585764"/>
              <a:gd name="connsiteY16-1360" fmla="*/ 1069299 h 2533100"/>
              <a:gd name="connsiteX0-1361" fmla="*/ 0 w 2585764"/>
              <a:gd name="connsiteY0-1362" fmla="*/ 1069299 h 2533100"/>
              <a:gd name="connsiteX1-1363" fmla="*/ 0 w 2585764"/>
              <a:gd name="connsiteY1-1364" fmla="*/ 1069299 h 2533100"/>
              <a:gd name="connsiteX2-1365" fmla="*/ 1292905 w 2585764"/>
              <a:gd name="connsiteY2-1366" fmla="*/ 0 h 2533100"/>
              <a:gd name="connsiteX3-1367" fmla="*/ 1292860 w 2585764"/>
              <a:gd name="connsiteY3-1368" fmla="*/ 36 h 2533100"/>
              <a:gd name="connsiteX4-1369" fmla="*/ 2585764 w 2585764"/>
              <a:gd name="connsiteY4-1370" fmla="*/ 1069335 h 2533100"/>
              <a:gd name="connsiteX5-1371" fmla="*/ 2585720 w 2585764"/>
              <a:gd name="connsiteY5-1372" fmla="*/ 1069298 h 2533100"/>
              <a:gd name="connsiteX6-1373" fmla="*/ 2585720 w 2585764"/>
              <a:gd name="connsiteY6-1374" fmla="*/ 1069298 h 2533100"/>
              <a:gd name="connsiteX7-1375" fmla="*/ 1939290 w 2585764"/>
              <a:gd name="connsiteY7-1376" fmla="*/ 1069298 h 2533100"/>
              <a:gd name="connsiteX8-1377" fmla="*/ 1939290 w 2585764"/>
              <a:gd name="connsiteY8-1378" fmla="*/ 1069298 h 2533100"/>
              <a:gd name="connsiteX9-1379" fmla="*/ 1939290 w 2585764"/>
              <a:gd name="connsiteY9-1380" fmla="*/ 2533100 h 2533100"/>
              <a:gd name="connsiteX10-1381" fmla="*/ 1939290 w 2585764"/>
              <a:gd name="connsiteY10-1382" fmla="*/ 2533051 h 2533100"/>
              <a:gd name="connsiteX11-1383" fmla="*/ 646430 w 2585764"/>
              <a:gd name="connsiteY11-1384" fmla="*/ 2533051 h 2533100"/>
              <a:gd name="connsiteX12-1385" fmla="*/ 646430 w 2585764"/>
              <a:gd name="connsiteY12-1386" fmla="*/ 2533051 h 2533100"/>
              <a:gd name="connsiteX13-1387" fmla="*/ 646430 w 2585764"/>
              <a:gd name="connsiteY13-1388" fmla="*/ 1069249 h 2533100"/>
              <a:gd name="connsiteX14-1389" fmla="*/ 646430 w 2585764"/>
              <a:gd name="connsiteY14-1390" fmla="*/ 1069298 h 2533100"/>
              <a:gd name="connsiteX15-1391" fmla="*/ 0 w 2585764"/>
              <a:gd name="connsiteY15-1392" fmla="*/ 1069298 h 2533100"/>
              <a:gd name="connsiteX16-1393" fmla="*/ 0 w 2585764"/>
              <a:gd name="connsiteY16-1394" fmla="*/ 1069299 h 2533100"/>
              <a:gd name="connsiteX0-1395" fmla="*/ 0 w 2585764"/>
              <a:gd name="connsiteY0-1396" fmla="*/ 1069299 h 2533100"/>
              <a:gd name="connsiteX1-1397" fmla="*/ 0 w 2585764"/>
              <a:gd name="connsiteY1-1398" fmla="*/ 1069299 h 2533100"/>
              <a:gd name="connsiteX2-1399" fmla="*/ 1292905 w 2585764"/>
              <a:gd name="connsiteY2-1400" fmla="*/ 0 h 2533100"/>
              <a:gd name="connsiteX3-1401" fmla="*/ 1292860 w 2585764"/>
              <a:gd name="connsiteY3-1402" fmla="*/ 36 h 2533100"/>
              <a:gd name="connsiteX4-1403" fmla="*/ 2585764 w 2585764"/>
              <a:gd name="connsiteY4-1404" fmla="*/ 1069335 h 2533100"/>
              <a:gd name="connsiteX5-1405" fmla="*/ 2585720 w 2585764"/>
              <a:gd name="connsiteY5-1406" fmla="*/ 1069298 h 2533100"/>
              <a:gd name="connsiteX6-1407" fmla="*/ 2585720 w 2585764"/>
              <a:gd name="connsiteY6-1408" fmla="*/ 1069298 h 2533100"/>
              <a:gd name="connsiteX7-1409" fmla="*/ 1939290 w 2585764"/>
              <a:gd name="connsiteY7-1410" fmla="*/ 1069298 h 2533100"/>
              <a:gd name="connsiteX8-1411" fmla="*/ 1939290 w 2585764"/>
              <a:gd name="connsiteY8-1412" fmla="*/ 1069298 h 2533100"/>
              <a:gd name="connsiteX9-1413" fmla="*/ 1939290 w 2585764"/>
              <a:gd name="connsiteY9-1414" fmla="*/ 2533100 h 2533100"/>
              <a:gd name="connsiteX10-1415" fmla="*/ 1939290 w 2585764"/>
              <a:gd name="connsiteY10-1416" fmla="*/ 2533051 h 2533100"/>
              <a:gd name="connsiteX11-1417" fmla="*/ 646430 w 2585764"/>
              <a:gd name="connsiteY11-1418" fmla="*/ 2533051 h 2533100"/>
              <a:gd name="connsiteX12-1419" fmla="*/ 646430 w 2585764"/>
              <a:gd name="connsiteY12-1420" fmla="*/ 2533051 h 2533100"/>
              <a:gd name="connsiteX13-1421" fmla="*/ 646430 w 2585764"/>
              <a:gd name="connsiteY13-1422" fmla="*/ 1069249 h 2533100"/>
              <a:gd name="connsiteX14-1423" fmla="*/ 646430 w 2585764"/>
              <a:gd name="connsiteY14-1424" fmla="*/ 1069298 h 2533100"/>
              <a:gd name="connsiteX15-1425" fmla="*/ 0 w 2585764"/>
              <a:gd name="connsiteY15-1426" fmla="*/ 1069298 h 2533100"/>
              <a:gd name="connsiteX16-1427" fmla="*/ 0 w 2585764"/>
              <a:gd name="connsiteY16-1428" fmla="*/ 1069299 h 2533100"/>
              <a:gd name="connsiteX0-1429" fmla="*/ 0 w 2585764"/>
              <a:gd name="connsiteY0-1430" fmla="*/ 1069299 h 2533100"/>
              <a:gd name="connsiteX1-1431" fmla="*/ 0 w 2585764"/>
              <a:gd name="connsiteY1-1432" fmla="*/ 1069299 h 2533100"/>
              <a:gd name="connsiteX2-1433" fmla="*/ 1292905 w 2585764"/>
              <a:gd name="connsiteY2-1434" fmla="*/ 0 h 2533100"/>
              <a:gd name="connsiteX3-1435" fmla="*/ 1292860 w 2585764"/>
              <a:gd name="connsiteY3-1436" fmla="*/ 36 h 2533100"/>
              <a:gd name="connsiteX4-1437" fmla="*/ 2585764 w 2585764"/>
              <a:gd name="connsiteY4-1438" fmla="*/ 1069335 h 2533100"/>
              <a:gd name="connsiteX5-1439" fmla="*/ 2585720 w 2585764"/>
              <a:gd name="connsiteY5-1440" fmla="*/ 1069298 h 2533100"/>
              <a:gd name="connsiteX6-1441" fmla="*/ 2585720 w 2585764"/>
              <a:gd name="connsiteY6-1442" fmla="*/ 1069298 h 2533100"/>
              <a:gd name="connsiteX7-1443" fmla="*/ 1939290 w 2585764"/>
              <a:gd name="connsiteY7-1444" fmla="*/ 1069298 h 2533100"/>
              <a:gd name="connsiteX8-1445" fmla="*/ 1939290 w 2585764"/>
              <a:gd name="connsiteY8-1446" fmla="*/ 1069298 h 2533100"/>
              <a:gd name="connsiteX9-1447" fmla="*/ 1939290 w 2585764"/>
              <a:gd name="connsiteY9-1448" fmla="*/ 2533100 h 2533100"/>
              <a:gd name="connsiteX10-1449" fmla="*/ 1939290 w 2585764"/>
              <a:gd name="connsiteY10-1450" fmla="*/ 2533051 h 2533100"/>
              <a:gd name="connsiteX11-1451" fmla="*/ 646430 w 2585764"/>
              <a:gd name="connsiteY11-1452" fmla="*/ 2533051 h 2533100"/>
              <a:gd name="connsiteX12-1453" fmla="*/ 646430 w 2585764"/>
              <a:gd name="connsiteY12-1454" fmla="*/ 2533051 h 2533100"/>
              <a:gd name="connsiteX13-1455" fmla="*/ 646430 w 2585764"/>
              <a:gd name="connsiteY13-1456" fmla="*/ 1069249 h 2533100"/>
              <a:gd name="connsiteX14-1457" fmla="*/ 646430 w 2585764"/>
              <a:gd name="connsiteY14-1458" fmla="*/ 1069298 h 2533100"/>
              <a:gd name="connsiteX15-1459" fmla="*/ 0 w 2585764"/>
              <a:gd name="connsiteY15-1460" fmla="*/ 1069298 h 2533100"/>
              <a:gd name="connsiteX16-1461" fmla="*/ 0 w 2585764"/>
              <a:gd name="connsiteY16-1462" fmla="*/ 1069299 h 2533100"/>
              <a:gd name="connsiteX0-1463" fmla="*/ 0 w 2585764"/>
              <a:gd name="connsiteY0-1464" fmla="*/ 1069299 h 2533100"/>
              <a:gd name="connsiteX1-1465" fmla="*/ 0 w 2585764"/>
              <a:gd name="connsiteY1-1466" fmla="*/ 1069299 h 2533100"/>
              <a:gd name="connsiteX2-1467" fmla="*/ 1292905 w 2585764"/>
              <a:gd name="connsiteY2-1468" fmla="*/ 0 h 2533100"/>
              <a:gd name="connsiteX3-1469" fmla="*/ 1292860 w 2585764"/>
              <a:gd name="connsiteY3-1470" fmla="*/ 36 h 2533100"/>
              <a:gd name="connsiteX4-1471" fmla="*/ 2585764 w 2585764"/>
              <a:gd name="connsiteY4-1472" fmla="*/ 1069335 h 2533100"/>
              <a:gd name="connsiteX5-1473" fmla="*/ 2585720 w 2585764"/>
              <a:gd name="connsiteY5-1474" fmla="*/ 1069298 h 2533100"/>
              <a:gd name="connsiteX6-1475" fmla="*/ 2585720 w 2585764"/>
              <a:gd name="connsiteY6-1476" fmla="*/ 1069298 h 2533100"/>
              <a:gd name="connsiteX7-1477" fmla="*/ 1939290 w 2585764"/>
              <a:gd name="connsiteY7-1478" fmla="*/ 1069298 h 2533100"/>
              <a:gd name="connsiteX8-1479" fmla="*/ 1939290 w 2585764"/>
              <a:gd name="connsiteY8-1480" fmla="*/ 1069298 h 2533100"/>
              <a:gd name="connsiteX9-1481" fmla="*/ 1939290 w 2585764"/>
              <a:gd name="connsiteY9-1482" fmla="*/ 2533100 h 2533100"/>
              <a:gd name="connsiteX10-1483" fmla="*/ 1939290 w 2585764"/>
              <a:gd name="connsiteY10-1484" fmla="*/ 2533051 h 2533100"/>
              <a:gd name="connsiteX11-1485" fmla="*/ 646430 w 2585764"/>
              <a:gd name="connsiteY11-1486" fmla="*/ 2533051 h 2533100"/>
              <a:gd name="connsiteX12-1487" fmla="*/ 646430 w 2585764"/>
              <a:gd name="connsiteY12-1488" fmla="*/ 2533051 h 2533100"/>
              <a:gd name="connsiteX13-1489" fmla="*/ 646430 w 2585764"/>
              <a:gd name="connsiteY13-1490" fmla="*/ 1069249 h 2533100"/>
              <a:gd name="connsiteX14-1491" fmla="*/ 646430 w 2585764"/>
              <a:gd name="connsiteY14-1492" fmla="*/ 1069298 h 2533100"/>
              <a:gd name="connsiteX15-1493" fmla="*/ 0 w 2585764"/>
              <a:gd name="connsiteY15-1494" fmla="*/ 1069298 h 2533100"/>
              <a:gd name="connsiteX16-1495" fmla="*/ 0 w 2585764"/>
              <a:gd name="connsiteY16-1496" fmla="*/ 1069299 h 2533100"/>
              <a:gd name="connsiteX0-1497" fmla="*/ 0 w 2585764"/>
              <a:gd name="connsiteY0-1498" fmla="*/ 1069299 h 2533100"/>
              <a:gd name="connsiteX1-1499" fmla="*/ 0 w 2585764"/>
              <a:gd name="connsiteY1-1500" fmla="*/ 1069299 h 2533100"/>
              <a:gd name="connsiteX2-1501" fmla="*/ 1292905 w 2585764"/>
              <a:gd name="connsiteY2-1502" fmla="*/ 0 h 2533100"/>
              <a:gd name="connsiteX3-1503" fmla="*/ 1292860 w 2585764"/>
              <a:gd name="connsiteY3-1504" fmla="*/ 36 h 2533100"/>
              <a:gd name="connsiteX4-1505" fmla="*/ 2585764 w 2585764"/>
              <a:gd name="connsiteY4-1506" fmla="*/ 1069335 h 2533100"/>
              <a:gd name="connsiteX5-1507" fmla="*/ 2585720 w 2585764"/>
              <a:gd name="connsiteY5-1508" fmla="*/ 1069298 h 2533100"/>
              <a:gd name="connsiteX6-1509" fmla="*/ 2585720 w 2585764"/>
              <a:gd name="connsiteY6-1510" fmla="*/ 1069298 h 2533100"/>
              <a:gd name="connsiteX7-1511" fmla="*/ 1939290 w 2585764"/>
              <a:gd name="connsiteY7-1512" fmla="*/ 1069298 h 2533100"/>
              <a:gd name="connsiteX8-1513" fmla="*/ 1939290 w 2585764"/>
              <a:gd name="connsiteY8-1514" fmla="*/ 1069298 h 2533100"/>
              <a:gd name="connsiteX9-1515" fmla="*/ 1939290 w 2585764"/>
              <a:gd name="connsiteY9-1516" fmla="*/ 2533100 h 2533100"/>
              <a:gd name="connsiteX10-1517" fmla="*/ 1939290 w 2585764"/>
              <a:gd name="connsiteY10-1518" fmla="*/ 2533051 h 2533100"/>
              <a:gd name="connsiteX11-1519" fmla="*/ 646430 w 2585764"/>
              <a:gd name="connsiteY11-1520" fmla="*/ 2533051 h 2533100"/>
              <a:gd name="connsiteX12-1521" fmla="*/ 646430 w 2585764"/>
              <a:gd name="connsiteY12-1522" fmla="*/ 2533051 h 2533100"/>
              <a:gd name="connsiteX13-1523" fmla="*/ 646430 w 2585764"/>
              <a:gd name="connsiteY13-1524" fmla="*/ 1069249 h 2533100"/>
              <a:gd name="connsiteX14-1525" fmla="*/ 646430 w 2585764"/>
              <a:gd name="connsiteY14-1526" fmla="*/ 1069298 h 2533100"/>
              <a:gd name="connsiteX15-1527" fmla="*/ 0 w 2585764"/>
              <a:gd name="connsiteY15-1528" fmla="*/ 1069298 h 2533100"/>
              <a:gd name="connsiteX16-1529" fmla="*/ 0 w 2585764"/>
              <a:gd name="connsiteY16-1530" fmla="*/ 1069299 h 2533100"/>
              <a:gd name="connsiteX0-1531" fmla="*/ 0 w 2585764"/>
              <a:gd name="connsiteY0-1532" fmla="*/ 1069299 h 2533100"/>
              <a:gd name="connsiteX1-1533" fmla="*/ 0 w 2585764"/>
              <a:gd name="connsiteY1-1534" fmla="*/ 1069299 h 2533100"/>
              <a:gd name="connsiteX2-1535" fmla="*/ 1292905 w 2585764"/>
              <a:gd name="connsiteY2-1536" fmla="*/ 0 h 2533100"/>
              <a:gd name="connsiteX3-1537" fmla="*/ 1292860 w 2585764"/>
              <a:gd name="connsiteY3-1538" fmla="*/ 36 h 2533100"/>
              <a:gd name="connsiteX4-1539" fmla="*/ 2585764 w 2585764"/>
              <a:gd name="connsiteY4-1540" fmla="*/ 1069335 h 2533100"/>
              <a:gd name="connsiteX5-1541" fmla="*/ 2585720 w 2585764"/>
              <a:gd name="connsiteY5-1542" fmla="*/ 1069298 h 2533100"/>
              <a:gd name="connsiteX6-1543" fmla="*/ 2585720 w 2585764"/>
              <a:gd name="connsiteY6-1544" fmla="*/ 1069298 h 2533100"/>
              <a:gd name="connsiteX7-1545" fmla="*/ 1939290 w 2585764"/>
              <a:gd name="connsiteY7-1546" fmla="*/ 1069298 h 2533100"/>
              <a:gd name="connsiteX8-1547" fmla="*/ 1939290 w 2585764"/>
              <a:gd name="connsiteY8-1548" fmla="*/ 1069298 h 2533100"/>
              <a:gd name="connsiteX9-1549" fmla="*/ 1939290 w 2585764"/>
              <a:gd name="connsiteY9-1550" fmla="*/ 2533100 h 2533100"/>
              <a:gd name="connsiteX10-1551" fmla="*/ 1939290 w 2585764"/>
              <a:gd name="connsiteY10-1552" fmla="*/ 2533051 h 2533100"/>
              <a:gd name="connsiteX11-1553" fmla="*/ 646430 w 2585764"/>
              <a:gd name="connsiteY11-1554" fmla="*/ 2533051 h 2533100"/>
              <a:gd name="connsiteX12-1555" fmla="*/ 646430 w 2585764"/>
              <a:gd name="connsiteY12-1556" fmla="*/ 2533051 h 2533100"/>
              <a:gd name="connsiteX13-1557" fmla="*/ 646430 w 2585764"/>
              <a:gd name="connsiteY13-1558" fmla="*/ 1069249 h 2533100"/>
              <a:gd name="connsiteX14-1559" fmla="*/ 646430 w 2585764"/>
              <a:gd name="connsiteY14-1560" fmla="*/ 1069298 h 2533100"/>
              <a:gd name="connsiteX15-1561" fmla="*/ 0 w 2585764"/>
              <a:gd name="connsiteY15-1562" fmla="*/ 1069298 h 2533100"/>
              <a:gd name="connsiteX16-1563" fmla="*/ 0 w 2585764"/>
              <a:gd name="connsiteY16-1564" fmla="*/ 1069299 h 2533100"/>
              <a:gd name="connsiteX0-1565" fmla="*/ 0 w 2585764"/>
              <a:gd name="connsiteY0-1566" fmla="*/ 1069299 h 2533100"/>
              <a:gd name="connsiteX1-1567" fmla="*/ 0 w 2585764"/>
              <a:gd name="connsiteY1-1568" fmla="*/ 1069299 h 2533100"/>
              <a:gd name="connsiteX2-1569" fmla="*/ 1292905 w 2585764"/>
              <a:gd name="connsiteY2-1570" fmla="*/ 0 h 2533100"/>
              <a:gd name="connsiteX3-1571" fmla="*/ 1292860 w 2585764"/>
              <a:gd name="connsiteY3-1572" fmla="*/ 36 h 2533100"/>
              <a:gd name="connsiteX4-1573" fmla="*/ 2585764 w 2585764"/>
              <a:gd name="connsiteY4-1574" fmla="*/ 1069335 h 2533100"/>
              <a:gd name="connsiteX5-1575" fmla="*/ 2585720 w 2585764"/>
              <a:gd name="connsiteY5-1576" fmla="*/ 1069298 h 2533100"/>
              <a:gd name="connsiteX6-1577" fmla="*/ 2585720 w 2585764"/>
              <a:gd name="connsiteY6-1578" fmla="*/ 1069298 h 2533100"/>
              <a:gd name="connsiteX7-1579" fmla="*/ 1939290 w 2585764"/>
              <a:gd name="connsiteY7-1580" fmla="*/ 1069298 h 2533100"/>
              <a:gd name="connsiteX8-1581" fmla="*/ 1939290 w 2585764"/>
              <a:gd name="connsiteY8-1582" fmla="*/ 1069298 h 2533100"/>
              <a:gd name="connsiteX9-1583" fmla="*/ 1939290 w 2585764"/>
              <a:gd name="connsiteY9-1584" fmla="*/ 2533100 h 2533100"/>
              <a:gd name="connsiteX10-1585" fmla="*/ 1939290 w 2585764"/>
              <a:gd name="connsiteY10-1586" fmla="*/ 2533051 h 2533100"/>
              <a:gd name="connsiteX11-1587" fmla="*/ 646430 w 2585764"/>
              <a:gd name="connsiteY11-1588" fmla="*/ 2533051 h 2533100"/>
              <a:gd name="connsiteX12-1589" fmla="*/ 646430 w 2585764"/>
              <a:gd name="connsiteY12-1590" fmla="*/ 2533051 h 2533100"/>
              <a:gd name="connsiteX13-1591" fmla="*/ 646430 w 2585764"/>
              <a:gd name="connsiteY13-1592" fmla="*/ 1069249 h 2533100"/>
              <a:gd name="connsiteX14-1593" fmla="*/ 646430 w 2585764"/>
              <a:gd name="connsiteY14-1594" fmla="*/ 1069298 h 2533100"/>
              <a:gd name="connsiteX15-1595" fmla="*/ 0 w 2585764"/>
              <a:gd name="connsiteY15-1596" fmla="*/ 1069298 h 2533100"/>
              <a:gd name="connsiteX16-1597" fmla="*/ 0 w 2585764"/>
              <a:gd name="connsiteY16-1598" fmla="*/ 1069299 h 2533100"/>
              <a:gd name="connsiteX0-1599" fmla="*/ 0 w 2585764"/>
              <a:gd name="connsiteY0-1600" fmla="*/ 1069299 h 2533100"/>
              <a:gd name="connsiteX1-1601" fmla="*/ 0 w 2585764"/>
              <a:gd name="connsiteY1-1602" fmla="*/ 1069299 h 2533100"/>
              <a:gd name="connsiteX2-1603" fmla="*/ 1292905 w 2585764"/>
              <a:gd name="connsiteY2-1604" fmla="*/ 0 h 2533100"/>
              <a:gd name="connsiteX3-1605" fmla="*/ 1292860 w 2585764"/>
              <a:gd name="connsiteY3-1606" fmla="*/ 36 h 2533100"/>
              <a:gd name="connsiteX4-1607" fmla="*/ 2585764 w 2585764"/>
              <a:gd name="connsiteY4-1608" fmla="*/ 1069335 h 2533100"/>
              <a:gd name="connsiteX5-1609" fmla="*/ 2585720 w 2585764"/>
              <a:gd name="connsiteY5-1610" fmla="*/ 1069298 h 2533100"/>
              <a:gd name="connsiteX6-1611" fmla="*/ 2585720 w 2585764"/>
              <a:gd name="connsiteY6-1612" fmla="*/ 1069298 h 2533100"/>
              <a:gd name="connsiteX7-1613" fmla="*/ 1939290 w 2585764"/>
              <a:gd name="connsiteY7-1614" fmla="*/ 1069298 h 2533100"/>
              <a:gd name="connsiteX8-1615" fmla="*/ 1939290 w 2585764"/>
              <a:gd name="connsiteY8-1616" fmla="*/ 1069298 h 2533100"/>
              <a:gd name="connsiteX9-1617" fmla="*/ 1939290 w 2585764"/>
              <a:gd name="connsiteY9-1618" fmla="*/ 2533100 h 2533100"/>
              <a:gd name="connsiteX10-1619" fmla="*/ 1939290 w 2585764"/>
              <a:gd name="connsiteY10-1620" fmla="*/ 2533051 h 2533100"/>
              <a:gd name="connsiteX11-1621" fmla="*/ 646430 w 2585764"/>
              <a:gd name="connsiteY11-1622" fmla="*/ 2533051 h 2533100"/>
              <a:gd name="connsiteX12-1623" fmla="*/ 646430 w 2585764"/>
              <a:gd name="connsiteY12-1624" fmla="*/ 2533051 h 2533100"/>
              <a:gd name="connsiteX13-1625" fmla="*/ 646430 w 2585764"/>
              <a:gd name="connsiteY13-1626" fmla="*/ 1069249 h 2533100"/>
              <a:gd name="connsiteX14-1627" fmla="*/ 646430 w 2585764"/>
              <a:gd name="connsiteY14-1628" fmla="*/ 1069298 h 2533100"/>
              <a:gd name="connsiteX15-1629" fmla="*/ 0 w 2585764"/>
              <a:gd name="connsiteY15-1630" fmla="*/ 1069298 h 2533100"/>
              <a:gd name="connsiteX16-1631" fmla="*/ 0 w 2585764"/>
              <a:gd name="connsiteY16-1632" fmla="*/ 1069299 h 2533100"/>
              <a:gd name="connsiteX0-1633" fmla="*/ 0 w 2585764"/>
              <a:gd name="connsiteY0-1634" fmla="*/ 1069299 h 2533100"/>
              <a:gd name="connsiteX1-1635" fmla="*/ 0 w 2585764"/>
              <a:gd name="connsiteY1-1636" fmla="*/ 1069299 h 2533100"/>
              <a:gd name="connsiteX2-1637" fmla="*/ 1292905 w 2585764"/>
              <a:gd name="connsiteY2-1638" fmla="*/ 0 h 2533100"/>
              <a:gd name="connsiteX3-1639" fmla="*/ 1292860 w 2585764"/>
              <a:gd name="connsiteY3-1640" fmla="*/ 36 h 2533100"/>
              <a:gd name="connsiteX4-1641" fmla="*/ 2585764 w 2585764"/>
              <a:gd name="connsiteY4-1642" fmla="*/ 1069335 h 2533100"/>
              <a:gd name="connsiteX5-1643" fmla="*/ 2585720 w 2585764"/>
              <a:gd name="connsiteY5-1644" fmla="*/ 1069298 h 2533100"/>
              <a:gd name="connsiteX6-1645" fmla="*/ 2585720 w 2585764"/>
              <a:gd name="connsiteY6-1646" fmla="*/ 1069298 h 2533100"/>
              <a:gd name="connsiteX7-1647" fmla="*/ 1939290 w 2585764"/>
              <a:gd name="connsiteY7-1648" fmla="*/ 1069298 h 2533100"/>
              <a:gd name="connsiteX8-1649" fmla="*/ 1939290 w 2585764"/>
              <a:gd name="connsiteY8-1650" fmla="*/ 1069298 h 2533100"/>
              <a:gd name="connsiteX9-1651" fmla="*/ 1939290 w 2585764"/>
              <a:gd name="connsiteY9-1652" fmla="*/ 2533100 h 2533100"/>
              <a:gd name="connsiteX10-1653" fmla="*/ 1939290 w 2585764"/>
              <a:gd name="connsiteY10-1654" fmla="*/ 2533051 h 2533100"/>
              <a:gd name="connsiteX11-1655" fmla="*/ 646430 w 2585764"/>
              <a:gd name="connsiteY11-1656" fmla="*/ 2533051 h 2533100"/>
              <a:gd name="connsiteX12-1657" fmla="*/ 646430 w 2585764"/>
              <a:gd name="connsiteY12-1658" fmla="*/ 2533051 h 2533100"/>
              <a:gd name="connsiteX13-1659" fmla="*/ 646430 w 2585764"/>
              <a:gd name="connsiteY13-1660" fmla="*/ 1069249 h 2533100"/>
              <a:gd name="connsiteX14-1661" fmla="*/ 646430 w 2585764"/>
              <a:gd name="connsiteY14-1662" fmla="*/ 1069298 h 2533100"/>
              <a:gd name="connsiteX15-1663" fmla="*/ 0 w 2585764"/>
              <a:gd name="connsiteY15-1664" fmla="*/ 1069298 h 2533100"/>
              <a:gd name="connsiteX16-1665" fmla="*/ 0 w 2585764"/>
              <a:gd name="connsiteY16-1666" fmla="*/ 1069299 h 2533100"/>
              <a:gd name="connsiteX0-1667" fmla="*/ 0 w 2585764"/>
              <a:gd name="connsiteY0-1668" fmla="*/ 1069299 h 2533100"/>
              <a:gd name="connsiteX1-1669" fmla="*/ 0 w 2585764"/>
              <a:gd name="connsiteY1-1670" fmla="*/ 1069299 h 2533100"/>
              <a:gd name="connsiteX2-1671" fmla="*/ 1292905 w 2585764"/>
              <a:gd name="connsiteY2-1672" fmla="*/ 0 h 2533100"/>
              <a:gd name="connsiteX3-1673" fmla="*/ 1292860 w 2585764"/>
              <a:gd name="connsiteY3-1674" fmla="*/ 36 h 2533100"/>
              <a:gd name="connsiteX4-1675" fmla="*/ 2585764 w 2585764"/>
              <a:gd name="connsiteY4-1676" fmla="*/ 1069335 h 2533100"/>
              <a:gd name="connsiteX5-1677" fmla="*/ 2585720 w 2585764"/>
              <a:gd name="connsiteY5-1678" fmla="*/ 1069298 h 2533100"/>
              <a:gd name="connsiteX6-1679" fmla="*/ 2585720 w 2585764"/>
              <a:gd name="connsiteY6-1680" fmla="*/ 1069298 h 2533100"/>
              <a:gd name="connsiteX7-1681" fmla="*/ 1939290 w 2585764"/>
              <a:gd name="connsiteY7-1682" fmla="*/ 1069298 h 2533100"/>
              <a:gd name="connsiteX8-1683" fmla="*/ 1939290 w 2585764"/>
              <a:gd name="connsiteY8-1684" fmla="*/ 1069298 h 2533100"/>
              <a:gd name="connsiteX9-1685" fmla="*/ 1939290 w 2585764"/>
              <a:gd name="connsiteY9-1686" fmla="*/ 2533100 h 2533100"/>
              <a:gd name="connsiteX10-1687" fmla="*/ 1939290 w 2585764"/>
              <a:gd name="connsiteY10-1688" fmla="*/ 2533051 h 2533100"/>
              <a:gd name="connsiteX11-1689" fmla="*/ 646430 w 2585764"/>
              <a:gd name="connsiteY11-1690" fmla="*/ 2533051 h 2533100"/>
              <a:gd name="connsiteX12-1691" fmla="*/ 646430 w 2585764"/>
              <a:gd name="connsiteY12-1692" fmla="*/ 2533051 h 2533100"/>
              <a:gd name="connsiteX13-1693" fmla="*/ 646430 w 2585764"/>
              <a:gd name="connsiteY13-1694" fmla="*/ 1069249 h 2533100"/>
              <a:gd name="connsiteX14-1695" fmla="*/ 646430 w 2585764"/>
              <a:gd name="connsiteY14-1696" fmla="*/ 1069298 h 2533100"/>
              <a:gd name="connsiteX15-1697" fmla="*/ 0 w 2585764"/>
              <a:gd name="connsiteY15-1698" fmla="*/ 1069298 h 2533100"/>
              <a:gd name="connsiteX16-1699" fmla="*/ 23342 w 2585764"/>
              <a:gd name="connsiteY16-1700" fmla="*/ 1060893 h 2533100"/>
              <a:gd name="connsiteX0-1701" fmla="*/ 23342 w 2585764"/>
              <a:gd name="connsiteY0-1702" fmla="*/ 1060893 h 2533100"/>
              <a:gd name="connsiteX1-1703" fmla="*/ 0 w 2585764"/>
              <a:gd name="connsiteY1-1704" fmla="*/ 1069299 h 2533100"/>
              <a:gd name="connsiteX2-1705" fmla="*/ 1292905 w 2585764"/>
              <a:gd name="connsiteY2-1706" fmla="*/ 0 h 2533100"/>
              <a:gd name="connsiteX3-1707" fmla="*/ 1292860 w 2585764"/>
              <a:gd name="connsiteY3-1708" fmla="*/ 36 h 2533100"/>
              <a:gd name="connsiteX4-1709" fmla="*/ 2585764 w 2585764"/>
              <a:gd name="connsiteY4-1710" fmla="*/ 1069335 h 2533100"/>
              <a:gd name="connsiteX5-1711" fmla="*/ 2585720 w 2585764"/>
              <a:gd name="connsiteY5-1712" fmla="*/ 1069298 h 2533100"/>
              <a:gd name="connsiteX6-1713" fmla="*/ 2585720 w 2585764"/>
              <a:gd name="connsiteY6-1714" fmla="*/ 1069298 h 2533100"/>
              <a:gd name="connsiteX7-1715" fmla="*/ 1939290 w 2585764"/>
              <a:gd name="connsiteY7-1716" fmla="*/ 1069298 h 2533100"/>
              <a:gd name="connsiteX8-1717" fmla="*/ 1939290 w 2585764"/>
              <a:gd name="connsiteY8-1718" fmla="*/ 1069298 h 2533100"/>
              <a:gd name="connsiteX9-1719" fmla="*/ 1939290 w 2585764"/>
              <a:gd name="connsiteY9-1720" fmla="*/ 2533100 h 2533100"/>
              <a:gd name="connsiteX10-1721" fmla="*/ 1939290 w 2585764"/>
              <a:gd name="connsiteY10-1722" fmla="*/ 2533051 h 2533100"/>
              <a:gd name="connsiteX11-1723" fmla="*/ 646430 w 2585764"/>
              <a:gd name="connsiteY11-1724" fmla="*/ 2533051 h 2533100"/>
              <a:gd name="connsiteX12-1725" fmla="*/ 646430 w 2585764"/>
              <a:gd name="connsiteY12-1726" fmla="*/ 2533051 h 2533100"/>
              <a:gd name="connsiteX13-1727" fmla="*/ 646430 w 2585764"/>
              <a:gd name="connsiteY13-1728" fmla="*/ 1069249 h 2533100"/>
              <a:gd name="connsiteX14-1729" fmla="*/ 646430 w 2585764"/>
              <a:gd name="connsiteY14-1730" fmla="*/ 1069298 h 2533100"/>
              <a:gd name="connsiteX15-1731" fmla="*/ 0 w 2585764"/>
              <a:gd name="connsiteY15-1732" fmla="*/ 1069298 h 2533100"/>
              <a:gd name="connsiteX16-1733" fmla="*/ 23342 w 2585764"/>
              <a:gd name="connsiteY16-1734" fmla="*/ 1060893 h 2533100"/>
              <a:gd name="connsiteX0-1735" fmla="*/ 23342 w 2585764"/>
              <a:gd name="connsiteY0-1736" fmla="*/ 1060893 h 2533100"/>
              <a:gd name="connsiteX1-1737" fmla="*/ 0 w 2585764"/>
              <a:gd name="connsiteY1-1738" fmla="*/ 1069299 h 2533100"/>
              <a:gd name="connsiteX2-1739" fmla="*/ 1292905 w 2585764"/>
              <a:gd name="connsiteY2-1740" fmla="*/ 0 h 2533100"/>
              <a:gd name="connsiteX3-1741" fmla="*/ 1292860 w 2585764"/>
              <a:gd name="connsiteY3-1742" fmla="*/ 36 h 2533100"/>
              <a:gd name="connsiteX4-1743" fmla="*/ 2585764 w 2585764"/>
              <a:gd name="connsiteY4-1744" fmla="*/ 1069335 h 2533100"/>
              <a:gd name="connsiteX5-1745" fmla="*/ 2585720 w 2585764"/>
              <a:gd name="connsiteY5-1746" fmla="*/ 1069298 h 2533100"/>
              <a:gd name="connsiteX6-1747" fmla="*/ 2585720 w 2585764"/>
              <a:gd name="connsiteY6-1748" fmla="*/ 1069298 h 2533100"/>
              <a:gd name="connsiteX7-1749" fmla="*/ 1939290 w 2585764"/>
              <a:gd name="connsiteY7-1750" fmla="*/ 1069298 h 2533100"/>
              <a:gd name="connsiteX8-1751" fmla="*/ 1939290 w 2585764"/>
              <a:gd name="connsiteY8-1752" fmla="*/ 1069298 h 2533100"/>
              <a:gd name="connsiteX9-1753" fmla="*/ 1939290 w 2585764"/>
              <a:gd name="connsiteY9-1754" fmla="*/ 2533100 h 2533100"/>
              <a:gd name="connsiteX10-1755" fmla="*/ 1939290 w 2585764"/>
              <a:gd name="connsiteY10-1756" fmla="*/ 2533051 h 2533100"/>
              <a:gd name="connsiteX11-1757" fmla="*/ 646430 w 2585764"/>
              <a:gd name="connsiteY11-1758" fmla="*/ 2533051 h 2533100"/>
              <a:gd name="connsiteX12-1759" fmla="*/ 646430 w 2585764"/>
              <a:gd name="connsiteY12-1760" fmla="*/ 2533051 h 2533100"/>
              <a:gd name="connsiteX13-1761" fmla="*/ 646430 w 2585764"/>
              <a:gd name="connsiteY13-1762" fmla="*/ 1069249 h 2533100"/>
              <a:gd name="connsiteX14-1763" fmla="*/ 646430 w 2585764"/>
              <a:gd name="connsiteY14-1764" fmla="*/ 1069298 h 2533100"/>
              <a:gd name="connsiteX15-1765" fmla="*/ 0 w 2585764"/>
              <a:gd name="connsiteY15-1766" fmla="*/ 1069298 h 2533100"/>
              <a:gd name="connsiteX16-1767" fmla="*/ 23342 w 2585764"/>
              <a:gd name="connsiteY16-1768" fmla="*/ 1060893 h 2533100"/>
              <a:gd name="connsiteX0-1769" fmla="*/ 23342 w 2585764"/>
              <a:gd name="connsiteY0-1770" fmla="*/ 1060893 h 2533100"/>
              <a:gd name="connsiteX1-1771" fmla="*/ 0 w 2585764"/>
              <a:gd name="connsiteY1-1772" fmla="*/ 1069299 h 2533100"/>
              <a:gd name="connsiteX2-1773" fmla="*/ 1292905 w 2585764"/>
              <a:gd name="connsiteY2-1774" fmla="*/ 0 h 2533100"/>
              <a:gd name="connsiteX3-1775" fmla="*/ 1292860 w 2585764"/>
              <a:gd name="connsiteY3-1776" fmla="*/ 36 h 2533100"/>
              <a:gd name="connsiteX4-1777" fmla="*/ 2585764 w 2585764"/>
              <a:gd name="connsiteY4-1778" fmla="*/ 1069335 h 2533100"/>
              <a:gd name="connsiteX5-1779" fmla="*/ 2585720 w 2585764"/>
              <a:gd name="connsiteY5-1780" fmla="*/ 1069298 h 2533100"/>
              <a:gd name="connsiteX6-1781" fmla="*/ 2585720 w 2585764"/>
              <a:gd name="connsiteY6-1782" fmla="*/ 1069298 h 2533100"/>
              <a:gd name="connsiteX7-1783" fmla="*/ 1939290 w 2585764"/>
              <a:gd name="connsiteY7-1784" fmla="*/ 1069298 h 2533100"/>
              <a:gd name="connsiteX8-1785" fmla="*/ 1939290 w 2585764"/>
              <a:gd name="connsiteY8-1786" fmla="*/ 1069298 h 2533100"/>
              <a:gd name="connsiteX9-1787" fmla="*/ 1939290 w 2585764"/>
              <a:gd name="connsiteY9-1788" fmla="*/ 2533100 h 2533100"/>
              <a:gd name="connsiteX10-1789" fmla="*/ 1939290 w 2585764"/>
              <a:gd name="connsiteY10-1790" fmla="*/ 2533051 h 2533100"/>
              <a:gd name="connsiteX11-1791" fmla="*/ 646430 w 2585764"/>
              <a:gd name="connsiteY11-1792" fmla="*/ 2533051 h 2533100"/>
              <a:gd name="connsiteX12-1793" fmla="*/ 646430 w 2585764"/>
              <a:gd name="connsiteY12-1794" fmla="*/ 2533051 h 2533100"/>
              <a:gd name="connsiteX13-1795" fmla="*/ 646430 w 2585764"/>
              <a:gd name="connsiteY13-1796" fmla="*/ 1069249 h 2533100"/>
              <a:gd name="connsiteX14-1797" fmla="*/ 646430 w 2585764"/>
              <a:gd name="connsiteY14-1798" fmla="*/ 1069298 h 2533100"/>
              <a:gd name="connsiteX15-1799" fmla="*/ 0 w 2585764"/>
              <a:gd name="connsiteY15-1800" fmla="*/ 1069298 h 2533100"/>
              <a:gd name="connsiteX16-1801" fmla="*/ 23342 w 2585764"/>
              <a:gd name="connsiteY16-1802" fmla="*/ 1060893 h 2533100"/>
              <a:gd name="connsiteX0-1803" fmla="*/ 23342 w 2585764"/>
              <a:gd name="connsiteY0-1804" fmla="*/ 1060893 h 2533100"/>
              <a:gd name="connsiteX1-1805" fmla="*/ 27197 w 2585764"/>
              <a:gd name="connsiteY1-1806" fmla="*/ 1046805 h 2533100"/>
              <a:gd name="connsiteX2-1807" fmla="*/ 1292905 w 2585764"/>
              <a:gd name="connsiteY2-1808" fmla="*/ 0 h 2533100"/>
              <a:gd name="connsiteX3-1809" fmla="*/ 1292860 w 2585764"/>
              <a:gd name="connsiteY3-1810" fmla="*/ 36 h 2533100"/>
              <a:gd name="connsiteX4-1811" fmla="*/ 2585764 w 2585764"/>
              <a:gd name="connsiteY4-1812" fmla="*/ 1069335 h 2533100"/>
              <a:gd name="connsiteX5-1813" fmla="*/ 2585720 w 2585764"/>
              <a:gd name="connsiteY5-1814" fmla="*/ 1069298 h 2533100"/>
              <a:gd name="connsiteX6-1815" fmla="*/ 2585720 w 2585764"/>
              <a:gd name="connsiteY6-1816" fmla="*/ 1069298 h 2533100"/>
              <a:gd name="connsiteX7-1817" fmla="*/ 1939290 w 2585764"/>
              <a:gd name="connsiteY7-1818" fmla="*/ 1069298 h 2533100"/>
              <a:gd name="connsiteX8-1819" fmla="*/ 1939290 w 2585764"/>
              <a:gd name="connsiteY8-1820" fmla="*/ 1069298 h 2533100"/>
              <a:gd name="connsiteX9-1821" fmla="*/ 1939290 w 2585764"/>
              <a:gd name="connsiteY9-1822" fmla="*/ 2533100 h 2533100"/>
              <a:gd name="connsiteX10-1823" fmla="*/ 1939290 w 2585764"/>
              <a:gd name="connsiteY10-1824" fmla="*/ 2533051 h 2533100"/>
              <a:gd name="connsiteX11-1825" fmla="*/ 646430 w 2585764"/>
              <a:gd name="connsiteY11-1826" fmla="*/ 2533051 h 2533100"/>
              <a:gd name="connsiteX12-1827" fmla="*/ 646430 w 2585764"/>
              <a:gd name="connsiteY12-1828" fmla="*/ 2533051 h 2533100"/>
              <a:gd name="connsiteX13-1829" fmla="*/ 646430 w 2585764"/>
              <a:gd name="connsiteY13-1830" fmla="*/ 1069249 h 2533100"/>
              <a:gd name="connsiteX14-1831" fmla="*/ 646430 w 2585764"/>
              <a:gd name="connsiteY14-1832" fmla="*/ 1069298 h 2533100"/>
              <a:gd name="connsiteX15-1833" fmla="*/ 0 w 2585764"/>
              <a:gd name="connsiteY15-1834" fmla="*/ 1069298 h 2533100"/>
              <a:gd name="connsiteX16-1835" fmla="*/ 23342 w 2585764"/>
              <a:gd name="connsiteY16-1836" fmla="*/ 1060893 h 2533100"/>
              <a:gd name="connsiteX0-1837" fmla="*/ 23342 w 2585764"/>
              <a:gd name="connsiteY0-1838" fmla="*/ 1060893 h 2533100"/>
              <a:gd name="connsiteX1-1839" fmla="*/ 27197 w 2585764"/>
              <a:gd name="connsiteY1-1840" fmla="*/ 1046805 h 2533100"/>
              <a:gd name="connsiteX2-1841" fmla="*/ 1292905 w 2585764"/>
              <a:gd name="connsiteY2-1842" fmla="*/ 0 h 2533100"/>
              <a:gd name="connsiteX3-1843" fmla="*/ 1292860 w 2585764"/>
              <a:gd name="connsiteY3-1844" fmla="*/ 36 h 2533100"/>
              <a:gd name="connsiteX4-1845" fmla="*/ 2585764 w 2585764"/>
              <a:gd name="connsiteY4-1846" fmla="*/ 1069335 h 2533100"/>
              <a:gd name="connsiteX5-1847" fmla="*/ 2585720 w 2585764"/>
              <a:gd name="connsiteY5-1848" fmla="*/ 1069298 h 2533100"/>
              <a:gd name="connsiteX6-1849" fmla="*/ 2585720 w 2585764"/>
              <a:gd name="connsiteY6-1850" fmla="*/ 1069298 h 2533100"/>
              <a:gd name="connsiteX7-1851" fmla="*/ 1939290 w 2585764"/>
              <a:gd name="connsiteY7-1852" fmla="*/ 1069298 h 2533100"/>
              <a:gd name="connsiteX8-1853" fmla="*/ 1939290 w 2585764"/>
              <a:gd name="connsiteY8-1854" fmla="*/ 1069298 h 2533100"/>
              <a:gd name="connsiteX9-1855" fmla="*/ 1939290 w 2585764"/>
              <a:gd name="connsiteY9-1856" fmla="*/ 2533100 h 2533100"/>
              <a:gd name="connsiteX10-1857" fmla="*/ 1939290 w 2585764"/>
              <a:gd name="connsiteY10-1858" fmla="*/ 2533051 h 2533100"/>
              <a:gd name="connsiteX11-1859" fmla="*/ 646430 w 2585764"/>
              <a:gd name="connsiteY11-1860" fmla="*/ 2533051 h 2533100"/>
              <a:gd name="connsiteX12-1861" fmla="*/ 646430 w 2585764"/>
              <a:gd name="connsiteY12-1862" fmla="*/ 2533051 h 2533100"/>
              <a:gd name="connsiteX13-1863" fmla="*/ 646430 w 2585764"/>
              <a:gd name="connsiteY13-1864" fmla="*/ 1069249 h 2533100"/>
              <a:gd name="connsiteX14-1865" fmla="*/ 646430 w 2585764"/>
              <a:gd name="connsiteY14-1866" fmla="*/ 1069298 h 2533100"/>
              <a:gd name="connsiteX15-1867" fmla="*/ 0 w 2585764"/>
              <a:gd name="connsiteY15-1868" fmla="*/ 1069298 h 2533100"/>
              <a:gd name="connsiteX16-1869" fmla="*/ 23342 w 2585764"/>
              <a:gd name="connsiteY16-1870" fmla="*/ 1060893 h 2533100"/>
              <a:gd name="connsiteX0-1871" fmla="*/ 23342 w 2585764"/>
              <a:gd name="connsiteY0-1872" fmla="*/ 1060893 h 2533100"/>
              <a:gd name="connsiteX1-1873" fmla="*/ 27197 w 2585764"/>
              <a:gd name="connsiteY1-1874" fmla="*/ 1046805 h 2533100"/>
              <a:gd name="connsiteX2-1875" fmla="*/ 1292905 w 2585764"/>
              <a:gd name="connsiteY2-1876" fmla="*/ 0 h 2533100"/>
              <a:gd name="connsiteX3-1877" fmla="*/ 1292860 w 2585764"/>
              <a:gd name="connsiteY3-1878" fmla="*/ 36 h 2533100"/>
              <a:gd name="connsiteX4-1879" fmla="*/ 2585764 w 2585764"/>
              <a:gd name="connsiteY4-1880" fmla="*/ 1069335 h 2533100"/>
              <a:gd name="connsiteX5-1881" fmla="*/ 2585720 w 2585764"/>
              <a:gd name="connsiteY5-1882" fmla="*/ 1069298 h 2533100"/>
              <a:gd name="connsiteX6-1883" fmla="*/ 2585720 w 2585764"/>
              <a:gd name="connsiteY6-1884" fmla="*/ 1069298 h 2533100"/>
              <a:gd name="connsiteX7-1885" fmla="*/ 1939290 w 2585764"/>
              <a:gd name="connsiteY7-1886" fmla="*/ 1069298 h 2533100"/>
              <a:gd name="connsiteX8-1887" fmla="*/ 1939290 w 2585764"/>
              <a:gd name="connsiteY8-1888" fmla="*/ 1069298 h 2533100"/>
              <a:gd name="connsiteX9-1889" fmla="*/ 1939290 w 2585764"/>
              <a:gd name="connsiteY9-1890" fmla="*/ 2533100 h 2533100"/>
              <a:gd name="connsiteX10-1891" fmla="*/ 1939290 w 2585764"/>
              <a:gd name="connsiteY10-1892" fmla="*/ 2533051 h 2533100"/>
              <a:gd name="connsiteX11-1893" fmla="*/ 646430 w 2585764"/>
              <a:gd name="connsiteY11-1894" fmla="*/ 2533051 h 2533100"/>
              <a:gd name="connsiteX12-1895" fmla="*/ 646430 w 2585764"/>
              <a:gd name="connsiteY12-1896" fmla="*/ 2533051 h 2533100"/>
              <a:gd name="connsiteX13-1897" fmla="*/ 646430 w 2585764"/>
              <a:gd name="connsiteY13-1898" fmla="*/ 1069249 h 2533100"/>
              <a:gd name="connsiteX14-1899" fmla="*/ 646430 w 2585764"/>
              <a:gd name="connsiteY14-1900" fmla="*/ 1069298 h 2533100"/>
              <a:gd name="connsiteX15-1901" fmla="*/ 0 w 2585764"/>
              <a:gd name="connsiteY15-1902" fmla="*/ 1069298 h 2533100"/>
              <a:gd name="connsiteX16-1903" fmla="*/ 23342 w 2585764"/>
              <a:gd name="connsiteY16-1904" fmla="*/ 1060893 h 2533100"/>
              <a:gd name="connsiteX0-1905" fmla="*/ 23342 w 2585764"/>
              <a:gd name="connsiteY0-1906" fmla="*/ 1060858 h 2533065"/>
              <a:gd name="connsiteX1-1907" fmla="*/ 27197 w 2585764"/>
              <a:gd name="connsiteY1-1908" fmla="*/ 1046770 h 2533065"/>
              <a:gd name="connsiteX2-1909" fmla="*/ 1284810 w 2585764"/>
              <a:gd name="connsiteY2-1910" fmla="*/ 6659 h 2533065"/>
              <a:gd name="connsiteX3-1911" fmla="*/ 1292860 w 2585764"/>
              <a:gd name="connsiteY3-1912" fmla="*/ 1 h 2533065"/>
              <a:gd name="connsiteX4-1913" fmla="*/ 2585764 w 2585764"/>
              <a:gd name="connsiteY4-1914" fmla="*/ 1069300 h 2533065"/>
              <a:gd name="connsiteX5-1915" fmla="*/ 2585720 w 2585764"/>
              <a:gd name="connsiteY5-1916" fmla="*/ 1069263 h 2533065"/>
              <a:gd name="connsiteX6-1917" fmla="*/ 2585720 w 2585764"/>
              <a:gd name="connsiteY6-1918" fmla="*/ 1069263 h 2533065"/>
              <a:gd name="connsiteX7-1919" fmla="*/ 1939290 w 2585764"/>
              <a:gd name="connsiteY7-1920" fmla="*/ 1069263 h 2533065"/>
              <a:gd name="connsiteX8-1921" fmla="*/ 1939290 w 2585764"/>
              <a:gd name="connsiteY8-1922" fmla="*/ 1069263 h 2533065"/>
              <a:gd name="connsiteX9-1923" fmla="*/ 1939290 w 2585764"/>
              <a:gd name="connsiteY9-1924" fmla="*/ 2533065 h 2533065"/>
              <a:gd name="connsiteX10-1925" fmla="*/ 1939290 w 2585764"/>
              <a:gd name="connsiteY10-1926" fmla="*/ 2533016 h 2533065"/>
              <a:gd name="connsiteX11-1927" fmla="*/ 646430 w 2585764"/>
              <a:gd name="connsiteY11-1928" fmla="*/ 2533016 h 2533065"/>
              <a:gd name="connsiteX12-1929" fmla="*/ 646430 w 2585764"/>
              <a:gd name="connsiteY12-1930" fmla="*/ 2533016 h 2533065"/>
              <a:gd name="connsiteX13-1931" fmla="*/ 646430 w 2585764"/>
              <a:gd name="connsiteY13-1932" fmla="*/ 1069214 h 2533065"/>
              <a:gd name="connsiteX14-1933" fmla="*/ 646430 w 2585764"/>
              <a:gd name="connsiteY14-1934" fmla="*/ 1069263 h 2533065"/>
              <a:gd name="connsiteX15-1935" fmla="*/ 0 w 2585764"/>
              <a:gd name="connsiteY15-1936" fmla="*/ 1069263 h 2533065"/>
              <a:gd name="connsiteX16-1937" fmla="*/ 23342 w 2585764"/>
              <a:gd name="connsiteY16-1938" fmla="*/ 1060858 h 2533065"/>
              <a:gd name="connsiteX0-1939" fmla="*/ 23342 w 2585764"/>
              <a:gd name="connsiteY0-1940" fmla="*/ 1060857 h 2533064"/>
              <a:gd name="connsiteX1-1941" fmla="*/ 27197 w 2585764"/>
              <a:gd name="connsiteY1-1942" fmla="*/ 1046769 h 2533064"/>
              <a:gd name="connsiteX2-1943" fmla="*/ 1284810 w 2585764"/>
              <a:gd name="connsiteY2-1944" fmla="*/ 6658 h 2533064"/>
              <a:gd name="connsiteX3-1945" fmla="*/ 1292860 w 2585764"/>
              <a:gd name="connsiteY3-1946" fmla="*/ 0 h 2533064"/>
              <a:gd name="connsiteX4-1947" fmla="*/ 2585764 w 2585764"/>
              <a:gd name="connsiteY4-1948" fmla="*/ 1069299 h 2533064"/>
              <a:gd name="connsiteX5-1949" fmla="*/ 2585720 w 2585764"/>
              <a:gd name="connsiteY5-1950" fmla="*/ 1069262 h 2533064"/>
              <a:gd name="connsiteX6-1951" fmla="*/ 2585720 w 2585764"/>
              <a:gd name="connsiteY6-1952" fmla="*/ 1069262 h 2533064"/>
              <a:gd name="connsiteX7-1953" fmla="*/ 1939290 w 2585764"/>
              <a:gd name="connsiteY7-1954" fmla="*/ 1069262 h 2533064"/>
              <a:gd name="connsiteX8-1955" fmla="*/ 1939290 w 2585764"/>
              <a:gd name="connsiteY8-1956" fmla="*/ 1069262 h 2533064"/>
              <a:gd name="connsiteX9-1957" fmla="*/ 1939290 w 2585764"/>
              <a:gd name="connsiteY9-1958" fmla="*/ 2533064 h 2533064"/>
              <a:gd name="connsiteX10-1959" fmla="*/ 1939290 w 2585764"/>
              <a:gd name="connsiteY10-1960" fmla="*/ 2533015 h 2533064"/>
              <a:gd name="connsiteX11-1961" fmla="*/ 646430 w 2585764"/>
              <a:gd name="connsiteY11-1962" fmla="*/ 2533015 h 2533064"/>
              <a:gd name="connsiteX12-1963" fmla="*/ 646430 w 2585764"/>
              <a:gd name="connsiteY12-1964" fmla="*/ 2533015 h 2533064"/>
              <a:gd name="connsiteX13-1965" fmla="*/ 646430 w 2585764"/>
              <a:gd name="connsiteY13-1966" fmla="*/ 1069213 h 2533064"/>
              <a:gd name="connsiteX14-1967" fmla="*/ 646430 w 2585764"/>
              <a:gd name="connsiteY14-1968" fmla="*/ 1069262 h 2533064"/>
              <a:gd name="connsiteX15-1969" fmla="*/ 0 w 2585764"/>
              <a:gd name="connsiteY15-1970" fmla="*/ 1069262 h 2533064"/>
              <a:gd name="connsiteX16-1971" fmla="*/ 23342 w 2585764"/>
              <a:gd name="connsiteY16-1972" fmla="*/ 1060857 h 2533064"/>
              <a:gd name="connsiteX0-1973" fmla="*/ 23342 w 2585764"/>
              <a:gd name="connsiteY0-1974" fmla="*/ 1060857 h 2533064"/>
              <a:gd name="connsiteX1-1975" fmla="*/ 27197 w 2585764"/>
              <a:gd name="connsiteY1-1976" fmla="*/ 1046769 h 2533064"/>
              <a:gd name="connsiteX2-1977" fmla="*/ 1284810 w 2585764"/>
              <a:gd name="connsiteY2-1978" fmla="*/ 6658 h 2533064"/>
              <a:gd name="connsiteX3-1979" fmla="*/ 1292860 w 2585764"/>
              <a:gd name="connsiteY3-1980" fmla="*/ 0 h 2533064"/>
              <a:gd name="connsiteX4-1981" fmla="*/ 2585764 w 2585764"/>
              <a:gd name="connsiteY4-1982" fmla="*/ 1069299 h 2533064"/>
              <a:gd name="connsiteX5-1983" fmla="*/ 2585720 w 2585764"/>
              <a:gd name="connsiteY5-1984" fmla="*/ 1069262 h 2533064"/>
              <a:gd name="connsiteX6-1985" fmla="*/ 2585720 w 2585764"/>
              <a:gd name="connsiteY6-1986" fmla="*/ 1069262 h 2533064"/>
              <a:gd name="connsiteX7-1987" fmla="*/ 1939290 w 2585764"/>
              <a:gd name="connsiteY7-1988" fmla="*/ 1069262 h 2533064"/>
              <a:gd name="connsiteX8-1989" fmla="*/ 1939290 w 2585764"/>
              <a:gd name="connsiteY8-1990" fmla="*/ 1069262 h 2533064"/>
              <a:gd name="connsiteX9-1991" fmla="*/ 1939290 w 2585764"/>
              <a:gd name="connsiteY9-1992" fmla="*/ 2533064 h 2533064"/>
              <a:gd name="connsiteX10-1993" fmla="*/ 1939290 w 2585764"/>
              <a:gd name="connsiteY10-1994" fmla="*/ 2533015 h 2533064"/>
              <a:gd name="connsiteX11-1995" fmla="*/ 646430 w 2585764"/>
              <a:gd name="connsiteY11-1996" fmla="*/ 2533015 h 2533064"/>
              <a:gd name="connsiteX12-1997" fmla="*/ 646430 w 2585764"/>
              <a:gd name="connsiteY12-1998" fmla="*/ 2533015 h 2533064"/>
              <a:gd name="connsiteX13-1999" fmla="*/ 646430 w 2585764"/>
              <a:gd name="connsiteY13-2000" fmla="*/ 1069213 h 2533064"/>
              <a:gd name="connsiteX14-2001" fmla="*/ 646430 w 2585764"/>
              <a:gd name="connsiteY14-2002" fmla="*/ 1069262 h 2533064"/>
              <a:gd name="connsiteX15-2003" fmla="*/ 0 w 2585764"/>
              <a:gd name="connsiteY15-2004" fmla="*/ 1069262 h 2533064"/>
              <a:gd name="connsiteX16-2005" fmla="*/ 23342 w 2585764"/>
              <a:gd name="connsiteY16-2006" fmla="*/ 1060857 h 2533064"/>
              <a:gd name="connsiteX0-2007" fmla="*/ 23342 w 2585764"/>
              <a:gd name="connsiteY0-2008" fmla="*/ 1057227 h 2529434"/>
              <a:gd name="connsiteX1-2009" fmla="*/ 27197 w 2585764"/>
              <a:gd name="connsiteY1-2010" fmla="*/ 1043139 h 2529434"/>
              <a:gd name="connsiteX2-2011" fmla="*/ 1284810 w 2585764"/>
              <a:gd name="connsiteY2-2012" fmla="*/ 3028 h 2529434"/>
              <a:gd name="connsiteX3-2013" fmla="*/ 1300955 w 2585764"/>
              <a:gd name="connsiteY3-2014" fmla="*/ 3064 h 2529434"/>
              <a:gd name="connsiteX4-2015" fmla="*/ 2585764 w 2585764"/>
              <a:gd name="connsiteY4-2016" fmla="*/ 1065669 h 2529434"/>
              <a:gd name="connsiteX5-2017" fmla="*/ 2585720 w 2585764"/>
              <a:gd name="connsiteY5-2018" fmla="*/ 1065632 h 2529434"/>
              <a:gd name="connsiteX6-2019" fmla="*/ 2585720 w 2585764"/>
              <a:gd name="connsiteY6-2020" fmla="*/ 1065632 h 2529434"/>
              <a:gd name="connsiteX7-2021" fmla="*/ 1939290 w 2585764"/>
              <a:gd name="connsiteY7-2022" fmla="*/ 1065632 h 2529434"/>
              <a:gd name="connsiteX8-2023" fmla="*/ 1939290 w 2585764"/>
              <a:gd name="connsiteY8-2024" fmla="*/ 1065632 h 2529434"/>
              <a:gd name="connsiteX9-2025" fmla="*/ 1939290 w 2585764"/>
              <a:gd name="connsiteY9-2026" fmla="*/ 2529434 h 2529434"/>
              <a:gd name="connsiteX10-2027" fmla="*/ 1939290 w 2585764"/>
              <a:gd name="connsiteY10-2028" fmla="*/ 2529385 h 2529434"/>
              <a:gd name="connsiteX11-2029" fmla="*/ 646430 w 2585764"/>
              <a:gd name="connsiteY11-2030" fmla="*/ 2529385 h 2529434"/>
              <a:gd name="connsiteX12-2031" fmla="*/ 646430 w 2585764"/>
              <a:gd name="connsiteY12-2032" fmla="*/ 2529385 h 2529434"/>
              <a:gd name="connsiteX13-2033" fmla="*/ 646430 w 2585764"/>
              <a:gd name="connsiteY13-2034" fmla="*/ 1065583 h 2529434"/>
              <a:gd name="connsiteX14-2035" fmla="*/ 646430 w 2585764"/>
              <a:gd name="connsiteY14-2036" fmla="*/ 1065632 h 2529434"/>
              <a:gd name="connsiteX15-2037" fmla="*/ 0 w 2585764"/>
              <a:gd name="connsiteY15-2038" fmla="*/ 1065632 h 2529434"/>
              <a:gd name="connsiteX16-2039" fmla="*/ 23342 w 2585764"/>
              <a:gd name="connsiteY16-2040" fmla="*/ 1057227 h 2529434"/>
              <a:gd name="connsiteX0-2041" fmla="*/ 23342 w 2585764"/>
              <a:gd name="connsiteY0-2042" fmla="*/ 1057227 h 2529434"/>
              <a:gd name="connsiteX1-2043" fmla="*/ 27197 w 2585764"/>
              <a:gd name="connsiteY1-2044" fmla="*/ 1043139 h 2529434"/>
              <a:gd name="connsiteX2-2045" fmla="*/ 1284810 w 2585764"/>
              <a:gd name="connsiteY2-2046" fmla="*/ 3028 h 2529434"/>
              <a:gd name="connsiteX3-2047" fmla="*/ 1300955 w 2585764"/>
              <a:gd name="connsiteY3-2048" fmla="*/ 3064 h 2529434"/>
              <a:gd name="connsiteX4-2049" fmla="*/ 2585764 w 2585764"/>
              <a:gd name="connsiteY4-2050" fmla="*/ 1065669 h 2529434"/>
              <a:gd name="connsiteX5-2051" fmla="*/ 2585720 w 2585764"/>
              <a:gd name="connsiteY5-2052" fmla="*/ 1065632 h 2529434"/>
              <a:gd name="connsiteX6-2053" fmla="*/ 2585720 w 2585764"/>
              <a:gd name="connsiteY6-2054" fmla="*/ 1065632 h 2529434"/>
              <a:gd name="connsiteX7-2055" fmla="*/ 1939290 w 2585764"/>
              <a:gd name="connsiteY7-2056" fmla="*/ 1065632 h 2529434"/>
              <a:gd name="connsiteX8-2057" fmla="*/ 1939290 w 2585764"/>
              <a:gd name="connsiteY8-2058" fmla="*/ 1065632 h 2529434"/>
              <a:gd name="connsiteX9-2059" fmla="*/ 1939290 w 2585764"/>
              <a:gd name="connsiteY9-2060" fmla="*/ 2529434 h 2529434"/>
              <a:gd name="connsiteX10-2061" fmla="*/ 1939290 w 2585764"/>
              <a:gd name="connsiteY10-2062" fmla="*/ 2529385 h 2529434"/>
              <a:gd name="connsiteX11-2063" fmla="*/ 646430 w 2585764"/>
              <a:gd name="connsiteY11-2064" fmla="*/ 2529385 h 2529434"/>
              <a:gd name="connsiteX12-2065" fmla="*/ 646430 w 2585764"/>
              <a:gd name="connsiteY12-2066" fmla="*/ 2529385 h 2529434"/>
              <a:gd name="connsiteX13-2067" fmla="*/ 646430 w 2585764"/>
              <a:gd name="connsiteY13-2068" fmla="*/ 1065583 h 2529434"/>
              <a:gd name="connsiteX14-2069" fmla="*/ 646430 w 2585764"/>
              <a:gd name="connsiteY14-2070" fmla="*/ 1065632 h 2529434"/>
              <a:gd name="connsiteX15-2071" fmla="*/ 0 w 2585764"/>
              <a:gd name="connsiteY15-2072" fmla="*/ 1065632 h 2529434"/>
              <a:gd name="connsiteX16-2073" fmla="*/ 23342 w 2585764"/>
              <a:gd name="connsiteY16-2074" fmla="*/ 1057227 h 2529434"/>
              <a:gd name="connsiteX0-2075" fmla="*/ 23342 w 2585764"/>
              <a:gd name="connsiteY0-2076" fmla="*/ 1057227 h 2529434"/>
              <a:gd name="connsiteX1-2077" fmla="*/ 27197 w 2585764"/>
              <a:gd name="connsiteY1-2078" fmla="*/ 1043139 h 2529434"/>
              <a:gd name="connsiteX2-2079" fmla="*/ 1284810 w 2585764"/>
              <a:gd name="connsiteY2-2080" fmla="*/ 3028 h 2529434"/>
              <a:gd name="connsiteX3-2081" fmla="*/ 1300955 w 2585764"/>
              <a:gd name="connsiteY3-2082" fmla="*/ 3064 h 2529434"/>
              <a:gd name="connsiteX4-2083" fmla="*/ 2585764 w 2585764"/>
              <a:gd name="connsiteY4-2084" fmla="*/ 1065669 h 2529434"/>
              <a:gd name="connsiteX5-2085" fmla="*/ 2585720 w 2585764"/>
              <a:gd name="connsiteY5-2086" fmla="*/ 1065632 h 2529434"/>
              <a:gd name="connsiteX6-2087" fmla="*/ 2585720 w 2585764"/>
              <a:gd name="connsiteY6-2088" fmla="*/ 1065632 h 2529434"/>
              <a:gd name="connsiteX7-2089" fmla="*/ 1939290 w 2585764"/>
              <a:gd name="connsiteY7-2090" fmla="*/ 1065632 h 2529434"/>
              <a:gd name="connsiteX8-2091" fmla="*/ 1939290 w 2585764"/>
              <a:gd name="connsiteY8-2092" fmla="*/ 1065632 h 2529434"/>
              <a:gd name="connsiteX9-2093" fmla="*/ 1939290 w 2585764"/>
              <a:gd name="connsiteY9-2094" fmla="*/ 2529434 h 2529434"/>
              <a:gd name="connsiteX10-2095" fmla="*/ 1939290 w 2585764"/>
              <a:gd name="connsiteY10-2096" fmla="*/ 2529385 h 2529434"/>
              <a:gd name="connsiteX11-2097" fmla="*/ 646430 w 2585764"/>
              <a:gd name="connsiteY11-2098" fmla="*/ 2529385 h 2529434"/>
              <a:gd name="connsiteX12-2099" fmla="*/ 646430 w 2585764"/>
              <a:gd name="connsiteY12-2100" fmla="*/ 2529385 h 2529434"/>
              <a:gd name="connsiteX13-2101" fmla="*/ 646430 w 2585764"/>
              <a:gd name="connsiteY13-2102" fmla="*/ 1065583 h 2529434"/>
              <a:gd name="connsiteX14-2103" fmla="*/ 646430 w 2585764"/>
              <a:gd name="connsiteY14-2104" fmla="*/ 1065632 h 2529434"/>
              <a:gd name="connsiteX15-2105" fmla="*/ 0 w 2585764"/>
              <a:gd name="connsiteY15-2106" fmla="*/ 1065632 h 2529434"/>
              <a:gd name="connsiteX16-2107" fmla="*/ 23342 w 2585764"/>
              <a:gd name="connsiteY16-2108" fmla="*/ 1057227 h 2529434"/>
              <a:gd name="connsiteX0-2109" fmla="*/ 23342 w 2585720"/>
              <a:gd name="connsiteY0-2110" fmla="*/ 1057227 h 2529434"/>
              <a:gd name="connsiteX1-2111" fmla="*/ 27197 w 2585720"/>
              <a:gd name="connsiteY1-2112" fmla="*/ 1043139 h 2529434"/>
              <a:gd name="connsiteX2-2113" fmla="*/ 1284810 w 2585720"/>
              <a:gd name="connsiteY2-2114" fmla="*/ 3028 h 2529434"/>
              <a:gd name="connsiteX3-2115" fmla="*/ 1300955 w 2585720"/>
              <a:gd name="connsiteY3-2116" fmla="*/ 3064 h 2529434"/>
              <a:gd name="connsiteX4-2117" fmla="*/ 2558568 w 2585720"/>
              <a:gd name="connsiteY4-2118" fmla="*/ 1043175 h 2529434"/>
              <a:gd name="connsiteX5-2119" fmla="*/ 2585720 w 2585720"/>
              <a:gd name="connsiteY5-2120" fmla="*/ 1065632 h 2529434"/>
              <a:gd name="connsiteX6-2121" fmla="*/ 2585720 w 2585720"/>
              <a:gd name="connsiteY6-2122" fmla="*/ 1065632 h 2529434"/>
              <a:gd name="connsiteX7-2123" fmla="*/ 1939290 w 2585720"/>
              <a:gd name="connsiteY7-2124" fmla="*/ 1065632 h 2529434"/>
              <a:gd name="connsiteX8-2125" fmla="*/ 1939290 w 2585720"/>
              <a:gd name="connsiteY8-2126" fmla="*/ 1065632 h 2529434"/>
              <a:gd name="connsiteX9-2127" fmla="*/ 1939290 w 2585720"/>
              <a:gd name="connsiteY9-2128" fmla="*/ 2529434 h 2529434"/>
              <a:gd name="connsiteX10-2129" fmla="*/ 1939290 w 2585720"/>
              <a:gd name="connsiteY10-2130" fmla="*/ 2529385 h 2529434"/>
              <a:gd name="connsiteX11-2131" fmla="*/ 646430 w 2585720"/>
              <a:gd name="connsiteY11-2132" fmla="*/ 2529385 h 2529434"/>
              <a:gd name="connsiteX12-2133" fmla="*/ 646430 w 2585720"/>
              <a:gd name="connsiteY12-2134" fmla="*/ 2529385 h 2529434"/>
              <a:gd name="connsiteX13-2135" fmla="*/ 646430 w 2585720"/>
              <a:gd name="connsiteY13-2136" fmla="*/ 1065583 h 2529434"/>
              <a:gd name="connsiteX14-2137" fmla="*/ 646430 w 2585720"/>
              <a:gd name="connsiteY14-2138" fmla="*/ 1065632 h 2529434"/>
              <a:gd name="connsiteX15-2139" fmla="*/ 0 w 2585720"/>
              <a:gd name="connsiteY15-2140" fmla="*/ 1065632 h 2529434"/>
              <a:gd name="connsiteX16-2141" fmla="*/ 23342 w 2585720"/>
              <a:gd name="connsiteY16-2142" fmla="*/ 1057227 h 2529434"/>
              <a:gd name="connsiteX0-2143" fmla="*/ 23342 w 2585720"/>
              <a:gd name="connsiteY0-2144" fmla="*/ 1057227 h 2529434"/>
              <a:gd name="connsiteX1-2145" fmla="*/ 27197 w 2585720"/>
              <a:gd name="connsiteY1-2146" fmla="*/ 1043139 h 2529434"/>
              <a:gd name="connsiteX2-2147" fmla="*/ 1284810 w 2585720"/>
              <a:gd name="connsiteY2-2148" fmla="*/ 3028 h 2529434"/>
              <a:gd name="connsiteX3-2149" fmla="*/ 1300955 w 2585720"/>
              <a:gd name="connsiteY3-2150" fmla="*/ 3064 h 2529434"/>
              <a:gd name="connsiteX4-2151" fmla="*/ 2558568 w 2585720"/>
              <a:gd name="connsiteY4-2152" fmla="*/ 1043175 h 2529434"/>
              <a:gd name="connsiteX5-2153" fmla="*/ 2585720 w 2585720"/>
              <a:gd name="connsiteY5-2154" fmla="*/ 1065632 h 2529434"/>
              <a:gd name="connsiteX6-2155" fmla="*/ 2585720 w 2585720"/>
              <a:gd name="connsiteY6-2156" fmla="*/ 1065632 h 2529434"/>
              <a:gd name="connsiteX7-2157" fmla="*/ 1939290 w 2585720"/>
              <a:gd name="connsiteY7-2158" fmla="*/ 1065632 h 2529434"/>
              <a:gd name="connsiteX8-2159" fmla="*/ 1939290 w 2585720"/>
              <a:gd name="connsiteY8-2160" fmla="*/ 1065632 h 2529434"/>
              <a:gd name="connsiteX9-2161" fmla="*/ 1939290 w 2585720"/>
              <a:gd name="connsiteY9-2162" fmla="*/ 2529434 h 2529434"/>
              <a:gd name="connsiteX10-2163" fmla="*/ 1939290 w 2585720"/>
              <a:gd name="connsiteY10-2164" fmla="*/ 2529385 h 2529434"/>
              <a:gd name="connsiteX11-2165" fmla="*/ 646430 w 2585720"/>
              <a:gd name="connsiteY11-2166" fmla="*/ 2529385 h 2529434"/>
              <a:gd name="connsiteX12-2167" fmla="*/ 646430 w 2585720"/>
              <a:gd name="connsiteY12-2168" fmla="*/ 2529385 h 2529434"/>
              <a:gd name="connsiteX13-2169" fmla="*/ 646430 w 2585720"/>
              <a:gd name="connsiteY13-2170" fmla="*/ 1065583 h 2529434"/>
              <a:gd name="connsiteX14-2171" fmla="*/ 646430 w 2585720"/>
              <a:gd name="connsiteY14-2172" fmla="*/ 1065632 h 2529434"/>
              <a:gd name="connsiteX15-2173" fmla="*/ 0 w 2585720"/>
              <a:gd name="connsiteY15-2174" fmla="*/ 1065632 h 2529434"/>
              <a:gd name="connsiteX16-2175" fmla="*/ 23342 w 2585720"/>
              <a:gd name="connsiteY16-2176" fmla="*/ 1057227 h 2529434"/>
              <a:gd name="connsiteX0-2177" fmla="*/ 23342 w 2585720"/>
              <a:gd name="connsiteY0-2178" fmla="*/ 1057227 h 2529434"/>
              <a:gd name="connsiteX1-2179" fmla="*/ 27197 w 2585720"/>
              <a:gd name="connsiteY1-2180" fmla="*/ 1043139 h 2529434"/>
              <a:gd name="connsiteX2-2181" fmla="*/ 1284810 w 2585720"/>
              <a:gd name="connsiteY2-2182" fmla="*/ 3028 h 2529434"/>
              <a:gd name="connsiteX3-2183" fmla="*/ 1300955 w 2585720"/>
              <a:gd name="connsiteY3-2184" fmla="*/ 3064 h 2529434"/>
              <a:gd name="connsiteX4-2185" fmla="*/ 2558568 w 2585720"/>
              <a:gd name="connsiteY4-2186" fmla="*/ 1043175 h 2529434"/>
              <a:gd name="connsiteX5-2187" fmla="*/ 2585720 w 2585720"/>
              <a:gd name="connsiteY5-2188" fmla="*/ 1065632 h 2529434"/>
              <a:gd name="connsiteX6-2189" fmla="*/ 2585720 w 2585720"/>
              <a:gd name="connsiteY6-2190" fmla="*/ 1065632 h 2529434"/>
              <a:gd name="connsiteX7-2191" fmla="*/ 1939290 w 2585720"/>
              <a:gd name="connsiteY7-2192" fmla="*/ 1065632 h 2529434"/>
              <a:gd name="connsiteX8-2193" fmla="*/ 1939290 w 2585720"/>
              <a:gd name="connsiteY8-2194" fmla="*/ 1065632 h 2529434"/>
              <a:gd name="connsiteX9-2195" fmla="*/ 1939290 w 2585720"/>
              <a:gd name="connsiteY9-2196" fmla="*/ 2529434 h 2529434"/>
              <a:gd name="connsiteX10-2197" fmla="*/ 1939290 w 2585720"/>
              <a:gd name="connsiteY10-2198" fmla="*/ 2529385 h 2529434"/>
              <a:gd name="connsiteX11-2199" fmla="*/ 646430 w 2585720"/>
              <a:gd name="connsiteY11-2200" fmla="*/ 2529385 h 2529434"/>
              <a:gd name="connsiteX12-2201" fmla="*/ 646430 w 2585720"/>
              <a:gd name="connsiteY12-2202" fmla="*/ 2529385 h 2529434"/>
              <a:gd name="connsiteX13-2203" fmla="*/ 646430 w 2585720"/>
              <a:gd name="connsiteY13-2204" fmla="*/ 1065583 h 2529434"/>
              <a:gd name="connsiteX14-2205" fmla="*/ 646430 w 2585720"/>
              <a:gd name="connsiteY14-2206" fmla="*/ 1065632 h 2529434"/>
              <a:gd name="connsiteX15-2207" fmla="*/ 0 w 2585720"/>
              <a:gd name="connsiteY15-2208" fmla="*/ 1065632 h 2529434"/>
              <a:gd name="connsiteX16-2209" fmla="*/ 23342 w 2585720"/>
              <a:gd name="connsiteY16-2210" fmla="*/ 1057227 h 2529434"/>
              <a:gd name="connsiteX0-2211" fmla="*/ 23342 w 2585720"/>
              <a:gd name="connsiteY0-2212" fmla="*/ 1057227 h 2529434"/>
              <a:gd name="connsiteX1-2213" fmla="*/ 27197 w 2585720"/>
              <a:gd name="connsiteY1-2214" fmla="*/ 1043139 h 2529434"/>
              <a:gd name="connsiteX2-2215" fmla="*/ 1284810 w 2585720"/>
              <a:gd name="connsiteY2-2216" fmla="*/ 3028 h 2529434"/>
              <a:gd name="connsiteX3-2217" fmla="*/ 1300955 w 2585720"/>
              <a:gd name="connsiteY3-2218" fmla="*/ 3064 h 2529434"/>
              <a:gd name="connsiteX4-2219" fmla="*/ 2558568 w 2585720"/>
              <a:gd name="connsiteY4-2220" fmla="*/ 1043175 h 2529434"/>
              <a:gd name="connsiteX5-2221" fmla="*/ 2562377 w 2585720"/>
              <a:gd name="connsiteY5-2222" fmla="*/ 1057231 h 2529434"/>
              <a:gd name="connsiteX6-2223" fmla="*/ 2585720 w 2585720"/>
              <a:gd name="connsiteY6-2224" fmla="*/ 1065632 h 2529434"/>
              <a:gd name="connsiteX7-2225" fmla="*/ 1939290 w 2585720"/>
              <a:gd name="connsiteY7-2226" fmla="*/ 1065632 h 2529434"/>
              <a:gd name="connsiteX8-2227" fmla="*/ 1939290 w 2585720"/>
              <a:gd name="connsiteY8-2228" fmla="*/ 1065632 h 2529434"/>
              <a:gd name="connsiteX9-2229" fmla="*/ 1939290 w 2585720"/>
              <a:gd name="connsiteY9-2230" fmla="*/ 2529434 h 2529434"/>
              <a:gd name="connsiteX10-2231" fmla="*/ 1939290 w 2585720"/>
              <a:gd name="connsiteY10-2232" fmla="*/ 2529385 h 2529434"/>
              <a:gd name="connsiteX11-2233" fmla="*/ 646430 w 2585720"/>
              <a:gd name="connsiteY11-2234" fmla="*/ 2529385 h 2529434"/>
              <a:gd name="connsiteX12-2235" fmla="*/ 646430 w 2585720"/>
              <a:gd name="connsiteY12-2236" fmla="*/ 2529385 h 2529434"/>
              <a:gd name="connsiteX13-2237" fmla="*/ 646430 w 2585720"/>
              <a:gd name="connsiteY13-2238" fmla="*/ 1065583 h 2529434"/>
              <a:gd name="connsiteX14-2239" fmla="*/ 646430 w 2585720"/>
              <a:gd name="connsiteY14-2240" fmla="*/ 1065632 h 2529434"/>
              <a:gd name="connsiteX15-2241" fmla="*/ 0 w 2585720"/>
              <a:gd name="connsiteY15-2242" fmla="*/ 1065632 h 2529434"/>
              <a:gd name="connsiteX16-2243" fmla="*/ 23342 w 2585720"/>
              <a:gd name="connsiteY16-2244" fmla="*/ 1057227 h 2529434"/>
              <a:gd name="connsiteX0-2245" fmla="*/ 23342 w 2585720"/>
              <a:gd name="connsiteY0-2246" fmla="*/ 1057227 h 2529434"/>
              <a:gd name="connsiteX1-2247" fmla="*/ 27197 w 2585720"/>
              <a:gd name="connsiteY1-2248" fmla="*/ 1043139 h 2529434"/>
              <a:gd name="connsiteX2-2249" fmla="*/ 1284810 w 2585720"/>
              <a:gd name="connsiteY2-2250" fmla="*/ 3028 h 2529434"/>
              <a:gd name="connsiteX3-2251" fmla="*/ 1300955 w 2585720"/>
              <a:gd name="connsiteY3-2252" fmla="*/ 3064 h 2529434"/>
              <a:gd name="connsiteX4-2253" fmla="*/ 2558568 w 2585720"/>
              <a:gd name="connsiteY4-2254" fmla="*/ 1043175 h 2529434"/>
              <a:gd name="connsiteX5-2255" fmla="*/ 2562377 w 2585720"/>
              <a:gd name="connsiteY5-2256" fmla="*/ 1057231 h 2529434"/>
              <a:gd name="connsiteX6-2257" fmla="*/ 2585720 w 2585720"/>
              <a:gd name="connsiteY6-2258" fmla="*/ 1065632 h 2529434"/>
              <a:gd name="connsiteX7-2259" fmla="*/ 1939290 w 2585720"/>
              <a:gd name="connsiteY7-2260" fmla="*/ 1065632 h 2529434"/>
              <a:gd name="connsiteX8-2261" fmla="*/ 1939290 w 2585720"/>
              <a:gd name="connsiteY8-2262" fmla="*/ 1065632 h 2529434"/>
              <a:gd name="connsiteX9-2263" fmla="*/ 1939290 w 2585720"/>
              <a:gd name="connsiteY9-2264" fmla="*/ 2529434 h 2529434"/>
              <a:gd name="connsiteX10-2265" fmla="*/ 1939290 w 2585720"/>
              <a:gd name="connsiteY10-2266" fmla="*/ 2529385 h 2529434"/>
              <a:gd name="connsiteX11-2267" fmla="*/ 646430 w 2585720"/>
              <a:gd name="connsiteY11-2268" fmla="*/ 2529385 h 2529434"/>
              <a:gd name="connsiteX12-2269" fmla="*/ 646430 w 2585720"/>
              <a:gd name="connsiteY12-2270" fmla="*/ 2529385 h 2529434"/>
              <a:gd name="connsiteX13-2271" fmla="*/ 646430 w 2585720"/>
              <a:gd name="connsiteY13-2272" fmla="*/ 1065583 h 2529434"/>
              <a:gd name="connsiteX14-2273" fmla="*/ 646430 w 2585720"/>
              <a:gd name="connsiteY14-2274" fmla="*/ 1065632 h 2529434"/>
              <a:gd name="connsiteX15-2275" fmla="*/ 0 w 2585720"/>
              <a:gd name="connsiteY15-2276" fmla="*/ 1065632 h 2529434"/>
              <a:gd name="connsiteX16-2277" fmla="*/ 23342 w 2585720"/>
              <a:gd name="connsiteY16-2278" fmla="*/ 1057227 h 2529434"/>
              <a:gd name="connsiteX0-2279" fmla="*/ 23342 w 2585720"/>
              <a:gd name="connsiteY0-2280" fmla="*/ 1057227 h 2529434"/>
              <a:gd name="connsiteX1-2281" fmla="*/ 27197 w 2585720"/>
              <a:gd name="connsiteY1-2282" fmla="*/ 1043139 h 2529434"/>
              <a:gd name="connsiteX2-2283" fmla="*/ 1284810 w 2585720"/>
              <a:gd name="connsiteY2-2284" fmla="*/ 3028 h 2529434"/>
              <a:gd name="connsiteX3-2285" fmla="*/ 1300955 w 2585720"/>
              <a:gd name="connsiteY3-2286" fmla="*/ 3064 h 2529434"/>
              <a:gd name="connsiteX4-2287" fmla="*/ 2558568 w 2585720"/>
              <a:gd name="connsiteY4-2288" fmla="*/ 1043175 h 2529434"/>
              <a:gd name="connsiteX5-2289" fmla="*/ 2562377 w 2585720"/>
              <a:gd name="connsiteY5-2290" fmla="*/ 1057231 h 2529434"/>
              <a:gd name="connsiteX6-2291" fmla="*/ 2585720 w 2585720"/>
              <a:gd name="connsiteY6-2292" fmla="*/ 1065632 h 2529434"/>
              <a:gd name="connsiteX7-2293" fmla="*/ 1939290 w 2585720"/>
              <a:gd name="connsiteY7-2294" fmla="*/ 1065632 h 2529434"/>
              <a:gd name="connsiteX8-2295" fmla="*/ 1939290 w 2585720"/>
              <a:gd name="connsiteY8-2296" fmla="*/ 1065632 h 2529434"/>
              <a:gd name="connsiteX9-2297" fmla="*/ 1939290 w 2585720"/>
              <a:gd name="connsiteY9-2298" fmla="*/ 2529434 h 2529434"/>
              <a:gd name="connsiteX10-2299" fmla="*/ 1939290 w 2585720"/>
              <a:gd name="connsiteY10-2300" fmla="*/ 2529385 h 2529434"/>
              <a:gd name="connsiteX11-2301" fmla="*/ 646430 w 2585720"/>
              <a:gd name="connsiteY11-2302" fmla="*/ 2529385 h 2529434"/>
              <a:gd name="connsiteX12-2303" fmla="*/ 646430 w 2585720"/>
              <a:gd name="connsiteY12-2304" fmla="*/ 2529385 h 2529434"/>
              <a:gd name="connsiteX13-2305" fmla="*/ 646430 w 2585720"/>
              <a:gd name="connsiteY13-2306" fmla="*/ 1065583 h 2529434"/>
              <a:gd name="connsiteX14-2307" fmla="*/ 646430 w 2585720"/>
              <a:gd name="connsiteY14-2308" fmla="*/ 1065632 h 2529434"/>
              <a:gd name="connsiteX15-2309" fmla="*/ 0 w 2585720"/>
              <a:gd name="connsiteY15-2310" fmla="*/ 1065632 h 2529434"/>
              <a:gd name="connsiteX16-2311" fmla="*/ 23342 w 2585720"/>
              <a:gd name="connsiteY16-2312" fmla="*/ 1057227 h 2529434"/>
              <a:gd name="connsiteX0-2313" fmla="*/ 23342 w 2563018"/>
              <a:gd name="connsiteY0-2314" fmla="*/ 1057227 h 2529434"/>
              <a:gd name="connsiteX1-2315" fmla="*/ 27197 w 2563018"/>
              <a:gd name="connsiteY1-2316" fmla="*/ 1043139 h 2529434"/>
              <a:gd name="connsiteX2-2317" fmla="*/ 1284810 w 2563018"/>
              <a:gd name="connsiteY2-2318" fmla="*/ 3028 h 2529434"/>
              <a:gd name="connsiteX3-2319" fmla="*/ 1300955 w 2563018"/>
              <a:gd name="connsiteY3-2320" fmla="*/ 3064 h 2529434"/>
              <a:gd name="connsiteX4-2321" fmla="*/ 2558568 w 2563018"/>
              <a:gd name="connsiteY4-2322" fmla="*/ 1043175 h 2529434"/>
              <a:gd name="connsiteX5-2323" fmla="*/ 2562377 w 2563018"/>
              <a:gd name="connsiteY5-2324" fmla="*/ 1057231 h 2529434"/>
              <a:gd name="connsiteX6-2325" fmla="*/ 2550427 w 2563018"/>
              <a:gd name="connsiteY6-2326" fmla="*/ 1065631 h 2529434"/>
              <a:gd name="connsiteX7-2327" fmla="*/ 1939290 w 2563018"/>
              <a:gd name="connsiteY7-2328" fmla="*/ 1065632 h 2529434"/>
              <a:gd name="connsiteX8-2329" fmla="*/ 1939290 w 2563018"/>
              <a:gd name="connsiteY8-2330" fmla="*/ 1065632 h 2529434"/>
              <a:gd name="connsiteX9-2331" fmla="*/ 1939290 w 2563018"/>
              <a:gd name="connsiteY9-2332" fmla="*/ 2529434 h 2529434"/>
              <a:gd name="connsiteX10-2333" fmla="*/ 1939290 w 2563018"/>
              <a:gd name="connsiteY10-2334" fmla="*/ 2529385 h 2529434"/>
              <a:gd name="connsiteX11-2335" fmla="*/ 646430 w 2563018"/>
              <a:gd name="connsiteY11-2336" fmla="*/ 2529385 h 2529434"/>
              <a:gd name="connsiteX12-2337" fmla="*/ 646430 w 2563018"/>
              <a:gd name="connsiteY12-2338" fmla="*/ 2529385 h 2529434"/>
              <a:gd name="connsiteX13-2339" fmla="*/ 646430 w 2563018"/>
              <a:gd name="connsiteY13-2340" fmla="*/ 1065583 h 2529434"/>
              <a:gd name="connsiteX14-2341" fmla="*/ 646430 w 2563018"/>
              <a:gd name="connsiteY14-2342" fmla="*/ 1065632 h 2529434"/>
              <a:gd name="connsiteX15-2343" fmla="*/ 0 w 2563018"/>
              <a:gd name="connsiteY15-2344" fmla="*/ 1065632 h 2529434"/>
              <a:gd name="connsiteX16-2345" fmla="*/ 23342 w 2563018"/>
              <a:gd name="connsiteY16-2346" fmla="*/ 1057227 h 2529434"/>
              <a:gd name="connsiteX0-2347" fmla="*/ 23342 w 2563018"/>
              <a:gd name="connsiteY0-2348" fmla="*/ 1057227 h 2529434"/>
              <a:gd name="connsiteX1-2349" fmla="*/ 27197 w 2563018"/>
              <a:gd name="connsiteY1-2350" fmla="*/ 1043139 h 2529434"/>
              <a:gd name="connsiteX2-2351" fmla="*/ 1284810 w 2563018"/>
              <a:gd name="connsiteY2-2352" fmla="*/ 3028 h 2529434"/>
              <a:gd name="connsiteX3-2353" fmla="*/ 1300955 w 2563018"/>
              <a:gd name="connsiteY3-2354" fmla="*/ 3064 h 2529434"/>
              <a:gd name="connsiteX4-2355" fmla="*/ 2558568 w 2563018"/>
              <a:gd name="connsiteY4-2356" fmla="*/ 1043175 h 2529434"/>
              <a:gd name="connsiteX5-2357" fmla="*/ 2562377 w 2563018"/>
              <a:gd name="connsiteY5-2358" fmla="*/ 1057231 h 2529434"/>
              <a:gd name="connsiteX6-2359" fmla="*/ 2550427 w 2563018"/>
              <a:gd name="connsiteY6-2360" fmla="*/ 1065631 h 2529434"/>
              <a:gd name="connsiteX7-2361" fmla="*/ 1939290 w 2563018"/>
              <a:gd name="connsiteY7-2362" fmla="*/ 1065632 h 2529434"/>
              <a:gd name="connsiteX8-2363" fmla="*/ 1939290 w 2563018"/>
              <a:gd name="connsiteY8-2364" fmla="*/ 1065632 h 2529434"/>
              <a:gd name="connsiteX9-2365" fmla="*/ 1939290 w 2563018"/>
              <a:gd name="connsiteY9-2366" fmla="*/ 2529434 h 2529434"/>
              <a:gd name="connsiteX10-2367" fmla="*/ 1939290 w 2563018"/>
              <a:gd name="connsiteY10-2368" fmla="*/ 2529385 h 2529434"/>
              <a:gd name="connsiteX11-2369" fmla="*/ 646430 w 2563018"/>
              <a:gd name="connsiteY11-2370" fmla="*/ 2529385 h 2529434"/>
              <a:gd name="connsiteX12-2371" fmla="*/ 646430 w 2563018"/>
              <a:gd name="connsiteY12-2372" fmla="*/ 2529385 h 2529434"/>
              <a:gd name="connsiteX13-2373" fmla="*/ 646430 w 2563018"/>
              <a:gd name="connsiteY13-2374" fmla="*/ 1065583 h 2529434"/>
              <a:gd name="connsiteX14-2375" fmla="*/ 646430 w 2563018"/>
              <a:gd name="connsiteY14-2376" fmla="*/ 1065632 h 2529434"/>
              <a:gd name="connsiteX15-2377" fmla="*/ 0 w 2563018"/>
              <a:gd name="connsiteY15-2378" fmla="*/ 1065632 h 2529434"/>
              <a:gd name="connsiteX16-2379" fmla="*/ 23342 w 2563018"/>
              <a:gd name="connsiteY16-2380" fmla="*/ 1057227 h 2529434"/>
              <a:gd name="connsiteX0-2381" fmla="*/ 23342 w 2563018"/>
              <a:gd name="connsiteY0-2382" fmla="*/ 1057227 h 2529434"/>
              <a:gd name="connsiteX1-2383" fmla="*/ 27197 w 2563018"/>
              <a:gd name="connsiteY1-2384" fmla="*/ 1043139 h 2529434"/>
              <a:gd name="connsiteX2-2385" fmla="*/ 1284810 w 2563018"/>
              <a:gd name="connsiteY2-2386" fmla="*/ 3028 h 2529434"/>
              <a:gd name="connsiteX3-2387" fmla="*/ 1300955 w 2563018"/>
              <a:gd name="connsiteY3-2388" fmla="*/ 3064 h 2529434"/>
              <a:gd name="connsiteX4-2389" fmla="*/ 2558568 w 2563018"/>
              <a:gd name="connsiteY4-2390" fmla="*/ 1043175 h 2529434"/>
              <a:gd name="connsiteX5-2391" fmla="*/ 2562377 w 2563018"/>
              <a:gd name="connsiteY5-2392" fmla="*/ 1057231 h 2529434"/>
              <a:gd name="connsiteX6-2393" fmla="*/ 2550427 w 2563018"/>
              <a:gd name="connsiteY6-2394" fmla="*/ 1065631 h 2529434"/>
              <a:gd name="connsiteX7-2395" fmla="*/ 1939290 w 2563018"/>
              <a:gd name="connsiteY7-2396" fmla="*/ 1065632 h 2529434"/>
              <a:gd name="connsiteX8-2397" fmla="*/ 1939290 w 2563018"/>
              <a:gd name="connsiteY8-2398" fmla="*/ 1065632 h 2529434"/>
              <a:gd name="connsiteX9-2399" fmla="*/ 1939290 w 2563018"/>
              <a:gd name="connsiteY9-2400" fmla="*/ 2529434 h 2529434"/>
              <a:gd name="connsiteX10-2401" fmla="*/ 1939290 w 2563018"/>
              <a:gd name="connsiteY10-2402" fmla="*/ 2529385 h 2529434"/>
              <a:gd name="connsiteX11-2403" fmla="*/ 646430 w 2563018"/>
              <a:gd name="connsiteY11-2404" fmla="*/ 2529385 h 2529434"/>
              <a:gd name="connsiteX12-2405" fmla="*/ 646430 w 2563018"/>
              <a:gd name="connsiteY12-2406" fmla="*/ 2529385 h 2529434"/>
              <a:gd name="connsiteX13-2407" fmla="*/ 646430 w 2563018"/>
              <a:gd name="connsiteY13-2408" fmla="*/ 1065583 h 2529434"/>
              <a:gd name="connsiteX14-2409" fmla="*/ 646430 w 2563018"/>
              <a:gd name="connsiteY14-2410" fmla="*/ 1065632 h 2529434"/>
              <a:gd name="connsiteX15-2411" fmla="*/ 0 w 2563018"/>
              <a:gd name="connsiteY15-2412" fmla="*/ 1065632 h 2529434"/>
              <a:gd name="connsiteX16-2413" fmla="*/ 23342 w 2563018"/>
              <a:gd name="connsiteY16-2414" fmla="*/ 1057227 h 2529434"/>
              <a:gd name="connsiteX0-2415" fmla="*/ 23342 w 2563018"/>
              <a:gd name="connsiteY0-2416" fmla="*/ 1057227 h 2529434"/>
              <a:gd name="connsiteX1-2417" fmla="*/ 27197 w 2563018"/>
              <a:gd name="connsiteY1-2418" fmla="*/ 1043139 h 2529434"/>
              <a:gd name="connsiteX2-2419" fmla="*/ 1284810 w 2563018"/>
              <a:gd name="connsiteY2-2420" fmla="*/ 3028 h 2529434"/>
              <a:gd name="connsiteX3-2421" fmla="*/ 1300955 w 2563018"/>
              <a:gd name="connsiteY3-2422" fmla="*/ 3064 h 2529434"/>
              <a:gd name="connsiteX4-2423" fmla="*/ 2558568 w 2563018"/>
              <a:gd name="connsiteY4-2424" fmla="*/ 1043175 h 2529434"/>
              <a:gd name="connsiteX5-2425" fmla="*/ 2562377 w 2563018"/>
              <a:gd name="connsiteY5-2426" fmla="*/ 1057231 h 2529434"/>
              <a:gd name="connsiteX6-2427" fmla="*/ 2550427 w 2563018"/>
              <a:gd name="connsiteY6-2428" fmla="*/ 1065631 h 2529434"/>
              <a:gd name="connsiteX7-2429" fmla="*/ 1951990 w 2563018"/>
              <a:gd name="connsiteY7-2430" fmla="*/ 1065631 h 2529434"/>
              <a:gd name="connsiteX8-2431" fmla="*/ 1939290 w 2563018"/>
              <a:gd name="connsiteY8-2432" fmla="*/ 1065632 h 2529434"/>
              <a:gd name="connsiteX9-2433" fmla="*/ 1939290 w 2563018"/>
              <a:gd name="connsiteY9-2434" fmla="*/ 2529434 h 2529434"/>
              <a:gd name="connsiteX10-2435" fmla="*/ 1939290 w 2563018"/>
              <a:gd name="connsiteY10-2436" fmla="*/ 2529385 h 2529434"/>
              <a:gd name="connsiteX11-2437" fmla="*/ 646430 w 2563018"/>
              <a:gd name="connsiteY11-2438" fmla="*/ 2529385 h 2529434"/>
              <a:gd name="connsiteX12-2439" fmla="*/ 646430 w 2563018"/>
              <a:gd name="connsiteY12-2440" fmla="*/ 2529385 h 2529434"/>
              <a:gd name="connsiteX13-2441" fmla="*/ 646430 w 2563018"/>
              <a:gd name="connsiteY13-2442" fmla="*/ 1065583 h 2529434"/>
              <a:gd name="connsiteX14-2443" fmla="*/ 646430 w 2563018"/>
              <a:gd name="connsiteY14-2444" fmla="*/ 1065632 h 2529434"/>
              <a:gd name="connsiteX15-2445" fmla="*/ 0 w 2563018"/>
              <a:gd name="connsiteY15-2446" fmla="*/ 1065632 h 2529434"/>
              <a:gd name="connsiteX16-2447" fmla="*/ 23342 w 2563018"/>
              <a:gd name="connsiteY16-2448" fmla="*/ 1057227 h 2529434"/>
              <a:gd name="connsiteX0-2449" fmla="*/ 23342 w 2563018"/>
              <a:gd name="connsiteY0-2450" fmla="*/ 1057227 h 2529434"/>
              <a:gd name="connsiteX1-2451" fmla="*/ 27197 w 2563018"/>
              <a:gd name="connsiteY1-2452" fmla="*/ 1043139 h 2529434"/>
              <a:gd name="connsiteX2-2453" fmla="*/ 1284810 w 2563018"/>
              <a:gd name="connsiteY2-2454" fmla="*/ 3028 h 2529434"/>
              <a:gd name="connsiteX3-2455" fmla="*/ 1300955 w 2563018"/>
              <a:gd name="connsiteY3-2456" fmla="*/ 3064 h 2529434"/>
              <a:gd name="connsiteX4-2457" fmla="*/ 2558568 w 2563018"/>
              <a:gd name="connsiteY4-2458" fmla="*/ 1043175 h 2529434"/>
              <a:gd name="connsiteX5-2459" fmla="*/ 2562377 w 2563018"/>
              <a:gd name="connsiteY5-2460" fmla="*/ 1057231 h 2529434"/>
              <a:gd name="connsiteX6-2461" fmla="*/ 2550427 w 2563018"/>
              <a:gd name="connsiteY6-2462" fmla="*/ 1065631 h 2529434"/>
              <a:gd name="connsiteX7-2463" fmla="*/ 1951990 w 2563018"/>
              <a:gd name="connsiteY7-2464" fmla="*/ 1065631 h 2529434"/>
              <a:gd name="connsiteX8-2465" fmla="*/ 1939290 w 2563018"/>
              <a:gd name="connsiteY8-2466" fmla="*/ 1065632 h 2529434"/>
              <a:gd name="connsiteX9-2467" fmla="*/ 1939290 w 2563018"/>
              <a:gd name="connsiteY9-2468" fmla="*/ 2529434 h 2529434"/>
              <a:gd name="connsiteX10-2469" fmla="*/ 1939290 w 2563018"/>
              <a:gd name="connsiteY10-2470" fmla="*/ 2529385 h 2529434"/>
              <a:gd name="connsiteX11-2471" fmla="*/ 646430 w 2563018"/>
              <a:gd name="connsiteY11-2472" fmla="*/ 2529385 h 2529434"/>
              <a:gd name="connsiteX12-2473" fmla="*/ 646430 w 2563018"/>
              <a:gd name="connsiteY12-2474" fmla="*/ 2529385 h 2529434"/>
              <a:gd name="connsiteX13-2475" fmla="*/ 646430 w 2563018"/>
              <a:gd name="connsiteY13-2476" fmla="*/ 1065583 h 2529434"/>
              <a:gd name="connsiteX14-2477" fmla="*/ 646430 w 2563018"/>
              <a:gd name="connsiteY14-2478" fmla="*/ 1065632 h 2529434"/>
              <a:gd name="connsiteX15-2479" fmla="*/ 0 w 2563018"/>
              <a:gd name="connsiteY15-2480" fmla="*/ 1065632 h 2529434"/>
              <a:gd name="connsiteX16-2481" fmla="*/ 23342 w 2563018"/>
              <a:gd name="connsiteY16-2482" fmla="*/ 1057227 h 2529434"/>
              <a:gd name="connsiteX0-2483" fmla="*/ 23342 w 2563018"/>
              <a:gd name="connsiteY0-2484" fmla="*/ 1057227 h 2529434"/>
              <a:gd name="connsiteX1-2485" fmla="*/ 27197 w 2563018"/>
              <a:gd name="connsiteY1-2486" fmla="*/ 1043139 h 2529434"/>
              <a:gd name="connsiteX2-2487" fmla="*/ 1284810 w 2563018"/>
              <a:gd name="connsiteY2-2488" fmla="*/ 3028 h 2529434"/>
              <a:gd name="connsiteX3-2489" fmla="*/ 1300955 w 2563018"/>
              <a:gd name="connsiteY3-2490" fmla="*/ 3064 h 2529434"/>
              <a:gd name="connsiteX4-2491" fmla="*/ 2558568 w 2563018"/>
              <a:gd name="connsiteY4-2492" fmla="*/ 1043175 h 2529434"/>
              <a:gd name="connsiteX5-2493" fmla="*/ 2562377 w 2563018"/>
              <a:gd name="connsiteY5-2494" fmla="*/ 1057231 h 2529434"/>
              <a:gd name="connsiteX6-2495" fmla="*/ 2550427 w 2563018"/>
              <a:gd name="connsiteY6-2496" fmla="*/ 1065631 h 2529434"/>
              <a:gd name="connsiteX7-2497" fmla="*/ 1951990 w 2563018"/>
              <a:gd name="connsiteY7-2498" fmla="*/ 1065631 h 2529434"/>
              <a:gd name="connsiteX8-2499" fmla="*/ 1939290 w 2563018"/>
              <a:gd name="connsiteY8-2500" fmla="*/ 1065632 h 2529434"/>
              <a:gd name="connsiteX9-2501" fmla="*/ 1939290 w 2563018"/>
              <a:gd name="connsiteY9-2502" fmla="*/ 2529434 h 2529434"/>
              <a:gd name="connsiteX10-2503" fmla="*/ 1939290 w 2563018"/>
              <a:gd name="connsiteY10-2504" fmla="*/ 2529385 h 2529434"/>
              <a:gd name="connsiteX11-2505" fmla="*/ 646430 w 2563018"/>
              <a:gd name="connsiteY11-2506" fmla="*/ 2529385 h 2529434"/>
              <a:gd name="connsiteX12-2507" fmla="*/ 646430 w 2563018"/>
              <a:gd name="connsiteY12-2508" fmla="*/ 2529385 h 2529434"/>
              <a:gd name="connsiteX13-2509" fmla="*/ 646430 w 2563018"/>
              <a:gd name="connsiteY13-2510" fmla="*/ 1065583 h 2529434"/>
              <a:gd name="connsiteX14-2511" fmla="*/ 646430 w 2563018"/>
              <a:gd name="connsiteY14-2512" fmla="*/ 1065632 h 2529434"/>
              <a:gd name="connsiteX15-2513" fmla="*/ 0 w 2563018"/>
              <a:gd name="connsiteY15-2514" fmla="*/ 1065632 h 2529434"/>
              <a:gd name="connsiteX16-2515" fmla="*/ 23342 w 2563018"/>
              <a:gd name="connsiteY16-2516" fmla="*/ 1057227 h 2529434"/>
              <a:gd name="connsiteX0-2517" fmla="*/ 23342 w 2563018"/>
              <a:gd name="connsiteY0-2518" fmla="*/ 1057227 h 2529434"/>
              <a:gd name="connsiteX1-2519" fmla="*/ 27197 w 2563018"/>
              <a:gd name="connsiteY1-2520" fmla="*/ 1043139 h 2529434"/>
              <a:gd name="connsiteX2-2521" fmla="*/ 1284810 w 2563018"/>
              <a:gd name="connsiteY2-2522" fmla="*/ 3028 h 2529434"/>
              <a:gd name="connsiteX3-2523" fmla="*/ 1300955 w 2563018"/>
              <a:gd name="connsiteY3-2524" fmla="*/ 3064 h 2529434"/>
              <a:gd name="connsiteX4-2525" fmla="*/ 2558568 w 2563018"/>
              <a:gd name="connsiteY4-2526" fmla="*/ 1043175 h 2529434"/>
              <a:gd name="connsiteX5-2527" fmla="*/ 2562377 w 2563018"/>
              <a:gd name="connsiteY5-2528" fmla="*/ 1057231 h 2529434"/>
              <a:gd name="connsiteX6-2529" fmla="*/ 2550427 w 2563018"/>
              <a:gd name="connsiteY6-2530" fmla="*/ 1065631 h 2529434"/>
              <a:gd name="connsiteX7-2531" fmla="*/ 1951990 w 2563018"/>
              <a:gd name="connsiteY7-2532" fmla="*/ 1065631 h 2529434"/>
              <a:gd name="connsiteX8-2533" fmla="*/ 1939290 w 2563018"/>
              <a:gd name="connsiteY8-2534" fmla="*/ 1078331 h 2529434"/>
              <a:gd name="connsiteX9-2535" fmla="*/ 1939290 w 2563018"/>
              <a:gd name="connsiteY9-2536" fmla="*/ 2529434 h 2529434"/>
              <a:gd name="connsiteX10-2537" fmla="*/ 1939290 w 2563018"/>
              <a:gd name="connsiteY10-2538" fmla="*/ 2529385 h 2529434"/>
              <a:gd name="connsiteX11-2539" fmla="*/ 646430 w 2563018"/>
              <a:gd name="connsiteY11-2540" fmla="*/ 2529385 h 2529434"/>
              <a:gd name="connsiteX12-2541" fmla="*/ 646430 w 2563018"/>
              <a:gd name="connsiteY12-2542" fmla="*/ 2529385 h 2529434"/>
              <a:gd name="connsiteX13-2543" fmla="*/ 646430 w 2563018"/>
              <a:gd name="connsiteY13-2544" fmla="*/ 1065583 h 2529434"/>
              <a:gd name="connsiteX14-2545" fmla="*/ 646430 w 2563018"/>
              <a:gd name="connsiteY14-2546" fmla="*/ 1065632 h 2529434"/>
              <a:gd name="connsiteX15-2547" fmla="*/ 0 w 2563018"/>
              <a:gd name="connsiteY15-2548" fmla="*/ 1065632 h 2529434"/>
              <a:gd name="connsiteX16-2549" fmla="*/ 23342 w 2563018"/>
              <a:gd name="connsiteY16-2550" fmla="*/ 1057227 h 2529434"/>
              <a:gd name="connsiteX0-2551" fmla="*/ 23342 w 2563018"/>
              <a:gd name="connsiteY0-2552" fmla="*/ 1057227 h 2529434"/>
              <a:gd name="connsiteX1-2553" fmla="*/ 27197 w 2563018"/>
              <a:gd name="connsiteY1-2554" fmla="*/ 1043139 h 2529434"/>
              <a:gd name="connsiteX2-2555" fmla="*/ 1284810 w 2563018"/>
              <a:gd name="connsiteY2-2556" fmla="*/ 3028 h 2529434"/>
              <a:gd name="connsiteX3-2557" fmla="*/ 1300955 w 2563018"/>
              <a:gd name="connsiteY3-2558" fmla="*/ 3064 h 2529434"/>
              <a:gd name="connsiteX4-2559" fmla="*/ 2558568 w 2563018"/>
              <a:gd name="connsiteY4-2560" fmla="*/ 1043175 h 2529434"/>
              <a:gd name="connsiteX5-2561" fmla="*/ 2562377 w 2563018"/>
              <a:gd name="connsiteY5-2562" fmla="*/ 1057231 h 2529434"/>
              <a:gd name="connsiteX6-2563" fmla="*/ 2550427 w 2563018"/>
              <a:gd name="connsiteY6-2564" fmla="*/ 1065631 h 2529434"/>
              <a:gd name="connsiteX7-2565" fmla="*/ 1951990 w 2563018"/>
              <a:gd name="connsiteY7-2566" fmla="*/ 1065631 h 2529434"/>
              <a:gd name="connsiteX8-2567" fmla="*/ 1939290 w 2563018"/>
              <a:gd name="connsiteY8-2568" fmla="*/ 1078331 h 2529434"/>
              <a:gd name="connsiteX9-2569" fmla="*/ 1939290 w 2563018"/>
              <a:gd name="connsiteY9-2570" fmla="*/ 2529434 h 2529434"/>
              <a:gd name="connsiteX10-2571" fmla="*/ 1939290 w 2563018"/>
              <a:gd name="connsiteY10-2572" fmla="*/ 2529385 h 2529434"/>
              <a:gd name="connsiteX11-2573" fmla="*/ 646430 w 2563018"/>
              <a:gd name="connsiteY11-2574" fmla="*/ 2529385 h 2529434"/>
              <a:gd name="connsiteX12-2575" fmla="*/ 646430 w 2563018"/>
              <a:gd name="connsiteY12-2576" fmla="*/ 2529385 h 2529434"/>
              <a:gd name="connsiteX13-2577" fmla="*/ 646430 w 2563018"/>
              <a:gd name="connsiteY13-2578" fmla="*/ 1065583 h 2529434"/>
              <a:gd name="connsiteX14-2579" fmla="*/ 646430 w 2563018"/>
              <a:gd name="connsiteY14-2580" fmla="*/ 1065632 h 2529434"/>
              <a:gd name="connsiteX15-2581" fmla="*/ 0 w 2563018"/>
              <a:gd name="connsiteY15-2582" fmla="*/ 1065632 h 2529434"/>
              <a:gd name="connsiteX16-2583" fmla="*/ 23342 w 2563018"/>
              <a:gd name="connsiteY16-2584" fmla="*/ 1057227 h 2529434"/>
              <a:gd name="connsiteX0-2585" fmla="*/ 23342 w 2563018"/>
              <a:gd name="connsiteY0-2586" fmla="*/ 1057227 h 2529434"/>
              <a:gd name="connsiteX1-2587" fmla="*/ 27197 w 2563018"/>
              <a:gd name="connsiteY1-2588" fmla="*/ 1043139 h 2529434"/>
              <a:gd name="connsiteX2-2589" fmla="*/ 1284810 w 2563018"/>
              <a:gd name="connsiteY2-2590" fmla="*/ 3028 h 2529434"/>
              <a:gd name="connsiteX3-2591" fmla="*/ 1300955 w 2563018"/>
              <a:gd name="connsiteY3-2592" fmla="*/ 3064 h 2529434"/>
              <a:gd name="connsiteX4-2593" fmla="*/ 2558568 w 2563018"/>
              <a:gd name="connsiteY4-2594" fmla="*/ 1043175 h 2529434"/>
              <a:gd name="connsiteX5-2595" fmla="*/ 2562377 w 2563018"/>
              <a:gd name="connsiteY5-2596" fmla="*/ 1057231 h 2529434"/>
              <a:gd name="connsiteX6-2597" fmla="*/ 2550427 w 2563018"/>
              <a:gd name="connsiteY6-2598" fmla="*/ 1065631 h 2529434"/>
              <a:gd name="connsiteX7-2599" fmla="*/ 1951990 w 2563018"/>
              <a:gd name="connsiteY7-2600" fmla="*/ 1065631 h 2529434"/>
              <a:gd name="connsiteX8-2601" fmla="*/ 1939290 w 2563018"/>
              <a:gd name="connsiteY8-2602" fmla="*/ 1078331 h 2529434"/>
              <a:gd name="connsiteX9-2603" fmla="*/ 1939290 w 2563018"/>
              <a:gd name="connsiteY9-2604" fmla="*/ 2529434 h 2529434"/>
              <a:gd name="connsiteX10-2605" fmla="*/ 1939290 w 2563018"/>
              <a:gd name="connsiteY10-2606" fmla="*/ 2529385 h 2529434"/>
              <a:gd name="connsiteX11-2607" fmla="*/ 646430 w 2563018"/>
              <a:gd name="connsiteY11-2608" fmla="*/ 2529385 h 2529434"/>
              <a:gd name="connsiteX12-2609" fmla="*/ 646430 w 2563018"/>
              <a:gd name="connsiteY12-2610" fmla="*/ 2529385 h 2529434"/>
              <a:gd name="connsiteX13-2611" fmla="*/ 646430 w 2563018"/>
              <a:gd name="connsiteY13-2612" fmla="*/ 1065583 h 2529434"/>
              <a:gd name="connsiteX14-2613" fmla="*/ 646430 w 2563018"/>
              <a:gd name="connsiteY14-2614" fmla="*/ 1065632 h 2529434"/>
              <a:gd name="connsiteX15-2615" fmla="*/ 0 w 2563018"/>
              <a:gd name="connsiteY15-2616" fmla="*/ 1065632 h 2529434"/>
              <a:gd name="connsiteX16-2617" fmla="*/ 23342 w 2563018"/>
              <a:gd name="connsiteY16-2618" fmla="*/ 1057227 h 2529434"/>
              <a:gd name="connsiteX0-2619" fmla="*/ 23342 w 2563018"/>
              <a:gd name="connsiteY0-2620" fmla="*/ 1057227 h 2529385"/>
              <a:gd name="connsiteX1-2621" fmla="*/ 27197 w 2563018"/>
              <a:gd name="connsiteY1-2622" fmla="*/ 1043139 h 2529385"/>
              <a:gd name="connsiteX2-2623" fmla="*/ 1284810 w 2563018"/>
              <a:gd name="connsiteY2-2624" fmla="*/ 3028 h 2529385"/>
              <a:gd name="connsiteX3-2625" fmla="*/ 1300955 w 2563018"/>
              <a:gd name="connsiteY3-2626" fmla="*/ 3064 h 2529385"/>
              <a:gd name="connsiteX4-2627" fmla="*/ 2558568 w 2563018"/>
              <a:gd name="connsiteY4-2628" fmla="*/ 1043175 h 2529385"/>
              <a:gd name="connsiteX5-2629" fmla="*/ 2562377 w 2563018"/>
              <a:gd name="connsiteY5-2630" fmla="*/ 1057231 h 2529385"/>
              <a:gd name="connsiteX6-2631" fmla="*/ 2550427 w 2563018"/>
              <a:gd name="connsiteY6-2632" fmla="*/ 1065631 h 2529385"/>
              <a:gd name="connsiteX7-2633" fmla="*/ 1951990 w 2563018"/>
              <a:gd name="connsiteY7-2634" fmla="*/ 1065631 h 2529385"/>
              <a:gd name="connsiteX8-2635" fmla="*/ 1939290 w 2563018"/>
              <a:gd name="connsiteY8-2636" fmla="*/ 1078331 h 2529385"/>
              <a:gd name="connsiteX9-2637" fmla="*/ 1939290 w 2563018"/>
              <a:gd name="connsiteY9-2638" fmla="*/ 2516733 h 2529385"/>
              <a:gd name="connsiteX10-2639" fmla="*/ 1939290 w 2563018"/>
              <a:gd name="connsiteY10-2640" fmla="*/ 2529385 h 2529385"/>
              <a:gd name="connsiteX11-2641" fmla="*/ 646430 w 2563018"/>
              <a:gd name="connsiteY11-2642" fmla="*/ 2529385 h 2529385"/>
              <a:gd name="connsiteX12-2643" fmla="*/ 646430 w 2563018"/>
              <a:gd name="connsiteY12-2644" fmla="*/ 2529385 h 2529385"/>
              <a:gd name="connsiteX13-2645" fmla="*/ 646430 w 2563018"/>
              <a:gd name="connsiteY13-2646" fmla="*/ 1065583 h 2529385"/>
              <a:gd name="connsiteX14-2647" fmla="*/ 646430 w 2563018"/>
              <a:gd name="connsiteY14-2648" fmla="*/ 1065632 h 2529385"/>
              <a:gd name="connsiteX15-2649" fmla="*/ 0 w 2563018"/>
              <a:gd name="connsiteY15-2650" fmla="*/ 1065632 h 2529385"/>
              <a:gd name="connsiteX16-2651" fmla="*/ 23342 w 2563018"/>
              <a:gd name="connsiteY16-2652" fmla="*/ 1057227 h 2529385"/>
              <a:gd name="connsiteX0-2653" fmla="*/ 23342 w 2563018"/>
              <a:gd name="connsiteY0-2654" fmla="*/ 1057227 h 2529385"/>
              <a:gd name="connsiteX1-2655" fmla="*/ 27197 w 2563018"/>
              <a:gd name="connsiteY1-2656" fmla="*/ 1043139 h 2529385"/>
              <a:gd name="connsiteX2-2657" fmla="*/ 1284810 w 2563018"/>
              <a:gd name="connsiteY2-2658" fmla="*/ 3028 h 2529385"/>
              <a:gd name="connsiteX3-2659" fmla="*/ 1300955 w 2563018"/>
              <a:gd name="connsiteY3-2660" fmla="*/ 3064 h 2529385"/>
              <a:gd name="connsiteX4-2661" fmla="*/ 2558568 w 2563018"/>
              <a:gd name="connsiteY4-2662" fmla="*/ 1043175 h 2529385"/>
              <a:gd name="connsiteX5-2663" fmla="*/ 2562377 w 2563018"/>
              <a:gd name="connsiteY5-2664" fmla="*/ 1057231 h 2529385"/>
              <a:gd name="connsiteX6-2665" fmla="*/ 2550427 w 2563018"/>
              <a:gd name="connsiteY6-2666" fmla="*/ 1065631 h 2529385"/>
              <a:gd name="connsiteX7-2667" fmla="*/ 1951990 w 2563018"/>
              <a:gd name="connsiteY7-2668" fmla="*/ 1065631 h 2529385"/>
              <a:gd name="connsiteX8-2669" fmla="*/ 1939290 w 2563018"/>
              <a:gd name="connsiteY8-2670" fmla="*/ 1078331 h 2529385"/>
              <a:gd name="connsiteX9-2671" fmla="*/ 1939290 w 2563018"/>
              <a:gd name="connsiteY9-2672" fmla="*/ 2516733 h 2529385"/>
              <a:gd name="connsiteX10-2673" fmla="*/ 1939290 w 2563018"/>
              <a:gd name="connsiteY10-2674" fmla="*/ 2529385 h 2529385"/>
              <a:gd name="connsiteX11-2675" fmla="*/ 646430 w 2563018"/>
              <a:gd name="connsiteY11-2676" fmla="*/ 2529385 h 2529385"/>
              <a:gd name="connsiteX12-2677" fmla="*/ 646430 w 2563018"/>
              <a:gd name="connsiteY12-2678" fmla="*/ 2529385 h 2529385"/>
              <a:gd name="connsiteX13-2679" fmla="*/ 646430 w 2563018"/>
              <a:gd name="connsiteY13-2680" fmla="*/ 1065583 h 2529385"/>
              <a:gd name="connsiteX14-2681" fmla="*/ 646430 w 2563018"/>
              <a:gd name="connsiteY14-2682" fmla="*/ 1065632 h 2529385"/>
              <a:gd name="connsiteX15-2683" fmla="*/ 0 w 2563018"/>
              <a:gd name="connsiteY15-2684" fmla="*/ 1065632 h 2529385"/>
              <a:gd name="connsiteX16-2685" fmla="*/ 23342 w 2563018"/>
              <a:gd name="connsiteY16-2686" fmla="*/ 1057227 h 2529385"/>
              <a:gd name="connsiteX0-2687" fmla="*/ 23342 w 2563018"/>
              <a:gd name="connsiteY0-2688" fmla="*/ 1057227 h 2529385"/>
              <a:gd name="connsiteX1-2689" fmla="*/ 27197 w 2563018"/>
              <a:gd name="connsiteY1-2690" fmla="*/ 1043139 h 2529385"/>
              <a:gd name="connsiteX2-2691" fmla="*/ 1284810 w 2563018"/>
              <a:gd name="connsiteY2-2692" fmla="*/ 3028 h 2529385"/>
              <a:gd name="connsiteX3-2693" fmla="*/ 1300955 w 2563018"/>
              <a:gd name="connsiteY3-2694" fmla="*/ 3064 h 2529385"/>
              <a:gd name="connsiteX4-2695" fmla="*/ 2558568 w 2563018"/>
              <a:gd name="connsiteY4-2696" fmla="*/ 1043175 h 2529385"/>
              <a:gd name="connsiteX5-2697" fmla="*/ 2562377 w 2563018"/>
              <a:gd name="connsiteY5-2698" fmla="*/ 1057231 h 2529385"/>
              <a:gd name="connsiteX6-2699" fmla="*/ 2550427 w 2563018"/>
              <a:gd name="connsiteY6-2700" fmla="*/ 1065631 h 2529385"/>
              <a:gd name="connsiteX7-2701" fmla="*/ 1951990 w 2563018"/>
              <a:gd name="connsiteY7-2702" fmla="*/ 1065631 h 2529385"/>
              <a:gd name="connsiteX8-2703" fmla="*/ 1939290 w 2563018"/>
              <a:gd name="connsiteY8-2704" fmla="*/ 1078331 h 2529385"/>
              <a:gd name="connsiteX9-2705" fmla="*/ 1939290 w 2563018"/>
              <a:gd name="connsiteY9-2706" fmla="*/ 2516733 h 2529385"/>
              <a:gd name="connsiteX10-2707" fmla="*/ 1939290 w 2563018"/>
              <a:gd name="connsiteY10-2708" fmla="*/ 2529385 h 2529385"/>
              <a:gd name="connsiteX11-2709" fmla="*/ 646430 w 2563018"/>
              <a:gd name="connsiteY11-2710" fmla="*/ 2529385 h 2529385"/>
              <a:gd name="connsiteX12-2711" fmla="*/ 646430 w 2563018"/>
              <a:gd name="connsiteY12-2712" fmla="*/ 2529385 h 2529385"/>
              <a:gd name="connsiteX13-2713" fmla="*/ 646430 w 2563018"/>
              <a:gd name="connsiteY13-2714" fmla="*/ 1065583 h 2529385"/>
              <a:gd name="connsiteX14-2715" fmla="*/ 646430 w 2563018"/>
              <a:gd name="connsiteY14-2716" fmla="*/ 1065632 h 2529385"/>
              <a:gd name="connsiteX15-2717" fmla="*/ 0 w 2563018"/>
              <a:gd name="connsiteY15-2718" fmla="*/ 1065632 h 2529385"/>
              <a:gd name="connsiteX16-2719" fmla="*/ 23342 w 2563018"/>
              <a:gd name="connsiteY16-2720" fmla="*/ 1057227 h 2529385"/>
              <a:gd name="connsiteX0-2721" fmla="*/ 23342 w 2563018"/>
              <a:gd name="connsiteY0-2722" fmla="*/ 1057227 h 2529385"/>
              <a:gd name="connsiteX1-2723" fmla="*/ 27197 w 2563018"/>
              <a:gd name="connsiteY1-2724" fmla="*/ 1043139 h 2529385"/>
              <a:gd name="connsiteX2-2725" fmla="*/ 1284810 w 2563018"/>
              <a:gd name="connsiteY2-2726" fmla="*/ 3028 h 2529385"/>
              <a:gd name="connsiteX3-2727" fmla="*/ 1300955 w 2563018"/>
              <a:gd name="connsiteY3-2728" fmla="*/ 3064 h 2529385"/>
              <a:gd name="connsiteX4-2729" fmla="*/ 2558568 w 2563018"/>
              <a:gd name="connsiteY4-2730" fmla="*/ 1043175 h 2529385"/>
              <a:gd name="connsiteX5-2731" fmla="*/ 2562377 w 2563018"/>
              <a:gd name="connsiteY5-2732" fmla="*/ 1057231 h 2529385"/>
              <a:gd name="connsiteX6-2733" fmla="*/ 2550427 w 2563018"/>
              <a:gd name="connsiteY6-2734" fmla="*/ 1065631 h 2529385"/>
              <a:gd name="connsiteX7-2735" fmla="*/ 1951990 w 2563018"/>
              <a:gd name="connsiteY7-2736" fmla="*/ 1065631 h 2529385"/>
              <a:gd name="connsiteX8-2737" fmla="*/ 1939290 w 2563018"/>
              <a:gd name="connsiteY8-2738" fmla="*/ 1078331 h 2529385"/>
              <a:gd name="connsiteX9-2739" fmla="*/ 1939290 w 2563018"/>
              <a:gd name="connsiteY9-2740" fmla="*/ 2516733 h 2529385"/>
              <a:gd name="connsiteX10-2741" fmla="*/ 1926590 w 2563018"/>
              <a:gd name="connsiteY10-2742" fmla="*/ 2529385 h 2529385"/>
              <a:gd name="connsiteX11-2743" fmla="*/ 646430 w 2563018"/>
              <a:gd name="connsiteY11-2744" fmla="*/ 2529385 h 2529385"/>
              <a:gd name="connsiteX12-2745" fmla="*/ 646430 w 2563018"/>
              <a:gd name="connsiteY12-2746" fmla="*/ 2529385 h 2529385"/>
              <a:gd name="connsiteX13-2747" fmla="*/ 646430 w 2563018"/>
              <a:gd name="connsiteY13-2748" fmla="*/ 1065583 h 2529385"/>
              <a:gd name="connsiteX14-2749" fmla="*/ 646430 w 2563018"/>
              <a:gd name="connsiteY14-2750" fmla="*/ 1065632 h 2529385"/>
              <a:gd name="connsiteX15-2751" fmla="*/ 0 w 2563018"/>
              <a:gd name="connsiteY15-2752" fmla="*/ 1065632 h 2529385"/>
              <a:gd name="connsiteX16-2753" fmla="*/ 23342 w 2563018"/>
              <a:gd name="connsiteY16-2754" fmla="*/ 1057227 h 2529385"/>
              <a:gd name="connsiteX0-2755" fmla="*/ 23342 w 2563018"/>
              <a:gd name="connsiteY0-2756" fmla="*/ 1057227 h 2529385"/>
              <a:gd name="connsiteX1-2757" fmla="*/ 27197 w 2563018"/>
              <a:gd name="connsiteY1-2758" fmla="*/ 1043139 h 2529385"/>
              <a:gd name="connsiteX2-2759" fmla="*/ 1284810 w 2563018"/>
              <a:gd name="connsiteY2-2760" fmla="*/ 3028 h 2529385"/>
              <a:gd name="connsiteX3-2761" fmla="*/ 1300955 w 2563018"/>
              <a:gd name="connsiteY3-2762" fmla="*/ 3064 h 2529385"/>
              <a:gd name="connsiteX4-2763" fmla="*/ 2558568 w 2563018"/>
              <a:gd name="connsiteY4-2764" fmla="*/ 1043175 h 2529385"/>
              <a:gd name="connsiteX5-2765" fmla="*/ 2562377 w 2563018"/>
              <a:gd name="connsiteY5-2766" fmla="*/ 1057231 h 2529385"/>
              <a:gd name="connsiteX6-2767" fmla="*/ 2550427 w 2563018"/>
              <a:gd name="connsiteY6-2768" fmla="*/ 1065631 h 2529385"/>
              <a:gd name="connsiteX7-2769" fmla="*/ 1951990 w 2563018"/>
              <a:gd name="connsiteY7-2770" fmla="*/ 1065631 h 2529385"/>
              <a:gd name="connsiteX8-2771" fmla="*/ 1939290 w 2563018"/>
              <a:gd name="connsiteY8-2772" fmla="*/ 1078331 h 2529385"/>
              <a:gd name="connsiteX9-2773" fmla="*/ 1939290 w 2563018"/>
              <a:gd name="connsiteY9-2774" fmla="*/ 2516733 h 2529385"/>
              <a:gd name="connsiteX10-2775" fmla="*/ 1926590 w 2563018"/>
              <a:gd name="connsiteY10-2776" fmla="*/ 2529385 h 2529385"/>
              <a:gd name="connsiteX11-2777" fmla="*/ 646430 w 2563018"/>
              <a:gd name="connsiteY11-2778" fmla="*/ 2529385 h 2529385"/>
              <a:gd name="connsiteX12-2779" fmla="*/ 646430 w 2563018"/>
              <a:gd name="connsiteY12-2780" fmla="*/ 2529385 h 2529385"/>
              <a:gd name="connsiteX13-2781" fmla="*/ 646430 w 2563018"/>
              <a:gd name="connsiteY13-2782" fmla="*/ 1065583 h 2529385"/>
              <a:gd name="connsiteX14-2783" fmla="*/ 646430 w 2563018"/>
              <a:gd name="connsiteY14-2784" fmla="*/ 1065632 h 2529385"/>
              <a:gd name="connsiteX15-2785" fmla="*/ 0 w 2563018"/>
              <a:gd name="connsiteY15-2786" fmla="*/ 1065632 h 2529385"/>
              <a:gd name="connsiteX16-2787" fmla="*/ 23342 w 2563018"/>
              <a:gd name="connsiteY16-2788" fmla="*/ 1057227 h 2529385"/>
              <a:gd name="connsiteX0-2789" fmla="*/ 23342 w 2563018"/>
              <a:gd name="connsiteY0-2790" fmla="*/ 1057227 h 2529385"/>
              <a:gd name="connsiteX1-2791" fmla="*/ 27197 w 2563018"/>
              <a:gd name="connsiteY1-2792" fmla="*/ 1043139 h 2529385"/>
              <a:gd name="connsiteX2-2793" fmla="*/ 1284810 w 2563018"/>
              <a:gd name="connsiteY2-2794" fmla="*/ 3028 h 2529385"/>
              <a:gd name="connsiteX3-2795" fmla="*/ 1300955 w 2563018"/>
              <a:gd name="connsiteY3-2796" fmla="*/ 3064 h 2529385"/>
              <a:gd name="connsiteX4-2797" fmla="*/ 2558568 w 2563018"/>
              <a:gd name="connsiteY4-2798" fmla="*/ 1043175 h 2529385"/>
              <a:gd name="connsiteX5-2799" fmla="*/ 2562377 w 2563018"/>
              <a:gd name="connsiteY5-2800" fmla="*/ 1057231 h 2529385"/>
              <a:gd name="connsiteX6-2801" fmla="*/ 2550427 w 2563018"/>
              <a:gd name="connsiteY6-2802" fmla="*/ 1065631 h 2529385"/>
              <a:gd name="connsiteX7-2803" fmla="*/ 1951990 w 2563018"/>
              <a:gd name="connsiteY7-2804" fmla="*/ 1065631 h 2529385"/>
              <a:gd name="connsiteX8-2805" fmla="*/ 1939290 w 2563018"/>
              <a:gd name="connsiteY8-2806" fmla="*/ 1078331 h 2529385"/>
              <a:gd name="connsiteX9-2807" fmla="*/ 1939290 w 2563018"/>
              <a:gd name="connsiteY9-2808" fmla="*/ 2516733 h 2529385"/>
              <a:gd name="connsiteX10-2809" fmla="*/ 1926590 w 2563018"/>
              <a:gd name="connsiteY10-2810" fmla="*/ 2529385 h 2529385"/>
              <a:gd name="connsiteX11-2811" fmla="*/ 646430 w 2563018"/>
              <a:gd name="connsiteY11-2812" fmla="*/ 2529385 h 2529385"/>
              <a:gd name="connsiteX12-2813" fmla="*/ 646430 w 2563018"/>
              <a:gd name="connsiteY12-2814" fmla="*/ 2529385 h 2529385"/>
              <a:gd name="connsiteX13-2815" fmla="*/ 646430 w 2563018"/>
              <a:gd name="connsiteY13-2816" fmla="*/ 1065583 h 2529385"/>
              <a:gd name="connsiteX14-2817" fmla="*/ 646430 w 2563018"/>
              <a:gd name="connsiteY14-2818" fmla="*/ 1065632 h 2529385"/>
              <a:gd name="connsiteX15-2819" fmla="*/ 0 w 2563018"/>
              <a:gd name="connsiteY15-2820" fmla="*/ 1065632 h 2529385"/>
              <a:gd name="connsiteX16-2821" fmla="*/ 23342 w 2563018"/>
              <a:gd name="connsiteY16-2822" fmla="*/ 1057227 h 2529385"/>
              <a:gd name="connsiteX0-2823" fmla="*/ 23342 w 2563018"/>
              <a:gd name="connsiteY0-2824" fmla="*/ 1057227 h 2529385"/>
              <a:gd name="connsiteX1-2825" fmla="*/ 27197 w 2563018"/>
              <a:gd name="connsiteY1-2826" fmla="*/ 1043139 h 2529385"/>
              <a:gd name="connsiteX2-2827" fmla="*/ 1284810 w 2563018"/>
              <a:gd name="connsiteY2-2828" fmla="*/ 3028 h 2529385"/>
              <a:gd name="connsiteX3-2829" fmla="*/ 1300955 w 2563018"/>
              <a:gd name="connsiteY3-2830" fmla="*/ 3064 h 2529385"/>
              <a:gd name="connsiteX4-2831" fmla="*/ 2558568 w 2563018"/>
              <a:gd name="connsiteY4-2832" fmla="*/ 1043175 h 2529385"/>
              <a:gd name="connsiteX5-2833" fmla="*/ 2562377 w 2563018"/>
              <a:gd name="connsiteY5-2834" fmla="*/ 1057231 h 2529385"/>
              <a:gd name="connsiteX6-2835" fmla="*/ 2550427 w 2563018"/>
              <a:gd name="connsiteY6-2836" fmla="*/ 1065631 h 2529385"/>
              <a:gd name="connsiteX7-2837" fmla="*/ 1951990 w 2563018"/>
              <a:gd name="connsiteY7-2838" fmla="*/ 1065631 h 2529385"/>
              <a:gd name="connsiteX8-2839" fmla="*/ 1939290 w 2563018"/>
              <a:gd name="connsiteY8-2840" fmla="*/ 1078331 h 2529385"/>
              <a:gd name="connsiteX9-2841" fmla="*/ 1939290 w 2563018"/>
              <a:gd name="connsiteY9-2842" fmla="*/ 2516733 h 2529385"/>
              <a:gd name="connsiteX10-2843" fmla="*/ 1926590 w 2563018"/>
              <a:gd name="connsiteY10-2844" fmla="*/ 2529385 h 2529385"/>
              <a:gd name="connsiteX11-2845" fmla="*/ 659130 w 2563018"/>
              <a:gd name="connsiteY11-2846" fmla="*/ 2529385 h 2529385"/>
              <a:gd name="connsiteX12-2847" fmla="*/ 646430 w 2563018"/>
              <a:gd name="connsiteY12-2848" fmla="*/ 2529385 h 2529385"/>
              <a:gd name="connsiteX13-2849" fmla="*/ 646430 w 2563018"/>
              <a:gd name="connsiteY13-2850" fmla="*/ 1065583 h 2529385"/>
              <a:gd name="connsiteX14-2851" fmla="*/ 646430 w 2563018"/>
              <a:gd name="connsiteY14-2852" fmla="*/ 1065632 h 2529385"/>
              <a:gd name="connsiteX15-2853" fmla="*/ 0 w 2563018"/>
              <a:gd name="connsiteY15-2854" fmla="*/ 1065632 h 2529385"/>
              <a:gd name="connsiteX16-2855" fmla="*/ 23342 w 2563018"/>
              <a:gd name="connsiteY16-2856" fmla="*/ 1057227 h 2529385"/>
              <a:gd name="connsiteX0-2857" fmla="*/ 23342 w 2563018"/>
              <a:gd name="connsiteY0-2858" fmla="*/ 1057227 h 2529385"/>
              <a:gd name="connsiteX1-2859" fmla="*/ 27197 w 2563018"/>
              <a:gd name="connsiteY1-2860" fmla="*/ 1043139 h 2529385"/>
              <a:gd name="connsiteX2-2861" fmla="*/ 1284810 w 2563018"/>
              <a:gd name="connsiteY2-2862" fmla="*/ 3028 h 2529385"/>
              <a:gd name="connsiteX3-2863" fmla="*/ 1300955 w 2563018"/>
              <a:gd name="connsiteY3-2864" fmla="*/ 3064 h 2529385"/>
              <a:gd name="connsiteX4-2865" fmla="*/ 2558568 w 2563018"/>
              <a:gd name="connsiteY4-2866" fmla="*/ 1043175 h 2529385"/>
              <a:gd name="connsiteX5-2867" fmla="*/ 2562377 w 2563018"/>
              <a:gd name="connsiteY5-2868" fmla="*/ 1057231 h 2529385"/>
              <a:gd name="connsiteX6-2869" fmla="*/ 2550427 w 2563018"/>
              <a:gd name="connsiteY6-2870" fmla="*/ 1065631 h 2529385"/>
              <a:gd name="connsiteX7-2871" fmla="*/ 1951990 w 2563018"/>
              <a:gd name="connsiteY7-2872" fmla="*/ 1065631 h 2529385"/>
              <a:gd name="connsiteX8-2873" fmla="*/ 1939290 w 2563018"/>
              <a:gd name="connsiteY8-2874" fmla="*/ 1078331 h 2529385"/>
              <a:gd name="connsiteX9-2875" fmla="*/ 1939290 w 2563018"/>
              <a:gd name="connsiteY9-2876" fmla="*/ 2516733 h 2529385"/>
              <a:gd name="connsiteX10-2877" fmla="*/ 1926590 w 2563018"/>
              <a:gd name="connsiteY10-2878" fmla="*/ 2529385 h 2529385"/>
              <a:gd name="connsiteX11-2879" fmla="*/ 659130 w 2563018"/>
              <a:gd name="connsiteY11-2880" fmla="*/ 2529385 h 2529385"/>
              <a:gd name="connsiteX12-2881" fmla="*/ 646430 w 2563018"/>
              <a:gd name="connsiteY12-2882" fmla="*/ 2529385 h 2529385"/>
              <a:gd name="connsiteX13-2883" fmla="*/ 646430 w 2563018"/>
              <a:gd name="connsiteY13-2884" fmla="*/ 1065583 h 2529385"/>
              <a:gd name="connsiteX14-2885" fmla="*/ 646430 w 2563018"/>
              <a:gd name="connsiteY14-2886" fmla="*/ 1065632 h 2529385"/>
              <a:gd name="connsiteX15-2887" fmla="*/ 0 w 2563018"/>
              <a:gd name="connsiteY15-2888" fmla="*/ 1065632 h 2529385"/>
              <a:gd name="connsiteX16-2889" fmla="*/ 23342 w 2563018"/>
              <a:gd name="connsiteY16-2890" fmla="*/ 1057227 h 2529385"/>
              <a:gd name="connsiteX0-2891" fmla="*/ 23342 w 2563018"/>
              <a:gd name="connsiteY0-2892" fmla="*/ 1057227 h 2529385"/>
              <a:gd name="connsiteX1-2893" fmla="*/ 27197 w 2563018"/>
              <a:gd name="connsiteY1-2894" fmla="*/ 1043139 h 2529385"/>
              <a:gd name="connsiteX2-2895" fmla="*/ 1284810 w 2563018"/>
              <a:gd name="connsiteY2-2896" fmla="*/ 3028 h 2529385"/>
              <a:gd name="connsiteX3-2897" fmla="*/ 1300955 w 2563018"/>
              <a:gd name="connsiteY3-2898" fmla="*/ 3064 h 2529385"/>
              <a:gd name="connsiteX4-2899" fmla="*/ 2558568 w 2563018"/>
              <a:gd name="connsiteY4-2900" fmla="*/ 1043175 h 2529385"/>
              <a:gd name="connsiteX5-2901" fmla="*/ 2562377 w 2563018"/>
              <a:gd name="connsiteY5-2902" fmla="*/ 1057231 h 2529385"/>
              <a:gd name="connsiteX6-2903" fmla="*/ 2550427 w 2563018"/>
              <a:gd name="connsiteY6-2904" fmla="*/ 1065631 h 2529385"/>
              <a:gd name="connsiteX7-2905" fmla="*/ 1951990 w 2563018"/>
              <a:gd name="connsiteY7-2906" fmla="*/ 1065631 h 2529385"/>
              <a:gd name="connsiteX8-2907" fmla="*/ 1939290 w 2563018"/>
              <a:gd name="connsiteY8-2908" fmla="*/ 1078331 h 2529385"/>
              <a:gd name="connsiteX9-2909" fmla="*/ 1939290 w 2563018"/>
              <a:gd name="connsiteY9-2910" fmla="*/ 2516733 h 2529385"/>
              <a:gd name="connsiteX10-2911" fmla="*/ 1926590 w 2563018"/>
              <a:gd name="connsiteY10-2912" fmla="*/ 2529385 h 2529385"/>
              <a:gd name="connsiteX11-2913" fmla="*/ 659130 w 2563018"/>
              <a:gd name="connsiteY11-2914" fmla="*/ 2529385 h 2529385"/>
              <a:gd name="connsiteX12-2915" fmla="*/ 646430 w 2563018"/>
              <a:gd name="connsiteY12-2916" fmla="*/ 2529385 h 2529385"/>
              <a:gd name="connsiteX13-2917" fmla="*/ 646430 w 2563018"/>
              <a:gd name="connsiteY13-2918" fmla="*/ 1065583 h 2529385"/>
              <a:gd name="connsiteX14-2919" fmla="*/ 646430 w 2563018"/>
              <a:gd name="connsiteY14-2920" fmla="*/ 1065632 h 2529385"/>
              <a:gd name="connsiteX15-2921" fmla="*/ 0 w 2563018"/>
              <a:gd name="connsiteY15-2922" fmla="*/ 1065632 h 2529385"/>
              <a:gd name="connsiteX16-2923" fmla="*/ 23342 w 2563018"/>
              <a:gd name="connsiteY16-2924" fmla="*/ 1057227 h 2529385"/>
              <a:gd name="connsiteX0-2925" fmla="*/ 23342 w 2563018"/>
              <a:gd name="connsiteY0-2926" fmla="*/ 1057227 h 2529385"/>
              <a:gd name="connsiteX1-2927" fmla="*/ 27197 w 2563018"/>
              <a:gd name="connsiteY1-2928" fmla="*/ 1043139 h 2529385"/>
              <a:gd name="connsiteX2-2929" fmla="*/ 1284810 w 2563018"/>
              <a:gd name="connsiteY2-2930" fmla="*/ 3028 h 2529385"/>
              <a:gd name="connsiteX3-2931" fmla="*/ 1300955 w 2563018"/>
              <a:gd name="connsiteY3-2932" fmla="*/ 3064 h 2529385"/>
              <a:gd name="connsiteX4-2933" fmla="*/ 2558568 w 2563018"/>
              <a:gd name="connsiteY4-2934" fmla="*/ 1043175 h 2529385"/>
              <a:gd name="connsiteX5-2935" fmla="*/ 2562377 w 2563018"/>
              <a:gd name="connsiteY5-2936" fmla="*/ 1057231 h 2529385"/>
              <a:gd name="connsiteX6-2937" fmla="*/ 2550427 w 2563018"/>
              <a:gd name="connsiteY6-2938" fmla="*/ 1065631 h 2529385"/>
              <a:gd name="connsiteX7-2939" fmla="*/ 1951990 w 2563018"/>
              <a:gd name="connsiteY7-2940" fmla="*/ 1065631 h 2529385"/>
              <a:gd name="connsiteX8-2941" fmla="*/ 1939290 w 2563018"/>
              <a:gd name="connsiteY8-2942" fmla="*/ 1078331 h 2529385"/>
              <a:gd name="connsiteX9-2943" fmla="*/ 1939290 w 2563018"/>
              <a:gd name="connsiteY9-2944" fmla="*/ 2516733 h 2529385"/>
              <a:gd name="connsiteX10-2945" fmla="*/ 1926590 w 2563018"/>
              <a:gd name="connsiteY10-2946" fmla="*/ 2529385 h 2529385"/>
              <a:gd name="connsiteX11-2947" fmla="*/ 659130 w 2563018"/>
              <a:gd name="connsiteY11-2948" fmla="*/ 2529385 h 2529385"/>
              <a:gd name="connsiteX12-2949" fmla="*/ 646430 w 2563018"/>
              <a:gd name="connsiteY12-2950" fmla="*/ 2516685 h 2529385"/>
              <a:gd name="connsiteX13-2951" fmla="*/ 646430 w 2563018"/>
              <a:gd name="connsiteY13-2952" fmla="*/ 1065583 h 2529385"/>
              <a:gd name="connsiteX14-2953" fmla="*/ 646430 w 2563018"/>
              <a:gd name="connsiteY14-2954" fmla="*/ 1065632 h 2529385"/>
              <a:gd name="connsiteX15-2955" fmla="*/ 0 w 2563018"/>
              <a:gd name="connsiteY15-2956" fmla="*/ 1065632 h 2529385"/>
              <a:gd name="connsiteX16-2957" fmla="*/ 23342 w 2563018"/>
              <a:gd name="connsiteY16-2958" fmla="*/ 1057227 h 2529385"/>
              <a:gd name="connsiteX0-2959" fmla="*/ 23342 w 2563018"/>
              <a:gd name="connsiteY0-2960" fmla="*/ 1057227 h 2529385"/>
              <a:gd name="connsiteX1-2961" fmla="*/ 27197 w 2563018"/>
              <a:gd name="connsiteY1-2962" fmla="*/ 1043139 h 2529385"/>
              <a:gd name="connsiteX2-2963" fmla="*/ 1284810 w 2563018"/>
              <a:gd name="connsiteY2-2964" fmla="*/ 3028 h 2529385"/>
              <a:gd name="connsiteX3-2965" fmla="*/ 1300955 w 2563018"/>
              <a:gd name="connsiteY3-2966" fmla="*/ 3064 h 2529385"/>
              <a:gd name="connsiteX4-2967" fmla="*/ 2558568 w 2563018"/>
              <a:gd name="connsiteY4-2968" fmla="*/ 1043175 h 2529385"/>
              <a:gd name="connsiteX5-2969" fmla="*/ 2562377 w 2563018"/>
              <a:gd name="connsiteY5-2970" fmla="*/ 1057231 h 2529385"/>
              <a:gd name="connsiteX6-2971" fmla="*/ 2550427 w 2563018"/>
              <a:gd name="connsiteY6-2972" fmla="*/ 1065631 h 2529385"/>
              <a:gd name="connsiteX7-2973" fmla="*/ 1951990 w 2563018"/>
              <a:gd name="connsiteY7-2974" fmla="*/ 1065631 h 2529385"/>
              <a:gd name="connsiteX8-2975" fmla="*/ 1939290 w 2563018"/>
              <a:gd name="connsiteY8-2976" fmla="*/ 1078331 h 2529385"/>
              <a:gd name="connsiteX9-2977" fmla="*/ 1939290 w 2563018"/>
              <a:gd name="connsiteY9-2978" fmla="*/ 2516733 h 2529385"/>
              <a:gd name="connsiteX10-2979" fmla="*/ 1926590 w 2563018"/>
              <a:gd name="connsiteY10-2980" fmla="*/ 2529385 h 2529385"/>
              <a:gd name="connsiteX11-2981" fmla="*/ 659130 w 2563018"/>
              <a:gd name="connsiteY11-2982" fmla="*/ 2529385 h 2529385"/>
              <a:gd name="connsiteX12-2983" fmla="*/ 646430 w 2563018"/>
              <a:gd name="connsiteY12-2984" fmla="*/ 2516685 h 2529385"/>
              <a:gd name="connsiteX13-2985" fmla="*/ 646430 w 2563018"/>
              <a:gd name="connsiteY13-2986" fmla="*/ 1065583 h 2529385"/>
              <a:gd name="connsiteX14-2987" fmla="*/ 646430 w 2563018"/>
              <a:gd name="connsiteY14-2988" fmla="*/ 1065632 h 2529385"/>
              <a:gd name="connsiteX15-2989" fmla="*/ 0 w 2563018"/>
              <a:gd name="connsiteY15-2990" fmla="*/ 1065632 h 2529385"/>
              <a:gd name="connsiteX16-2991" fmla="*/ 23342 w 2563018"/>
              <a:gd name="connsiteY16-2992" fmla="*/ 1057227 h 2529385"/>
              <a:gd name="connsiteX0-2993" fmla="*/ 23342 w 2563018"/>
              <a:gd name="connsiteY0-2994" fmla="*/ 1057227 h 2529385"/>
              <a:gd name="connsiteX1-2995" fmla="*/ 27197 w 2563018"/>
              <a:gd name="connsiteY1-2996" fmla="*/ 1043139 h 2529385"/>
              <a:gd name="connsiteX2-2997" fmla="*/ 1284810 w 2563018"/>
              <a:gd name="connsiteY2-2998" fmla="*/ 3028 h 2529385"/>
              <a:gd name="connsiteX3-2999" fmla="*/ 1300955 w 2563018"/>
              <a:gd name="connsiteY3-3000" fmla="*/ 3064 h 2529385"/>
              <a:gd name="connsiteX4-3001" fmla="*/ 2558568 w 2563018"/>
              <a:gd name="connsiteY4-3002" fmla="*/ 1043175 h 2529385"/>
              <a:gd name="connsiteX5-3003" fmla="*/ 2562377 w 2563018"/>
              <a:gd name="connsiteY5-3004" fmla="*/ 1057231 h 2529385"/>
              <a:gd name="connsiteX6-3005" fmla="*/ 2550427 w 2563018"/>
              <a:gd name="connsiteY6-3006" fmla="*/ 1065631 h 2529385"/>
              <a:gd name="connsiteX7-3007" fmla="*/ 1951990 w 2563018"/>
              <a:gd name="connsiteY7-3008" fmla="*/ 1065631 h 2529385"/>
              <a:gd name="connsiteX8-3009" fmla="*/ 1939290 w 2563018"/>
              <a:gd name="connsiteY8-3010" fmla="*/ 1078331 h 2529385"/>
              <a:gd name="connsiteX9-3011" fmla="*/ 1939290 w 2563018"/>
              <a:gd name="connsiteY9-3012" fmla="*/ 2516733 h 2529385"/>
              <a:gd name="connsiteX10-3013" fmla="*/ 1926590 w 2563018"/>
              <a:gd name="connsiteY10-3014" fmla="*/ 2529385 h 2529385"/>
              <a:gd name="connsiteX11-3015" fmla="*/ 659130 w 2563018"/>
              <a:gd name="connsiteY11-3016" fmla="*/ 2529385 h 2529385"/>
              <a:gd name="connsiteX12-3017" fmla="*/ 646430 w 2563018"/>
              <a:gd name="connsiteY12-3018" fmla="*/ 2516685 h 2529385"/>
              <a:gd name="connsiteX13-3019" fmla="*/ 646430 w 2563018"/>
              <a:gd name="connsiteY13-3020" fmla="*/ 1065583 h 2529385"/>
              <a:gd name="connsiteX14-3021" fmla="*/ 646430 w 2563018"/>
              <a:gd name="connsiteY14-3022" fmla="*/ 1065632 h 2529385"/>
              <a:gd name="connsiteX15-3023" fmla="*/ 0 w 2563018"/>
              <a:gd name="connsiteY15-3024" fmla="*/ 1065632 h 2529385"/>
              <a:gd name="connsiteX16-3025" fmla="*/ 23342 w 2563018"/>
              <a:gd name="connsiteY16-3026" fmla="*/ 1057227 h 2529385"/>
              <a:gd name="connsiteX0-3027" fmla="*/ 23342 w 2563018"/>
              <a:gd name="connsiteY0-3028" fmla="*/ 1057227 h 2529385"/>
              <a:gd name="connsiteX1-3029" fmla="*/ 27197 w 2563018"/>
              <a:gd name="connsiteY1-3030" fmla="*/ 1043139 h 2529385"/>
              <a:gd name="connsiteX2-3031" fmla="*/ 1284810 w 2563018"/>
              <a:gd name="connsiteY2-3032" fmla="*/ 3028 h 2529385"/>
              <a:gd name="connsiteX3-3033" fmla="*/ 1300955 w 2563018"/>
              <a:gd name="connsiteY3-3034" fmla="*/ 3064 h 2529385"/>
              <a:gd name="connsiteX4-3035" fmla="*/ 2558568 w 2563018"/>
              <a:gd name="connsiteY4-3036" fmla="*/ 1043175 h 2529385"/>
              <a:gd name="connsiteX5-3037" fmla="*/ 2562377 w 2563018"/>
              <a:gd name="connsiteY5-3038" fmla="*/ 1057231 h 2529385"/>
              <a:gd name="connsiteX6-3039" fmla="*/ 2550427 w 2563018"/>
              <a:gd name="connsiteY6-3040" fmla="*/ 1065631 h 2529385"/>
              <a:gd name="connsiteX7-3041" fmla="*/ 1951990 w 2563018"/>
              <a:gd name="connsiteY7-3042" fmla="*/ 1065631 h 2529385"/>
              <a:gd name="connsiteX8-3043" fmla="*/ 1939290 w 2563018"/>
              <a:gd name="connsiteY8-3044" fmla="*/ 1078331 h 2529385"/>
              <a:gd name="connsiteX9-3045" fmla="*/ 1939290 w 2563018"/>
              <a:gd name="connsiteY9-3046" fmla="*/ 2516733 h 2529385"/>
              <a:gd name="connsiteX10-3047" fmla="*/ 1926590 w 2563018"/>
              <a:gd name="connsiteY10-3048" fmla="*/ 2529385 h 2529385"/>
              <a:gd name="connsiteX11-3049" fmla="*/ 659130 w 2563018"/>
              <a:gd name="connsiteY11-3050" fmla="*/ 2529385 h 2529385"/>
              <a:gd name="connsiteX12-3051" fmla="*/ 646430 w 2563018"/>
              <a:gd name="connsiteY12-3052" fmla="*/ 2516685 h 2529385"/>
              <a:gd name="connsiteX13-3053" fmla="*/ 646430 w 2563018"/>
              <a:gd name="connsiteY13-3054" fmla="*/ 1078282 h 2529385"/>
              <a:gd name="connsiteX14-3055" fmla="*/ 646430 w 2563018"/>
              <a:gd name="connsiteY14-3056" fmla="*/ 1065632 h 2529385"/>
              <a:gd name="connsiteX15-3057" fmla="*/ 0 w 2563018"/>
              <a:gd name="connsiteY15-3058" fmla="*/ 1065632 h 2529385"/>
              <a:gd name="connsiteX16-3059" fmla="*/ 23342 w 2563018"/>
              <a:gd name="connsiteY16-3060" fmla="*/ 1057227 h 2529385"/>
              <a:gd name="connsiteX0-3061" fmla="*/ 23342 w 2563018"/>
              <a:gd name="connsiteY0-3062" fmla="*/ 1057227 h 2529385"/>
              <a:gd name="connsiteX1-3063" fmla="*/ 27197 w 2563018"/>
              <a:gd name="connsiteY1-3064" fmla="*/ 1043139 h 2529385"/>
              <a:gd name="connsiteX2-3065" fmla="*/ 1284810 w 2563018"/>
              <a:gd name="connsiteY2-3066" fmla="*/ 3028 h 2529385"/>
              <a:gd name="connsiteX3-3067" fmla="*/ 1300955 w 2563018"/>
              <a:gd name="connsiteY3-3068" fmla="*/ 3064 h 2529385"/>
              <a:gd name="connsiteX4-3069" fmla="*/ 2558568 w 2563018"/>
              <a:gd name="connsiteY4-3070" fmla="*/ 1043175 h 2529385"/>
              <a:gd name="connsiteX5-3071" fmla="*/ 2562377 w 2563018"/>
              <a:gd name="connsiteY5-3072" fmla="*/ 1057231 h 2529385"/>
              <a:gd name="connsiteX6-3073" fmla="*/ 2550427 w 2563018"/>
              <a:gd name="connsiteY6-3074" fmla="*/ 1065631 h 2529385"/>
              <a:gd name="connsiteX7-3075" fmla="*/ 1951990 w 2563018"/>
              <a:gd name="connsiteY7-3076" fmla="*/ 1065631 h 2529385"/>
              <a:gd name="connsiteX8-3077" fmla="*/ 1939290 w 2563018"/>
              <a:gd name="connsiteY8-3078" fmla="*/ 1078331 h 2529385"/>
              <a:gd name="connsiteX9-3079" fmla="*/ 1939290 w 2563018"/>
              <a:gd name="connsiteY9-3080" fmla="*/ 2516733 h 2529385"/>
              <a:gd name="connsiteX10-3081" fmla="*/ 1926590 w 2563018"/>
              <a:gd name="connsiteY10-3082" fmla="*/ 2529385 h 2529385"/>
              <a:gd name="connsiteX11-3083" fmla="*/ 659130 w 2563018"/>
              <a:gd name="connsiteY11-3084" fmla="*/ 2529385 h 2529385"/>
              <a:gd name="connsiteX12-3085" fmla="*/ 646430 w 2563018"/>
              <a:gd name="connsiteY12-3086" fmla="*/ 2516685 h 2529385"/>
              <a:gd name="connsiteX13-3087" fmla="*/ 646430 w 2563018"/>
              <a:gd name="connsiteY13-3088" fmla="*/ 1078282 h 2529385"/>
              <a:gd name="connsiteX14-3089" fmla="*/ 646430 w 2563018"/>
              <a:gd name="connsiteY14-3090" fmla="*/ 1065632 h 2529385"/>
              <a:gd name="connsiteX15-3091" fmla="*/ 0 w 2563018"/>
              <a:gd name="connsiteY15-3092" fmla="*/ 1065632 h 2529385"/>
              <a:gd name="connsiteX16-3093" fmla="*/ 23342 w 2563018"/>
              <a:gd name="connsiteY16-3094" fmla="*/ 1057227 h 2529385"/>
              <a:gd name="connsiteX0-3095" fmla="*/ 23342 w 2563018"/>
              <a:gd name="connsiteY0-3096" fmla="*/ 1057227 h 2529385"/>
              <a:gd name="connsiteX1-3097" fmla="*/ 27197 w 2563018"/>
              <a:gd name="connsiteY1-3098" fmla="*/ 1043139 h 2529385"/>
              <a:gd name="connsiteX2-3099" fmla="*/ 1284810 w 2563018"/>
              <a:gd name="connsiteY2-3100" fmla="*/ 3028 h 2529385"/>
              <a:gd name="connsiteX3-3101" fmla="*/ 1300955 w 2563018"/>
              <a:gd name="connsiteY3-3102" fmla="*/ 3064 h 2529385"/>
              <a:gd name="connsiteX4-3103" fmla="*/ 2558568 w 2563018"/>
              <a:gd name="connsiteY4-3104" fmla="*/ 1043175 h 2529385"/>
              <a:gd name="connsiteX5-3105" fmla="*/ 2562377 w 2563018"/>
              <a:gd name="connsiteY5-3106" fmla="*/ 1057231 h 2529385"/>
              <a:gd name="connsiteX6-3107" fmla="*/ 2550427 w 2563018"/>
              <a:gd name="connsiteY6-3108" fmla="*/ 1065631 h 2529385"/>
              <a:gd name="connsiteX7-3109" fmla="*/ 1951990 w 2563018"/>
              <a:gd name="connsiteY7-3110" fmla="*/ 1065631 h 2529385"/>
              <a:gd name="connsiteX8-3111" fmla="*/ 1939290 w 2563018"/>
              <a:gd name="connsiteY8-3112" fmla="*/ 1078331 h 2529385"/>
              <a:gd name="connsiteX9-3113" fmla="*/ 1939290 w 2563018"/>
              <a:gd name="connsiteY9-3114" fmla="*/ 2516733 h 2529385"/>
              <a:gd name="connsiteX10-3115" fmla="*/ 1926590 w 2563018"/>
              <a:gd name="connsiteY10-3116" fmla="*/ 2529385 h 2529385"/>
              <a:gd name="connsiteX11-3117" fmla="*/ 659130 w 2563018"/>
              <a:gd name="connsiteY11-3118" fmla="*/ 2529385 h 2529385"/>
              <a:gd name="connsiteX12-3119" fmla="*/ 646430 w 2563018"/>
              <a:gd name="connsiteY12-3120" fmla="*/ 2516685 h 2529385"/>
              <a:gd name="connsiteX13-3121" fmla="*/ 646430 w 2563018"/>
              <a:gd name="connsiteY13-3122" fmla="*/ 1078282 h 2529385"/>
              <a:gd name="connsiteX14-3123" fmla="*/ 646430 w 2563018"/>
              <a:gd name="connsiteY14-3124" fmla="*/ 1065632 h 2529385"/>
              <a:gd name="connsiteX15-3125" fmla="*/ 0 w 2563018"/>
              <a:gd name="connsiteY15-3126" fmla="*/ 1065632 h 2529385"/>
              <a:gd name="connsiteX16-3127" fmla="*/ 23342 w 2563018"/>
              <a:gd name="connsiteY16-3128" fmla="*/ 1057227 h 2529385"/>
              <a:gd name="connsiteX0-3129" fmla="*/ 23342 w 2563018"/>
              <a:gd name="connsiteY0-3130" fmla="*/ 1057227 h 2529385"/>
              <a:gd name="connsiteX1-3131" fmla="*/ 27197 w 2563018"/>
              <a:gd name="connsiteY1-3132" fmla="*/ 1043139 h 2529385"/>
              <a:gd name="connsiteX2-3133" fmla="*/ 1284810 w 2563018"/>
              <a:gd name="connsiteY2-3134" fmla="*/ 3028 h 2529385"/>
              <a:gd name="connsiteX3-3135" fmla="*/ 1300955 w 2563018"/>
              <a:gd name="connsiteY3-3136" fmla="*/ 3064 h 2529385"/>
              <a:gd name="connsiteX4-3137" fmla="*/ 2558568 w 2563018"/>
              <a:gd name="connsiteY4-3138" fmla="*/ 1043175 h 2529385"/>
              <a:gd name="connsiteX5-3139" fmla="*/ 2562377 w 2563018"/>
              <a:gd name="connsiteY5-3140" fmla="*/ 1057231 h 2529385"/>
              <a:gd name="connsiteX6-3141" fmla="*/ 2550427 w 2563018"/>
              <a:gd name="connsiteY6-3142" fmla="*/ 1065631 h 2529385"/>
              <a:gd name="connsiteX7-3143" fmla="*/ 1951990 w 2563018"/>
              <a:gd name="connsiteY7-3144" fmla="*/ 1065631 h 2529385"/>
              <a:gd name="connsiteX8-3145" fmla="*/ 1939290 w 2563018"/>
              <a:gd name="connsiteY8-3146" fmla="*/ 1078331 h 2529385"/>
              <a:gd name="connsiteX9-3147" fmla="*/ 1939290 w 2563018"/>
              <a:gd name="connsiteY9-3148" fmla="*/ 2516733 h 2529385"/>
              <a:gd name="connsiteX10-3149" fmla="*/ 1926590 w 2563018"/>
              <a:gd name="connsiteY10-3150" fmla="*/ 2529385 h 2529385"/>
              <a:gd name="connsiteX11-3151" fmla="*/ 659130 w 2563018"/>
              <a:gd name="connsiteY11-3152" fmla="*/ 2529385 h 2529385"/>
              <a:gd name="connsiteX12-3153" fmla="*/ 646430 w 2563018"/>
              <a:gd name="connsiteY12-3154" fmla="*/ 2516685 h 2529385"/>
              <a:gd name="connsiteX13-3155" fmla="*/ 646430 w 2563018"/>
              <a:gd name="connsiteY13-3156" fmla="*/ 1078282 h 2529385"/>
              <a:gd name="connsiteX14-3157" fmla="*/ 633730 w 2563018"/>
              <a:gd name="connsiteY14-3158" fmla="*/ 1065632 h 2529385"/>
              <a:gd name="connsiteX15-3159" fmla="*/ 0 w 2563018"/>
              <a:gd name="connsiteY15-3160" fmla="*/ 1065632 h 2529385"/>
              <a:gd name="connsiteX16-3161" fmla="*/ 23342 w 2563018"/>
              <a:gd name="connsiteY16-3162" fmla="*/ 1057227 h 2529385"/>
              <a:gd name="connsiteX0-3163" fmla="*/ 23342 w 2563018"/>
              <a:gd name="connsiteY0-3164" fmla="*/ 1057227 h 2529385"/>
              <a:gd name="connsiteX1-3165" fmla="*/ 27197 w 2563018"/>
              <a:gd name="connsiteY1-3166" fmla="*/ 1043139 h 2529385"/>
              <a:gd name="connsiteX2-3167" fmla="*/ 1284810 w 2563018"/>
              <a:gd name="connsiteY2-3168" fmla="*/ 3028 h 2529385"/>
              <a:gd name="connsiteX3-3169" fmla="*/ 1300955 w 2563018"/>
              <a:gd name="connsiteY3-3170" fmla="*/ 3064 h 2529385"/>
              <a:gd name="connsiteX4-3171" fmla="*/ 2558568 w 2563018"/>
              <a:gd name="connsiteY4-3172" fmla="*/ 1043175 h 2529385"/>
              <a:gd name="connsiteX5-3173" fmla="*/ 2562377 w 2563018"/>
              <a:gd name="connsiteY5-3174" fmla="*/ 1057231 h 2529385"/>
              <a:gd name="connsiteX6-3175" fmla="*/ 2550427 w 2563018"/>
              <a:gd name="connsiteY6-3176" fmla="*/ 1065631 h 2529385"/>
              <a:gd name="connsiteX7-3177" fmla="*/ 1951990 w 2563018"/>
              <a:gd name="connsiteY7-3178" fmla="*/ 1065631 h 2529385"/>
              <a:gd name="connsiteX8-3179" fmla="*/ 1939290 w 2563018"/>
              <a:gd name="connsiteY8-3180" fmla="*/ 1078331 h 2529385"/>
              <a:gd name="connsiteX9-3181" fmla="*/ 1939290 w 2563018"/>
              <a:gd name="connsiteY9-3182" fmla="*/ 2516733 h 2529385"/>
              <a:gd name="connsiteX10-3183" fmla="*/ 1926590 w 2563018"/>
              <a:gd name="connsiteY10-3184" fmla="*/ 2529385 h 2529385"/>
              <a:gd name="connsiteX11-3185" fmla="*/ 659130 w 2563018"/>
              <a:gd name="connsiteY11-3186" fmla="*/ 2529385 h 2529385"/>
              <a:gd name="connsiteX12-3187" fmla="*/ 646430 w 2563018"/>
              <a:gd name="connsiteY12-3188" fmla="*/ 2516685 h 2529385"/>
              <a:gd name="connsiteX13-3189" fmla="*/ 646430 w 2563018"/>
              <a:gd name="connsiteY13-3190" fmla="*/ 1078282 h 2529385"/>
              <a:gd name="connsiteX14-3191" fmla="*/ 633730 w 2563018"/>
              <a:gd name="connsiteY14-3192" fmla="*/ 1065632 h 2529385"/>
              <a:gd name="connsiteX15-3193" fmla="*/ 0 w 2563018"/>
              <a:gd name="connsiteY15-3194" fmla="*/ 1065632 h 2529385"/>
              <a:gd name="connsiteX16-3195" fmla="*/ 23342 w 2563018"/>
              <a:gd name="connsiteY16-3196" fmla="*/ 1057227 h 2529385"/>
              <a:gd name="connsiteX0-3197" fmla="*/ 23342 w 2563018"/>
              <a:gd name="connsiteY0-3198" fmla="*/ 1057227 h 2529385"/>
              <a:gd name="connsiteX1-3199" fmla="*/ 27197 w 2563018"/>
              <a:gd name="connsiteY1-3200" fmla="*/ 1043139 h 2529385"/>
              <a:gd name="connsiteX2-3201" fmla="*/ 1284810 w 2563018"/>
              <a:gd name="connsiteY2-3202" fmla="*/ 3028 h 2529385"/>
              <a:gd name="connsiteX3-3203" fmla="*/ 1300955 w 2563018"/>
              <a:gd name="connsiteY3-3204" fmla="*/ 3064 h 2529385"/>
              <a:gd name="connsiteX4-3205" fmla="*/ 2558568 w 2563018"/>
              <a:gd name="connsiteY4-3206" fmla="*/ 1043175 h 2529385"/>
              <a:gd name="connsiteX5-3207" fmla="*/ 2562377 w 2563018"/>
              <a:gd name="connsiteY5-3208" fmla="*/ 1057231 h 2529385"/>
              <a:gd name="connsiteX6-3209" fmla="*/ 2550427 w 2563018"/>
              <a:gd name="connsiteY6-3210" fmla="*/ 1065631 h 2529385"/>
              <a:gd name="connsiteX7-3211" fmla="*/ 1951990 w 2563018"/>
              <a:gd name="connsiteY7-3212" fmla="*/ 1065631 h 2529385"/>
              <a:gd name="connsiteX8-3213" fmla="*/ 1939290 w 2563018"/>
              <a:gd name="connsiteY8-3214" fmla="*/ 1078331 h 2529385"/>
              <a:gd name="connsiteX9-3215" fmla="*/ 1939290 w 2563018"/>
              <a:gd name="connsiteY9-3216" fmla="*/ 2516733 h 2529385"/>
              <a:gd name="connsiteX10-3217" fmla="*/ 1926590 w 2563018"/>
              <a:gd name="connsiteY10-3218" fmla="*/ 2529385 h 2529385"/>
              <a:gd name="connsiteX11-3219" fmla="*/ 659130 w 2563018"/>
              <a:gd name="connsiteY11-3220" fmla="*/ 2529385 h 2529385"/>
              <a:gd name="connsiteX12-3221" fmla="*/ 646430 w 2563018"/>
              <a:gd name="connsiteY12-3222" fmla="*/ 2516685 h 2529385"/>
              <a:gd name="connsiteX13-3223" fmla="*/ 646430 w 2563018"/>
              <a:gd name="connsiteY13-3224" fmla="*/ 1078282 h 2529385"/>
              <a:gd name="connsiteX14-3225" fmla="*/ 633730 w 2563018"/>
              <a:gd name="connsiteY14-3226" fmla="*/ 1065632 h 2529385"/>
              <a:gd name="connsiteX15-3227" fmla="*/ 0 w 2563018"/>
              <a:gd name="connsiteY15-3228" fmla="*/ 1065632 h 2529385"/>
              <a:gd name="connsiteX16-3229" fmla="*/ 23342 w 2563018"/>
              <a:gd name="connsiteY16-3230" fmla="*/ 1057227 h 2529385"/>
              <a:gd name="connsiteX0-3231" fmla="*/ 7051 w 2546727"/>
              <a:gd name="connsiteY0-3232" fmla="*/ 1057227 h 2529385"/>
              <a:gd name="connsiteX1-3233" fmla="*/ 10906 w 2546727"/>
              <a:gd name="connsiteY1-3234" fmla="*/ 1043139 h 2529385"/>
              <a:gd name="connsiteX2-3235" fmla="*/ 1268519 w 2546727"/>
              <a:gd name="connsiteY2-3236" fmla="*/ 3028 h 2529385"/>
              <a:gd name="connsiteX3-3237" fmla="*/ 1284664 w 2546727"/>
              <a:gd name="connsiteY3-3238" fmla="*/ 3064 h 2529385"/>
              <a:gd name="connsiteX4-3239" fmla="*/ 2542277 w 2546727"/>
              <a:gd name="connsiteY4-3240" fmla="*/ 1043175 h 2529385"/>
              <a:gd name="connsiteX5-3241" fmla="*/ 2546086 w 2546727"/>
              <a:gd name="connsiteY5-3242" fmla="*/ 1057231 h 2529385"/>
              <a:gd name="connsiteX6-3243" fmla="*/ 2534136 w 2546727"/>
              <a:gd name="connsiteY6-3244" fmla="*/ 1065631 h 2529385"/>
              <a:gd name="connsiteX7-3245" fmla="*/ 1935699 w 2546727"/>
              <a:gd name="connsiteY7-3246" fmla="*/ 1065631 h 2529385"/>
              <a:gd name="connsiteX8-3247" fmla="*/ 1922999 w 2546727"/>
              <a:gd name="connsiteY8-3248" fmla="*/ 1078331 h 2529385"/>
              <a:gd name="connsiteX9-3249" fmla="*/ 1922999 w 2546727"/>
              <a:gd name="connsiteY9-3250" fmla="*/ 2516733 h 2529385"/>
              <a:gd name="connsiteX10-3251" fmla="*/ 1910299 w 2546727"/>
              <a:gd name="connsiteY10-3252" fmla="*/ 2529385 h 2529385"/>
              <a:gd name="connsiteX11-3253" fmla="*/ 642839 w 2546727"/>
              <a:gd name="connsiteY11-3254" fmla="*/ 2529385 h 2529385"/>
              <a:gd name="connsiteX12-3255" fmla="*/ 630139 w 2546727"/>
              <a:gd name="connsiteY12-3256" fmla="*/ 2516685 h 2529385"/>
              <a:gd name="connsiteX13-3257" fmla="*/ 630139 w 2546727"/>
              <a:gd name="connsiteY13-3258" fmla="*/ 1078282 h 2529385"/>
              <a:gd name="connsiteX14-3259" fmla="*/ 617439 w 2546727"/>
              <a:gd name="connsiteY14-3260" fmla="*/ 1065632 h 2529385"/>
              <a:gd name="connsiteX15-3261" fmla="*/ 19002 w 2546727"/>
              <a:gd name="connsiteY15-3262" fmla="*/ 1065632 h 2529385"/>
              <a:gd name="connsiteX16-3263" fmla="*/ 7051 w 2546727"/>
              <a:gd name="connsiteY16-3264" fmla="*/ 1057227 h 2529385"/>
              <a:gd name="connsiteX0-3265" fmla="*/ 634 w 2540310"/>
              <a:gd name="connsiteY0-3266" fmla="*/ 1057227 h 2529385"/>
              <a:gd name="connsiteX1-3267" fmla="*/ 4489 w 2540310"/>
              <a:gd name="connsiteY1-3268" fmla="*/ 1043139 h 2529385"/>
              <a:gd name="connsiteX2-3269" fmla="*/ 1262102 w 2540310"/>
              <a:gd name="connsiteY2-3270" fmla="*/ 3028 h 2529385"/>
              <a:gd name="connsiteX3-3271" fmla="*/ 1278247 w 2540310"/>
              <a:gd name="connsiteY3-3272" fmla="*/ 3064 h 2529385"/>
              <a:gd name="connsiteX4-3273" fmla="*/ 2535860 w 2540310"/>
              <a:gd name="connsiteY4-3274" fmla="*/ 1043175 h 2529385"/>
              <a:gd name="connsiteX5-3275" fmla="*/ 2539669 w 2540310"/>
              <a:gd name="connsiteY5-3276" fmla="*/ 1057231 h 2529385"/>
              <a:gd name="connsiteX6-3277" fmla="*/ 2527719 w 2540310"/>
              <a:gd name="connsiteY6-3278" fmla="*/ 1065631 h 2529385"/>
              <a:gd name="connsiteX7-3279" fmla="*/ 1929282 w 2540310"/>
              <a:gd name="connsiteY7-3280" fmla="*/ 1065631 h 2529385"/>
              <a:gd name="connsiteX8-3281" fmla="*/ 1916582 w 2540310"/>
              <a:gd name="connsiteY8-3282" fmla="*/ 1078331 h 2529385"/>
              <a:gd name="connsiteX9-3283" fmla="*/ 1916582 w 2540310"/>
              <a:gd name="connsiteY9-3284" fmla="*/ 2516733 h 2529385"/>
              <a:gd name="connsiteX10-3285" fmla="*/ 1903882 w 2540310"/>
              <a:gd name="connsiteY10-3286" fmla="*/ 2529385 h 2529385"/>
              <a:gd name="connsiteX11-3287" fmla="*/ 636422 w 2540310"/>
              <a:gd name="connsiteY11-3288" fmla="*/ 2529385 h 2529385"/>
              <a:gd name="connsiteX12-3289" fmla="*/ 623722 w 2540310"/>
              <a:gd name="connsiteY12-3290" fmla="*/ 2516685 h 2529385"/>
              <a:gd name="connsiteX13-3291" fmla="*/ 623722 w 2540310"/>
              <a:gd name="connsiteY13-3292" fmla="*/ 1078282 h 2529385"/>
              <a:gd name="connsiteX14-3293" fmla="*/ 611022 w 2540310"/>
              <a:gd name="connsiteY14-3294" fmla="*/ 1065632 h 2529385"/>
              <a:gd name="connsiteX15-3295" fmla="*/ 12585 w 2540310"/>
              <a:gd name="connsiteY15-3296" fmla="*/ 1065632 h 2529385"/>
              <a:gd name="connsiteX16-3297" fmla="*/ 634 w 2540310"/>
              <a:gd name="connsiteY16-3298" fmla="*/ 1057227 h 2529385"/>
              <a:gd name="connsiteX0-3299" fmla="*/ 634 w 2540310"/>
              <a:gd name="connsiteY0-3300" fmla="*/ 1057227 h 2529385"/>
              <a:gd name="connsiteX1-3301" fmla="*/ 4489 w 2540310"/>
              <a:gd name="connsiteY1-3302" fmla="*/ 1043139 h 2529385"/>
              <a:gd name="connsiteX2-3303" fmla="*/ 1262102 w 2540310"/>
              <a:gd name="connsiteY2-3304" fmla="*/ 3028 h 2529385"/>
              <a:gd name="connsiteX3-3305" fmla="*/ 1278247 w 2540310"/>
              <a:gd name="connsiteY3-3306" fmla="*/ 3064 h 2529385"/>
              <a:gd name="connsiteX4-3307" fmla="*/ 2535860 w 2540310"/>
              <a:gd name="connsiteY4-3308" fmla="*/ 1043175 h 2529385"/>
              <a:gd name="connsiteX5-3309" fmla="*/ 2539669 w 2540310"/>
              <a:gd name="connsiteY5-3310" fmla="*/ 1057231 h 2529385"/>
              <a:gd name="connsiteX6-3311" fmla="*/ 2527719 w 2540310"/>
              <a:gd name="connsiteY6-3312" fmla="*/ 1065631 h 2529385"/>
              <a:gd name="connsiteX7-3313" fmla="*/ 1929282 w 2540310"/>
              <a:gd name="connsiteY7-3314" fmla="*/ 1065631 h 2529385"/>
              <a:gd name="connsiteX8-3315" fmla="*/ 1916582 w 2540310"/>
              <a:gd name="connsiteY8-3316" fmla="*/ 1078331 h 2529385"/>
              <a:gd name="connsiteX9-3317" fmla="*/ 1916582 w 2540310"/>
              <a:gd name="connsiteY9-3318" fmla="*/ 2516733 h 2529385"/>
              <a:gd name="connsiteX10-3319" fmla="*/ 1903882 w 2540310"/>
              <a:gd name="connsiteY10-3320" fmla="*/ 2529385 h 2529385"/>
              <a:gd name="connsiteX11-3321" fmla="*/ 636422 w 2540310"/>
              <a:gd name="connsiteY11-3322" fmla="*/ 2529385 h 2529385"/>
              <a:gd name="connsiteX12-3323" fmla="*/ 623722 w 2540310"/>
              <a:gd name="connsiteY12-3324" fmla="*/ 2516685 h 2529385"/>
              <a:gd name="connsiteX13-3325" fmla="*/ 623722 w 2540310"/>
              <a:gd name="connsiteY13-3326" fmla="*/ 1078282 h 2529385"/>
              <a:gd name="connsiteX14-3327" fmla="*/ 611022 w 2540310"/>
              <a:gd name="connsiteY14-3328" fmla="*/ 1065632 h 2529385"/>
              <a:gd name="connsiteX15-3329" fmla="*/ 12585 w 2540310"/>
              <a:gd name="connsiteY15-3330" fmla="*/ 1065632 h 2529385"/>
              <a:gd name="connsiteX16-3331" fmla="*/ 634 w 2540310"/>
              <a:gd name="connsiteY16-3332" fmla="*/ 1057227 h 2529385"/>
              <a:gd name="connsiteX0-3333" fmla="*/ 634 w 2540310"/>
              <a:gd name="connsiteY0-3334" fmla="*/ 1057227 h 2529385"/>
              <a:gd name="connsiteX1-3335" fmla="*/ 4489 w 2540310"/>
              <a:gd name="connsiteY1-3336" fmla="*/ 1043139 h 2529385"/>
              <a:gd name="connsiteX2-3337" fmla="*/ 1262102 w 2540310"/>
              <a:gd name="connsiteY2-3338" fmla="*/ 3028 h 2529385"/>
              <a:gd name="connsiteX3-3339" fmla="*/ 1278247 w 2540310"/>
              <a:gd name="connsiteY3-3340" fmla="*/ 3064 h 2529385"/>
              <a:gd name="connsiteX4-3341" fmla="*/ 2535860 w 2540310"/>
              <a:gd name="connsiteY4-3342" fmla="*/ 1043175 h 2529385"/>
              <a:gd name="connsiteX5-3343" fmla="*/ 2539669 w 2540310"/>
              <a:gd name="connsiteY5-3344" fmla="*/ 1057231 h 2529385"/>
              <a:gd name="connsiteX6-3345" fmla="*/ 2527719 w 2540310"/>
              <a:gd name="connsiteY6-3346" fmla="*/ 1065631 h 2529385"/>
              <a:gd name="connsiteX7-3347" fmla="*/ 1929282 w 2540310"/>
              <a:gd name="connsiteY7-3348" fmla="*/ 1065631 h 2529385"/>
              <a:gd name="connsiteX8-3349" fmla="*/ 1916582 w 2540310"/>
              <a:gd name="connsiteY8-3350" fmla="*/ 1078331 h 2529385"/>
              <a:gd name="connsiteX9-3351" fmla="*/ 1916582 w 2540310"/>
              <a:gd name="connsiteY9-3352" fmla="*/ 2516733 h 2529385"/>
              <a:gd name="connsiteX10-3353" fmla="*/ 1903882 w 2540310"/>
              <a:gd name="connsiteY10-3354" fmla="*/ 2529385 h 2529385"/>
              <a:gd name="connsiteX11-3355" fmla="*/ 636422 w 2540310"/>
              <a:gd name="connsiteY11-3356" fmla="*/ 2529385 h 2529385"/>
              <a:gd name="connsiteX12-3357" fmla="*/ 623722 w 2540310"/>
              <a:gd name="connsiteY12-3358" fmla="*/ 2516685 h 2529385"/>
              <a:gd name="connsiteX13-3359" fmla="*/ 623722 w 2540310"/>
              <a:gd name="connsiteY13-3360" fmla="*/ 1078282 h 2529385"/>
              <a:gd name="connsiteX14-3361" fmla="*/ 611022 w 2540310"/>
              <a:gd name="connsiteY14-3362" fmla="*/ 1065632 h 2529385"/>
              <a:gd name="connsiteX15-3363" fmla="*/ 12585 w 2540310"/>
              <a:gd name="connsiteY15-3364" fmla="*/ 1065632 h 2529385"/>
              <a:gd name="connsiteX16-3365" fmla="*/ 23975 w 2540310"/>
              <a:gd name="connsiteY16-3366" fmla="*/ 1048823 h 2529385"/>
              <a:gd name="connsiteX0-3367" fmla="*/ 21683 w 2538018"/>
              <a:gd name="connsiteY0-3368" fmla="*/ 1048823 h 2529385"/>
              <a:gd name="connsiteX1-3369" fmla="*/ 2197 w 2538018"/>
              <a:gd name="connsiteY1-3370" fmla="*/ 1043139 h 2529385"/>
              <a:gd name="connsiteX2-3371" fmla="*/ 1259810 w 2538018"/>
              <a:gd name="connsiteY2-3372" fmla="*/ 3028 h 2529385"/>
              <a:gd name="connsiteX3-3373" fmla="*/ 1275955 w 2538018"/>
              <a:gd name="connsiteY3-3374" fmla="*/ 3064 h 2529385"/>
              <a:gd name="connsiteX4-3375" fmla="*/ 2533568 w 2538018"/>
              <a:gd name="connsiteY4-3376" fmla="*/ 1043175 h 2529385"/>
              <a:gd name="connsiteX5-3377" fmla="*/ 2537377 w 2538018"/>
              <a:gd name="connsiteY5-3378" fmla="*/ 1057231 h 2529385"/>
              <a:gd name="connsiteX6-3379" fmla="*/ 2525427 w 2538018"/>
              <a:gd name="connsiteY6-3380" fmla="*/ 1065631 h 2529385"/>
              <a:gd name="connsiteX7-3381" fmla="*/ 1926990 w 2538018"/>
              <a:gd name="connsiteY7-3382" fmla="*/ 1065631 h 2529385"/>
              <a:gd name="connsiteX8-3383" fmla="*/ 1914290 w 2538018"/>
              <a:gd name="connsiteY8-3384" fmla="*/ 1078331 h 2529385"/>
              <a:gd name="connsiteX9-3385" fmla="*/ 1914290 w 2538018"/>
              <a:gd name="connsiteY9-3386" fmla="*/ 2516733 h 2529385"/>
              <a:gd name="connsiteX10-3387" fmla="*/ 1901590 w 2538018"/>
              <a:gd name="connsiteY10-3388" fmla="*/ 2529385 h 2529385"/>
              <a:gd name="connsiteX11-3389" fmla="*/ 634130 w 2538018"/>
              <a:gd name="connsiteY11-3390" fmla="*/ 2529385 h 2529385"/>
              <a:gd name="connsiteX12-3391" fmla="*/ 621430 w 2538018"/>
              <a:gd name="connsiteY12-3392" fmla="*/ 2516685 h 2529385"/>
              <a:gd name="connsiteX13-3393" fmla="*/ 621430 w 2538018"/>
              <a:gd name="connsiteY13-3394" fmla="*/ 1078282 h 2529385"/>
              <a:gd name="connsiteX14-3395" fmla="*/ 608730 w 2538018"/>
              <a:gd name="connsiteY14-3396" fmla="*/ 1065632 h 2529385"/>
              <a:gd name="connsiteX15-3397" fmla="*/ 10293 w 2538018"/>
              <a:gd name="connsiteY15-3398" fmla="*/ 1065632 h 2529385"/>
              <a:gd name="connsiteX16-3399" fmla="*/ 21683 w 2538018"/>
              <a:gd name="connsiteY16-3400" fmla="*/ 1048823 h 2529385"/>
              <a:gd name="connsiteX0-3401" fmla="*/ 19963 w 2536298"/>
              <a:gd name="connsiteY0-3402" fmla="*/ 1048823 h 2529385"/>
              <a:gd name="connsiteX1-3403" fmla="*/ 477 w 2536298"/>
              <a:gd name="connsiteY1-3404" fmla="*/ 1043139 h 2529385"/>
              <a:gd name="connsiteX2-3405" fmla="*/ 1258090 w 2536298"/>
              <a:gd name="connsiteY2-3406" fmla="*/ 3028 h 2529385"/>
              <a:gd name="connsiteX3-3407" fmla="*/ 1274235 w 2536298"/>
              <a:gd name="connsiteY3-3408" fmla="*/ 3064 h 2529385"/>
              <a:gd name="connsiteX4-3409" fmla="*/ 2531848 w 2536298"/>
              <a:gd name="connsiteY4-3410" fmla="*/ 1043175 h 2529385"/>
              <a:gd name="connsiteX5-3411" fmla="*/ 2535657 w 2536298"/>
              <a:gd name="connsiteY5-3412" fmla="*/ 1057231 h 2529385"/>
              <a:gd name="connsiteX6-3413" fmla="*/ 2523707 w 2536298"/>
              <a:gd name="connsiteY6-3414" fmla="*/ 1065631 h 2529385"/>
              <a:gd name="connsiteX7-3415" fmla="*/ 1925270 w 2536298"/>
              <a:gd name="connsiteY7-3416" fmla="*/ 1065631 h 2529385"/>
              <a:gd name="connsiteX8-3417" fmla="*/ 1912570 w 2536298"/>
              <a:gd name="connsiteY8-3418" fmla="*/ 1078331 h 2529385"/>
              <a:gd name="connsiteX9-3419" fmla="*/ 1912570 w 2536298"/>
              <a:gd name="connsiteY9-3420" fmla="*/ 2516733 h 2529385"/>
              <a:gd name="connsiteX10-3421" fmla="*/ 1899870 w 2536298"/>
              <a:gd name="connsiteY10-3422" fmla="*/ 2529385 h 2529385"/>
              <a:gd name="connsiteX11-3423" fmla="*/ 632410 w 2536298"/>
              <a:gd name="connsiteY11-3424" fmla="*/ 2529385 h 2529385"/>
              <a:gd name="connsiteX12-3425" fmla="*/ 619710 w 2536298"/>
              <a:gd name="connsiteY12-3426" fmla="*/ 2516685 h 2529385"/>
              <a:gd name="connsiteX13-3427" fmla="*/ 619710 w 2536298"/>
              <a:gd name="connsiteY13-3428" fmla="*/ 1078282 h 2529385"/>
              <a:gd name="connsiteX14-3429" fmla="*/ 607010 w 2536298"/>
              <a:gd name="connsiteY14-3430" fmla="*/ 1065632 h 2529385"/>
              <a:gd name="connsiteX15-3431" fmla="*/ 8573 w 2536298"/>
              <a:gd name="connsiteY15-3432" fmla="*/ 1065632 h 2529385"/>
              <a:gd name="connsiteX16-3433" fmla="*/ 19963 w 2536298"/>
              <a:gd name="connsiteY16-3434" fmla="*/ 1048823 h 2529385"/>
              <a:gd name="connsiteX0-3435" fmla="*/ 19486 w 2535821"/>
              <a:gd name="connsiteY0-3436" fmla="*/ 1048823 h 2529385"/>
              <a:gd name="connsiteX1-3437" fmla="*/ 0 w 2535821"/>
              <a:gd name="connsiteY1-3438" fmla="*/ 1043139 h 2529385"/>
              <a:gd name="connsiteX2-3439" fmla="*/ 1257613 w 2535821"/>
              <a:gd name="connsiteY2-3440" fmla="*/ 3028 h 2529385"/>
              <a:gd name="connsiteX3-3441" fmla="*/ 1273758 w 2535821"/>
              <a:gd name="connsiteY3-3442" fmla="*/ 3064 h 2529385"/>
              <a:gd name="connsiteX4-3443" fmla="*/ 2531371 w 2535821"/>
              <a:gd name="connsiteY4-3444" fmla="*/ 1043175 h 2529385"/>
              <a:gd name="connsiteX5-3445" fmla="*/ 2535180 w 2535821"/>
              <a:gd name="connsiteY5-3446" fmla="*/ 1057231 h 2529385"/>
              <a:gd name="connsiteX6-3447" fmla="*/ 2523230 w 2535821"/>
              <a:gd name="connsiteY6-3448" fmla="*/ 1065631 h 2529385"/>
              <a:gd name="connsiteX7-3449" fmla="*/ 1924793 w 2535821"/>
              <a:gd name="connsiteY7-3450" fmla="*/ 1065631 h 2529385"/>
              <a:gd name="connsiteX8-3451" fmla="*/ 1912093 w 2535821"/>
              <a:gd name="connsiteY8-3452" fmla="*/ 1078331 h 2529385"/>
              <a:gd name="connsiteX9-3453" fmla="*/ 1912093 w 2535821"/>
              <a:gd name="connsiteY9-3454" fmla="*/ 2516733 h 2529385"/>
              <a:gd name="connsiteX10-3455" fmla="*/ 1899393 w 2535821"/>
              <a:gd name="connsiteY10-3456" fmla="*/ 2529385 h 2529385"/>
              <a:gd name="connsiteX11-3457" fmla="*/ 631933 w 2535821"/>
              <a:gd name="connsiteY11-3458" fmla="*/ 2529385 h 2529385"/>
              <a:gd name="connsiteX12-3459" fmla="*/ 619233 w 2535821"/>
              <a:gd name="connsiteY12-3460" fmla="*/ 2516685 h 2529385"/>
              <a:gd name="connsiteX13-3461" fmla="*/ 619233 w 2535821"/>
              <a:gd name="connsiteY13-3462" fmla="*/ 1078282 h 2529385"/>
              <a:gd name="connsiteX14-3463" fmla="*/ 606533 w 2535821"/>
              <a:gd name="connsiteY14-3464" fmla="*/ 1065632 h 2529385"/>
              <a:gd name="connsiteX15-3465" fmla="*/ 8096 w 2535821"/>
              <a:gd name="connsiteY15-3466" fmla="*/ 1065632 h 2529385"/>
              <a:gd name="connsiteX16-3467" fmla="*/ 19486 w 2535821"/>
              <a:gd name="connsiteY16-3468" fmla="*/ 1048823 h 2529385"/>
              <a:gd name="connsiteX0-3469" fmla="*/ 12185 w 2528520"/>
              <a:gd name="connsiteY0-3470" fmla="*/ 1048823 h 2529385"/>
              <a:gd name="connsiteX1-3471" fmla="*/ 19895 w 2528520"/>
              <a:gd name="connsiteY1-3472" fmla="*/ 1020645 h 2529385"/>
              <a:gd name="connsiteX2-3473" fmla="*/ 1250312 w 2528520"/>
              <a:gd name="connsiteY2-3474" fmla="*/ 3028 h 2529385"/>
              <a:gd name="connsiteX3-3475" fmla="*/ 1266457 w 2528520"/>
              <a:gd name="connsiteY3-3476" fmla="*/ 3064 h 2529385"/>
              <a:gd name="connsiteX4-3477" fmla="*/ 2524070 w 2528520"/>
              <a:gd name="connsiteY4-3478" fmla="*/ 1043175 h 2529385"/>
              <a:gd name="connsiteX5-3479" fmla="*/ 2527879 w 2528520"/>
              <a:gd name="connsiteY5-3480" fmla="*/ 1057231 h 2529385"/>
              <a:gd name="connsiteX6-3481" fmla="*/ 2515929 w 2528520"/>
              <a:gd name="connsiteY6-3482" fmla="*/ 1065631 h 2529385"/>
              <a:gd name="connsiteX7-3483" fmla="*/ 1917492 w 2528520"/>
              <a:gd name="connsiteY7-3484" fmla="*/ 1065631 h 2529385"/>
              <a:gd name="connsiteX8-3485" fmla="*/ 1904792 w 2528520"/>
              <a:gd name="connsiteY8-3486" fmla="*/ 1078331 h 2529385"/>
              <a:gd name="connsiteX9-3487" fmla="*/ 1904792 w 2528520"/>
              <a:gd name="connsiteY9-3488" fmla="*/ 2516733 h 2529385"/>
              <a:gd name="connsiteX10-3489" fmla="*/ 1892092 w 2528520"/>
              <a:gd name="connsiteY10-3490" fmla="*/ 2529385 h 2529385"/>
              <a:gd name="connsiteX11-3491" fmla="*/ 624632 w 2528520"/>
              <a:gd name="connsiteY11-3492" fmla="*/ 2529385 h 2529385"/>
              <a:gd name="connsiteX12-3493" fmla="*/ 611932 w 2528520"/>
              <a:gd name="connsiteY12-3494" fmla="*/ 2516685 h 2529385"/>
              <a:gd name="connsiteX13-3495" fmla="*/ 611932 w 2528520"/>
              <a:gd name="connsiteY13-3496" fmla="*/ 1078282 h 2529385"/>
              <a:gd name="connsiteX14-3497" fmla="*/ 599232 w 2528520"/>
              <a:gd name="connsiteY14-3498" fmla="*/ 1065632 h 2529385"/>
              <a:gd name="connsiteX15-3499" fmla="*/ 795 w 2528520"/>
              <a:gd name="connsiteY15-3500" fmla="*/ 1065632 h 2529385"/>
              <a:gd name="connsiteX16-3501" fmla="*/ 12185 w 2528520"/>
              <a:gd name="connsiteY16-3502" fmla="*/ 1048823 h 2529385"/>
              <a:gd name="connsiteX0-3503" fmla="*/ 12185 w 2528520"/>
              <a:gd name="connsiteY0-3504" fmla="*/ 1048823 h 2529385"/>
              <a:gd name="connsiteX1-3505" fmla="*/ 19895 w 2528520"/>
              <a:gd name="connsiteY1-3506" fmla="*/ 1020645 h 2529385"/>
              <a:gd name="connsiteX2-3507" fmla="*/ 1250312 w 2528520"/>
              <a:gd name="connsiteY2-3508" fmla="*/ 3028 h 2529385"/>
              <a:gd name="connsiteX3-3509" fmla="*/ 1266457 w 2528520"/>
              <a:gd name="connsiteY3-3510" fmla="*/ 3064 h 2529385"/>
              <a:gd name="connsiteX4-3511" fmla="*/ 2524070 w 2528520"/>
              <a:gd name="connsiteY4-3512" fmla="*/ 1043175 h 2529385"/>
              <a:gd name="connsiteX5-3513" fmla="*/ 2527879 w 2528520"/>
              <a:gd name="connsiteY5-3514" fmla="*/ 1057231 h 2529385"/>
              <a:gd name="connsiteX6-3515" fmla="*/ 2515929 w 2528520"/>
              <a:gd name="connsiteY6-3516" fmla="*/ 1065631 h 2529385"/>
              <a:gd name="connsiteX7-3517" fmla="*/ 1917492 w 2528520"/>
              <a:gd name="connsiteY7-3518" fmla="*/ 1065631 h 2529385"/>
              <a:gd name="connsiteX8-3519" fmla="*/ 1904792 w 2528520"/>
              <a:gd name="connsiteY8-3520" fmla="*/ 1078331 h 2529385"/>
              <a:gd name="connsiteX9-3521" fmla="*/ 1904792 w 2528520"/>
              <a:gd name="connsiteY9-3522" fmla="*/ 2516733 h 2529385"/>
              <a:gd name="connsiteX10-3523" fmla="*/ 1892092 w 2528520"/>
              <a:gd name="connsiteY10-3524" fmla="*/ 2529385 h 2529385"/>
              <a:gd name="connsiteX11-3525" fmla="*/ 624632 w 2528520"/>
              <a:gd name="connsiteY11-3526" fmla="*/ 2529385 h 2529385"/>
              <a:gd name="connsiteX12-3527" fmla="*/ 611932 w 2528520"/>
              <a:gd name="connsiteY12-3528" fmla="*/ 2516685 h 2529385"/>
              <a:gd name="connsiteX13-3529" fmla="*/ 611932 w 2528520"/>
              <a:gd name="connsiteY13-3530" fmla="*/ 1078282 h 2529385"/>
              <a:gd name="connsiteX14-3531" fmla="*/ 599232 w 2528520"/>
              <a:gd name="connsiteY14-3532" fmla="*/ 1065632 h 2529385"/>
              <a:gd name="connsiteX15-3533" fmla="*/ 795 w 2528520"/>
              <a:gd name="connsiteY15-3534" fmla="*/ 1065632 h 2529385"/>
              <a:gd name="connsiteX16-3535" fmla="*/ 12185 w 2528520"/>
              <a:gd name="connsiteY16-3536" fmla="*/ 1048823 h 2529385"/>
              <a:gd name="connsiteX0-3537" fmla="*/ 12185 w 2528520"/>
              <a:gd name="connsiteY0-3538" fmla="*/ 1048823 h 2529385"/>
              <a:gd name="connsiteX1-3539" fmla="*/ 19895 w 2528520"/>
              <a:gd name="connsiteY1-3540" fmla="*/ 1020645 h 2529385"/>
              <a:gd name="connsiteX2-3541" fmla="*/ 1250312 w 2528520"/>
              <a:gd name="connsiteY2-3542" fmla="*/ 3028 h 2529385"/>
              <a:gd name="connsiteX3-3543" fmla="*/ 1266457 w 2528520"/>
              <a:gd name="connsiteY3-3544" fmla="*/ 3064 h 2529385"/>
              <a:gd name="connsiteX4-3545" fmla="*/ 2524070 w 2528520"/>
              <a:gd name="connsiteY4-3546" fmla="*/ 1043175 h 2529385"/>
              <a:gd name="connsiteX5-3547" fmla="*/ 2527879 w 2528520"/>
              <a:gd name="connsiteY5-3548" fmla="*/ 1057231 h 2529385"/>
              <a:gd name="connsiteX6-3549" fmla="*/ 2515929 w 2528520"/>
              <a:gd name="connsiteY6-3550" fmla="*/ 1065631 h 2529385"/>
              <a:gd name="connsiteX7-3551" fmla="*/ 1917492 w 2528520"/>
              <a:gd name="connsiteY7-3552" fmla="*/ 1065631 h 2529385"/>
              <a:gd name="connsiteX8-3553" fmla="*/ 1904792 w 2528520"/>
              <a:gd name="connsiteY8-3554" fmla="*/ 1078331 h 2529385"/>
              <a:gd name="connsiteX9-3555" fmla="*/ 1904792 w 2528520"/>
              <a:gd name="connsiteY9-3556" fmla="*/ 2516733 h 2529385"/>
              <a:gd name="connsiteX10-3557" fmla="*/ 1892092 w 2528520"/>
              <a:gd name="connsiteY10-3558" fmla="*/ 2529385 h 2529385"/>
              <a:gd name="connsiteX11-3559" fmla="*/ 624632 w 2528520"/>
              <a:gd name="connsiteY11-3560" fmla="*/ 2529385 h 2529385"/>
              <a:gd name="connsiteX12-3561" fmla="*/ 611932 w 2528520"/>
              <a:gd name="connsiteY12-3562" fmla="*/ 2516685 h 2529385"/>
              <a:gd name="connsiteX13-3563" fmla="*/ 611932 w 2528520"/>
              <a:gd name="connsiteY13-3564" fmla="*/ 1078282 h 2529385"/>
              <a:gd name="connsiteX14-3565" fmla="*/ 599232 w 2528520"/>
              <a:gd name="connsiteY14-3566" fmla="*/ 1065632 h 2529385"/>
              <a:gd name="connsiteX15-3567" fmla="*/ 795 w 2528520"/>
              <a:gd name="connsiteY15-3568" fmla="*/ 1065632 h 2529385"/>
              <a:gd name="connsiteX16-3569" fmla="*/ 12185 w 2528520"/>
              <a:gd name="connsiteY16-3570" fmla="*/ 1048823 h 2529385"/>
              <a:gd name="connsiteX0-3571" fmla="*/ 12185 w 2528520"/>
              <a:gd name="connsiteY0-3572" fmla="*/ 1048274 h 2528836"/>
              <a:gd name="connsiteX1-3573" fmla="*/ 19895 w 2528520"/>
              <a:gd name="connsiteY1-3574" fmla="*/ 1020096 h 2528836"/>
              <a:gd name="connsiteX2-3575" fmla="*/ 1242215 w 2528520"/>
              <a:gd name="connsiteY2-3576" fmla="*/ 9173 h 2528836"/>
              <a:gd name="connsiteX3-3577" fmla="*/ 1266457 w 2528520"/>
              <a:gd name="connsiteY3-3578" fmla="*/ 2515 h 2528836"/>
              <a:gd name="connsiteX4-3579" fmla="*/ 2524070 w 2528520"/>
              <a:gd name="connsiteY4-3580" fmla="*/ 1042626 h 2528836"/>
              <a:gd name="connsiteX5-3581" fmla="*/ 2527879 w 2528520"/>
              <a:gd name="connsiteY5-3582" fmla="*/ 1056682 h 2528836"/>
              <a:gd name="connsiteX6-3583" fmla="*/ 2515929 w 2528520"/>
              <a:gd name="connsiteY6-3584" fmla="*/ 1065082 h 2528836"/>
              <a:gd name="connsiteX7-3585" fmla="*/ 1917492 w 2528520"/>
              <a:gd name="connsiteY7-3586" fmla="*/ 1065082 h 2528836"/>
              <a:gd name="connsiteX8-3587" fmla="*/ 1904792 w 2528520"/>
              <a:gd name="connsiteY8-3588" fmla="*/ 1077782 h 2528836"/>
              <a:gd name="connsiteX9-3589" fmla="*/ 1904792 w 2528520"/>
              <a:gd name="connsiteY9-3590" fmla="*/ 2516184 h 2528836"/>
              <a:gd name="connsiteX10-3591" fmla="*/ 1892092 w 2528520"/>
              <a:gd name="connsiteY10-3592" fmla="*/ 2528836 h 2528836"/>
              <a:gd name="connsiteX11-3593" fmla="*/ 624632 w 2528520"/>
              <a:gd name="connsiteY11-3594" fmla="*/ 2528836 h 2528836"/>
              <a:gd name="connsiteX12-3595" fmla="*/ 611932 w 2528520"/>
              <a:gd name="connsiteY12-3596" fmla="*/ 2516136 h 2528836"/>
              <a:gd name="connsiteX13-3597" fmla="*/ 611932 w 2528520"/>
              <a:gd name="connsiteY13-3598" fmla="*/ 1077733 h 2528836"/>
              <a:gd name="connsiteX14-3599" fmla="*/ 599232 w 2528520"/>
              <a:gd name="connsiteY14-3600" fmla="*/ 1065083 h 2528836"/>
              <a:gd name="connsiteX15-3601" fmla="*/ 795 w 2528520"/>
              <a:gd name="connsiteY15-3602" fmla="*/ 1065083 h 2528836"/>
              <a:gd name="connsiteX16-3603" fmla="*/ 12185 w 2528520"/>
              <a:gd name="connsiteY16-3604" fmla="*/ 1048274 h 2528836"/>
              <a:gd name="connsiteX0-3605" fmla="*/ 12185 w 2528520"/>
              <a:gd name="connsiteY0-3606" fmla="*/ 1047650 h 2528212"/>
              <a:gd name="connsiteX1-3607" fmla="*/ 19895 w 2528520"/>
              <a:gd name="connsiteY1-3608" fmla="*/ 1019472 h 2528212"/>
              <a:gd name="connsiteX2-3609" fmla="*/ 1242215 w 2528520"/>
              <a:gd name="connsiteY2-3610" fmla="*/ 8549 h 2528212"/>
              <a:gd name="connsiteX3-3611" fmla="*/ 1266457 w 2528520"/>
              <a:gd name="connsiteY3-3612" fmla="*/ 1891 h 2528212"/>
              <a:gd name="connsiteX4-3613" fmla="*/ 2524070 w 2528520"/>
              <a:gd name="connsiteY4-3614" fmla="*/ 1042002 h 2528212"/>
              <a:gd name="connsiteX5-3615" fmla="*/ 2527879 w 2528520"/>
              <a:gd name="connsiteY5-3616" fmla="*/ 1056058 h 2528212"/>
              <a:gd name="connsiteX6-3617" fmla="*/ 2515929 w 2528520"/>
              <a:gd name="connsiteY6-3618" fmla="*/ 1064458 h 2528212"/>
              <a:gd name="connsiteX7-3619" fmla="*/ 1917492 w 2528520"/>
              <a:gd name="connsiteY7-3620" fmla="*/ 1064458 h 2528212"/>
              <a:gd name="connsiteX8-3621" fmla="*/ 1904792 w 2528520"/>
              <a:gd name="connsiteY8-3622" fmla="*/ 1077158 h 2528212"/>
              <a:gd name="connsiteX9-3623" fmla="*/ 1904792 w 2528520"/>
              <a:gd name="connsiteY9-3624" fmla="*/ 2515560 h 2528212"/>
              <a:gd name="connsiteX10-3625" fmla="*/ 1892092 w 2528520"/>
              <a:gd name="connsiteY10-3626" fmla="*/ 2528212 h 2528212"/>
              <a:gd name="connsiteX11-3627" fmla="*/ 624632 w 2528520"/>
              <a:gd name="connsiteY11-3628" fmla="*/ 2528212 h 2528212"/>
              <a:gd name="connsiteX12-3629" fmla="*/ 611932 w 2528520"/>
              <a:gd name="connsiteY12-3630" fmla="*/ 2515512 h 2528212"/>
              <a:gd name="connsiteX13-3631" fmla="*/ 611932 w 2528520"/>
              <a:gd name="connsiteY13-3632" fmla="*/ 1077109 h 2528212"/>
              <a:gd name="connsiteX14-3633" fmla="*/ 599232 w 2528520"/>
              <a:gd name="connsiteY14-3634" fmla="*/ 1064459 h 2528212"/>
              <a:gd name="connsiteX15-3635" fmla="*/ 795 w 2528520"/>
              <a:gd name="connsiteY15-3636" fmla="*/ 1064459 h 2528212"/>
              <a:gd name="connsiteX16-3637" fmla="*/ 12185 w 2528520"/>
              <a:gd name="connsiteY16-3638" fmla="*/ 1047650 h 2528212"/>
              <a:gd name="connsiteX0-3639" fmla="*/ 12185 w 2528520"/>
              <a:gd name="connsiteY0-3640" fmla="*/ 1046485 h 2527047"/>
              <a:gd name="connsiteX1-3641" fmla="*/ 19895 w 2528520"/>
              <a:gd name="connsiteY1-3642" fmla="*/ 1018307 h 2527047"/>
              <a:gd name="connsiteX2-3643" fmla="*/ 1242215 w 2528520"/>
              <a:gd name="connsiteY2-3644" fmla="*/ 7384 h 2527047"/>
              <a:gd name="connsiteX3-3645" fmla="*/ 1266457 w 2528520"/>
              <a:gd name="connsiteY3-3646" fmla="*/ 726 h 2527047"/>
              <a:gd name="connsiteX4-3647" fmla="*/ 2524070 w 2528520"/>
              <a:gd name="connsiteY4-3648" fmla="*/ 1040837 h 2527047"/>
              <a:gd name="connsiteX5-3649" fmla="*/ 2527879 w 2528520"/>
              <a:gd name="connsiteY5-3650" fmla="*/ 1054893 h 2527047"/>
              <a:gd name="connsiteX6-3651" fmla="*/ 2515929 w 2528520"/>
              <a:gd name="connsiteY6-3652" fmla="*/ 1063293 h 2527047"/>
              <a:gd name="connsiteX7-3653" fmla="*/ 1917492 w 2528520"/>
              <a:gd name="connsiteY7-3654" fmla="*/ 1063293 h 2527047"/>
              <a:gd name="connsiteX8-3655" fmla="*/ 1904792 w 2528520"/>
              <a:gd name="connsiteY8-3656" fmla="*/ 1075993 h 2527047"/>
              <a:gd name="connsiteX9-3657" fmla="*/ 1904792 w 2528520"/>
              <a:gd name="connsiteY9-3658" fmla="*/ 2514395 h 2527047"/>
              <a:gd name="connsiteX10-3659" fmla="*/ 1892092 w 2528520"/>
              <a:gd name="connsiteY10-3660" fmla="*/ 2527047 h 2527047"/>
              <a:gd name="connsiteX11-3661" fmla="*/ 624632 w 2528520"/>
              <a:gd name="connsiteY11-3662" fmla="*/ 2527047 h 2527047"/>
              <a:gd name="connsiteX12-3663" fmla="*/ 611932 w 2528520"/>
              <a:gd name="connsiteY12-3664" fmla="*/ 2514347 h 2527047"/>
              <a:gd name="connsiteX13-3665" fmla="*/ 611932 w 2528520"/>
              <a:gd name="connsiteY13-3666" fmla="*/ 1075944 h 2527047"/>
              <a:gd name="connsiteX14-3667" fmla="*/ 599232 w 2528520"/>
              <a:gd name="connsiteY14-3668" fmla="*/ 1063294 h 2527047"/>
              <a:gd name="connsiteX15-3669" fmla="*/ 795 w 2528520"/>
              <a:gd name="connsiteY15-3670" fmla="*/ 1063294 h 2527047"/>
              <a:gd name="connsiteX16-3671" fmla="*/ 12185 w 2528520"/>
              <a:gd name="connsiteY16-3672" fmla="*/ 1046485 h 2527047"/>
              <a:gd name="connsiteX0-3673" fmla="*/ 12185 w 2528520"/>
              <a:gd name="connsiteY0-3674" fmla="*/ 1045174 h 2525736"/>
              <a:gd name="connsiteX1-3675" fmla="*/ 19895 w 2528520"/>
              <a:gd name="connsiteY1-3676" fmla="*/ 1016996 h 2525736"/>
              <a:gd name="connsiteX2-3677" fmla="*/ 1242215 w 2528520"/>
              <a:gd name="connsiteY2-3678" fmla="*/ 6073 h 2525736"/>
              <a:gd name="connsiteX3-3679" fmla="*/ 1274549 w 2528520"/>
              <a:gd name="connsiteY3-3680" fmla="*/ 6109 h 2525736"/>
              <a:gd name="connsiteX4-3681" fmla="*/ 2524070 w 2528520"/>
              <a:gd name="connsiteY4-3682" fmla="*/ 1039526 h 2525736"/>
              <a:gd name="connsiteX5-3683" fmla="*/ 2527879 w 2528520"/>
              <a:gd name="connsiteY5-3684" fmla="*/ 1053582 h 2525736"/>
              <a:gd name="connsiteX6-3685" fmla="*/ 2515929 w 2528520"/>
              <a:gd name="connsiteY6-3686" fmla="*/ 1061982 h 2525736"/>
              <a:gd name="connsiteX7-3687" fmla="*/ 1917492 w 2528520"/>
              <a:gd name="connsiteY7-3688" fmla="*/ 1061982 h 2525736"/>
              <a:gd name="connsiteX8-3689" fmla="*/ 1904792 w 2528520"/>
              <a:gd name="connsiteY8-3690" fmla="*/ 1074682 h 2525736"/>
              <a:gd name="connsiteX9-3691" fmla="*/ 1904792 w 2528520"/>
              <a:gd name="connsiteY9-3692" fmla="*/ 2513084 h 2525736"/>
              <a:gd name="connsiteX10-3693" fmla="*/ 1892092 w 2528520"/>
              <a:gd name="connsiteY10-3694" fmla="*/ 2525736 h 2525736"/>
              <a:gd name="connsiteX11-3695" fmla="*/ 624632 w 2528520"/>
              <a:gd name="connsiteY11-3696" fmla="*/ 2525736 h 2525736"/>
              <a:gd name="connsiteX12-3697" fmla="*/ 611932 w 2528520"/>
              <a:gd name="connsiteY12-3698" fmla="*/ 2513036 h 2525736"/>
              <a:gd name="connsiteX13-3699" fmla="*/ 611932 w 2528520"/>
              <a:gd name="connsiteY13-3700" fmla="*/ 1074633 h 2525736"/>
              <a:gd name="connsiteX14-3701" fmla="*/ 599232 w 2528520"/>
              <a:gd name="connsiteY14-3702" fmla="*/ 1061983 h 2525736"/>
              <a:gd name="connsiteX15-3703" fmla="*/ 795 w 2528520"/>
              <a:gd name="connsiteY15-3704" fmla="*/ 1061983 h 2525736"/>
              <a:gd name="connsiteX16-3705" fmla="*/ 12185 w 2528520"/>
              <a:gd name="connsiteY16-3706" fmla="*/ 1045174 h 2525736"/>
              <a:gd name="connsiteX0-3707" fmla="*/ 12185 w 2528520"/>
              <a:gd name="connsiteY0-3708" fmla="*/ 1045174 h 2525736"/>
              <a:gd name="connsiteX1-3709" fmla="*/ 19895 w 2528520"/>
              <a:gd name="connsiteY1-3710" fmla="*/ 1016996 h 2525736"/>
              <a:gd name="connsiteX2-3711" fmla="*/ 1242215 w 2528520"/>
              <a:gd name="connsiteY2-3712" fmla="*/ 6073 h 2525736"/>
              <a:gd name="connsiteX3-3713" fmla="*/ 1274549 w 2528520"/>
              <a:gd name="connsiteY3-3714" fmla="*/ 6109 h 2525736"/>
              <a:gd name="connsiteX4-3715" fmla="*/ 2524070 w 2528520"/>
              <a:gd name="connsiteY4-3716" fmla="*/ 1039526 h 2525736"/>
              <a:gd name="connsiteX5-3717" fmla="*/ 2527879 w 2528520"/>
              <a:gd name="connsiteY5-3718" fmla="*/ 1053582 h 2525736"/>
              <a:gd name="connsiteX6-3719" fmla="*/ 2515929 w 2528520"/>
              <a:gd name="connsiteY6-3720" fmla="*/ 1061982 h 2525736"/>
              <a:gd name="connsiteX7-3721" fmla="*/ 1917492 w 2528520"/>
              <a:gd name="connsiteY7-3722" fmla="*/ 1061982 h 2525736"/>
              <a:gd name="connsiteX8-3723" fmla="*/ 1904792 w 2528520"/>
              <a:gd name="connsiteY8-3724" fmla="*/ 1074682 h 2525736"/>
              <a:gd name="connsiteX9-3725" fmla="*/ 1904792 w 2528520"/>
              <a:gd name="connsiteY9-3726" fmla="*/ 2513084 h 2525736"/>
              <a:gd name="connsiteX10-3727" fmla="*/ 1892092 w 2528520"/>
              <a:gd name="connsiteY10-3728" fmla="*/ 2525736 h 2525736"/>
              <a:gd name="connsiteX11-3729" fmla="*/ 624632 w 2528520"/>
              <a:gd name="connsiteY11-3730" fmla="*/ 2525736 h 2525736"/>
              <a:gd name="connsiteX12-3731" fmla="*/ 611932 w 2528520"/>
              <a:gd name="connsiteY12-3732" fmla="*/ 2513036 h 2525736"/>
              <a:gd name="connsiteX13-3733" fmla="*/ 611932 w 2528520"/>
              <a:gd name="connsiteY13-3734" fmla="*/ 1074633 h 2525736"/>
              <a:gd name="connsiteX14-3735" fmla="*/ 599232 w 2528520"/>
              <a:gd name="connsiteY14-3736" fmla="*/ 1061983 h 2525736"/>
              <a:gd name="connsiteX15-3737" fmla="*/ 795 w 2528520"/>
              <a:gd name="connsiteY15-3738" fmla="*/ 1061983 h 2525736"/>
              <a:gd name="connsiteX16-3739" fmla="*/ 12185 w 2528520"/>
              <a:gd name="connsiteY16-3740" fmla="*/ 1045174 h 2525736"/>
              <a:gd name="connsiteX0-3741" fmla="*/ 12185 w 2528520"/>
              <a:gd name="connsiteY0-3742" fmla="*/ 1045174 h 2525736"/>
              <a:gd name="connsiteX1-3743" fmla="*/ 19895 w 2528520"/>
              <a:gd name="connsiteY1-3744" fmla="*/ 1016996 h 2525736"/>
              <a:gd name="connsiteX2-3745" fmla="*/ 1242215 w 2528520"/>
              <a:gd name="connsiteY2-3746" fmla="*/ 6073 h 2525736"/>
              <a:gd name="connsiteX3-3747" fmla="*/ 1274549 w 2528520"/>
              <a:gd name="connsiteY3-3748" fmla="*/ 6109 h 2525736"/>
              <a:gd name="connsiteX4-3749" fmla="*/ 2524070 w 2528520"/>
              <a:gd name="connsiteY4-3750" fmla="*/ 1039526 h 2525736"/>
              <a:gd name="connsiteX5-3751" fmla="*/ 2527879 w 2528520"/>
              <a:gd name="connsiteY5-3752" fmla="*/ 1053582 h 2525736"/>
              <a:gd name="connsiteX6-3753" fmla="*/ 2515929 w 2528520"/>
              <a:gd name="connsiteY6-3754" fmla="*/ 1061982 h 2525736"/>
              <a:gd name="connsiteX7-3755" fmla="*/ 1917492 w 2528520"/>
              <a:gd name="connsiteY7-3756" fmla="*/ 1061982 h 2525736"/>
              <a:gd name="connsiteX8-3757" fmla="*/ 1904792 w 2528520"/>
              <a:gd name="connsiteY8-3758" fmla="*/ 1074682 h 2525736"/>
              <a:gd name="connsiteX9-3759" fmla="*/ 1904792 w 2528520"/>
              <a:gd name="connsiteY9-3760" fmla="*/ 2513084 h 2525736"/>
              <a:gd name="connsiteX10-3761" fmla="*/ 1892092 w 2528520"/>
              <a:gd name="connsiteY10-3762" fmla="*/ 2525736 h 2525736"/>
              <a:gd name="connsiteX11-3763" fmla="*/ 624632 w 2528520"/>
              <a:gd name="connsiteY11-3764" fmla="*/ 2525736 h 2525736"/>
              <a:gd name="connsiteX12-3765" fmla="*/ 611932 w 2528520"/>
              <a:gd name="connsiteY12-3766" fmla="*/ 2513036 h 2525736"/>
              <a:gd name="connsiteX13-3767" fmla="*/ 611932 w 2528520"/>
              <a:gd name="connsiteY13-3768" fmla="*/ 1074633 h 2525736"/>
              <a:gd name="connsiteX14-3769" fmla="*/ 599232 w 2528520"/>
              <a:gd name="connsiteY14-3770" fmla="*/ 1061983 h 2525736"/>
              <a:gd name="connsiteX15-3771" fmla="*/ 795 w 2528520"/>
              <a:gd name="connsiteY15-3772" fmla="*/ 1061983 h 2525736"/>
              <a:gd name="connsiteX16-3773" fmla="*/ 12185 w 2528520"/>
              <a:gd name="connsiteY16-3774" fmla="*/ 1045174 h 2525736"/>
              <a:gd name="connsiteX0-3775" fmla="*/ 12185 w 2528315"/>
              <a:gd name="connsiteY0-3776" fmla="*/ 1045174 h 2525736"/>
              <a:gd name="connsiteX1-3777" fmla="*/ 19895 w 2528315"/>
              <a:gd name="connsiteY1-3778" fmla="*/ 1016996 h 2525736"/>
              <a:gd name="connsiteX2-3779" fmla="*/ 1242215 w 2528315"/>
              <a:gd name="connsiteY2-3780" fmla="*/ 6073 h 2525736"/>
              <a:gd name="connsiteX3-3781" fmla="*/ 1274549 w 2528315"/>
              <a:gd name="connsiteY3-3782" fmla="*/ 6109 h 2525736"/>
              <a:gd name="connsiteX4-3783" fmla="*/ 2496871 w 2528315"/>
              <a:gd name="connsiteY4-3784" fmla="*/ 1017031 h 2525736"/>
              <a:gd name="connsiteX5-3785" fmla="*/ 2527879 w 2528315"/>
              <a:gd name="connsiteY5-3786" fmla="*/ 1053582 h 2525736"/>
              <a:gd name="connsiteX6-3787" fmla="*/ 2515929 w 2528315"/>
              <a:gd name="connsiteY6-3788" fmla="*/ 1061982 h 2525736"/>
              <a:gd name="connsiteX7-3789" fmla="*/ 1917492 w 2528315"/>
              <a:gd name="connsiteY7-3790" fmla="*/ 1061982 h 2525736"/>
              <a:gd name="connsiteX8-3791" fmla="*/ 1904792 w 2528315"/>
              <a:gd name="connsiteY8-3792" fmla="*/ 1074682 h 2525736"/>
              <a:gd name="connsiteX9-3793" fmla="*/ 1904792 w 2528315"/>
              <a:gd name="connsiteY9-3794" fmla="*/ 2513084 h 2525736"/>
              <a:gd name="connsiteX10-3795" fmla="*/ 1892092 w 2528315"/>
              <a:gd name="connsiteY10-3796" fmla="*/ 2525736 h 2525736"/>
              <a:gd name="connsiteX11-3797" fmla="*/ 624632 w 2528315"/>
              <a:gd name="connsiteY11-3798" fmla="*/ 2525736 h 2525736"/>
              <a:gd name="connsiteX12-3799" fmla="*/ 611932 w 2528315"/>
              <a:gd name="connsiteY12-3800" fmla="*/ 2513036 h 2525736"/>
              <a:gd name="connsiteX13-3801" fmla="*/ 611932 w 2528315"/>
              <a:gd name="connsiteY13-3802" fmla="*/ 1074633 h 2525736"/>
              <a:gd name="connsiteX14-3803" fmla="*/ 599232 w 2528315"/>
              <a:gd name="connsiteY14-3804" fmla="*/ 1061983 h 2525736"/>
              <a:gd name="connsiteX15-3805" fmla="*/ 795 w 2528315"/>
              <a:gd name="connsiteY15-3806" fmla="*/ 1061983 h 2525736"/>
              <a:gd name="connsiteX16-3807" fmla="*/ 12185 w 2528315"/>
              <a:gd name="connsiteY16-3808" fmla="*/ 1045174 h 2525736"/>
              <a:gd name="connsiteX0-3809" fmla="*/ 12185 w 2527958"/>
              <a:gd name="connsiteY0-3810" fmla="*/ 1045174 h 2525736"/>
              <a:gd name="connsiteX1-3811" fmla="*/ 19895 w 2527958"/>
              <a:gd name="connsiteY1-3812" fmla="*/ 1016996 h 2525736"/>
              <a:gd name="connsiteX2-3813" fmla="*/ 1242215 w 2527958"/>
              <a:gd name="connsiteY2-3814" fmla="*/ 6073 h 2525736"/>
              <a:gd name="connsiteX3-3815" fmla="*/ 1274549 w 2527958"/>
              <a:gd name="connsiteY3-3816" fmla="*/ 6109 h 2525736"/>
              <a:gd name="connsiteX4-3817" fmla="*/ 2496871 w 2527958"/>
              <a:gd name="connsiteY4-3818" fmla="*/ 1017031 h 2525736"/>
              <a:gd name="connsiteX5-3819" fmla="*/ 2527879 w 2527958"/>
              <a:gd name="connsiteY5-3820" fmla="*/ 1053582 h 2525736"/>
              <a:gd name="connsiteX6-3821" fmla="*/ 2515929 w 2527958"/>
              <a:gd name="connsiteY6-3822" fmla="*/ 1061982 h 2525736"/>
              <a:gd name="connsiteX7-3823" fmla="*/ 1917492 w 2527958"/>
              <a:gd name="connsiteY7-3824" fmla="*/ 1061982 h 2525736"/>
              <a:gd name="connsiteX8-3825" fmla="*/ 1904792 w 2527958"/>
              <a:gd name="connsiteY8-3826" fmla="*/ 1074682 h 2525736"/>
              <a:gd name="connsiteX9-3827" fmla="*/ 1904792 w 2527958"/>
              <a:gd name="connsiteY9-3828" fmla="*/ 2513084 h 2525736"/>
              <a:gd name="connsiteX10-3829" fmla="*/ 1892092 w 2527958"/>
              <a:gd name="connsiteY10-3830" fmla="*/ 2525736 h 2525736"/>
              <a:gd name="connsiteX11-3831" fmla="*/ 624632 w 2527958"/>
              <a:gd name="connsiteY11-3832" fmla="*/ 2525736 h 2525736"/>
              <a:gd name="connsiteX12-3833" fmla="*/ 611932 w 2527958"/>
              <a:gd name="connsiteY12-3834" fmla="*/ 2513036 h 2525736"/>
              <a:gd name="connsiteX13-3835" fmla="*/ 611932 w 2527958"/>
              <a:gd name="connsiteY13-3836" fmla="*/ 1074633 h 2525736"/>
              <a:gd name="connsiteX14-3837" fmla="*/ 599232 w 2527958"/>
              <a:gd name="connsiteY14-3838" fmla="*/ 1061983 h 2525736"/>
              <a:gd name="connsiteX15-3839" fmla="*/ 795 w 2527958"/>
              <a:gd name="connsiteY15-3840" fmla="*/ 1061983 h 2525736"/>
              <a:gd name="connsiteX16-3841" fmla="*/ 12185 w 2527958"/>
              <a:gd name="connsiteY16-3842" fmla="*/ 1045174 h 2525736"/>
              <a:gd name="connsiteX0-3843" fmla="*/ 12185 w 2527879"/>
              <a:gd name="connsiteY0-3844" fmla="*/ 1045174 h 2525736"/>
              <a:gd name="connsiteX1-3845" fmla="*/ 19895 w 2527879"/>
              <a:gd name="connsiteY1-3846" fmla="*/ 1016996 h 2525736"/>
              <a:gd name="connsiteX2-3847" fmla="*/ 1242215 w 2527879"/>
              <a:gd name="connsiteY2-3848" fmla="*/ 6073 h 2525736"/>
              <a:gd name="connsiteX3-3849" fmla="*/ 1274549 w 2527879"/>
              <a:gd name="connsiteY3-3850" fmla="*/ 6109 h 2525736"/>
              <a:gd name="connsiteX4-3851" fmla="*/ 2496871 w 2527879"/>
              <a:gd name="connsiteY4-3852" fmla="*/ 1017031 h 2525736"/>
              <a:gd name="connsiteX5-3853" fmla="*/ 2527879 w 2527879"/>
              <a:gd name="connsiteY5-3854" fmla="*/ 1053582 h 2525736"/>
              <a:gd name="connsiteX6-3855" fmla="*/ 2515929 w 2527879"/>
              <a:gd name="connsiteY6-3856" fmla="*/ 1061982 h 2525736"/>
              <a:gd name="connsiteX7-3857" fmla="*/ 1917492 w 2527879"/>
              <a:gd name="connsiteY7-3858" fmla="*/ 1061982 h 2525736"/>
              <a:gd name="connsiteX8-3859" fmla="*/ 1904792 w 2527879"/>
              <a:gd name="connsiteY8-3860" fmla="*/ 1074682 h 2525736"/>
              <a:gd name="connsiteX9-3861" fmla="*/ 1904792 w 2527879"/>
              <a:gd name="connsiteY9-3862" fmla="*/ 2513084 h 2525736"/>
              <a:gd name="connsiteX10-3863" fmla="*/ 1892092 w 2527879"/>
              <a:gd name="connsiteY10-3864" fmla="*/ 2525736 h 2525736"/>
              <a:gd name="connsiteX11-3865" fmla="*/ 624632 w 2527879"/>
              <a:gd name="connsiteY11-3866" fmla="*/ 2525736 h 2525736"/>
              <a:gd name="connsiteX12-3867" fmla="*/ 611932 w 2527879"/>
              <a:gd name="connsiteY12-3868" fmla="*/ 2513036 h 2525736"/>
              <a:gd name="connsiteX13-3869" fmla="*/ 611932 w 2527879"/>
              <a:gd name="connsiteY13-3870" fmla="*/ 1074633 h 2525736"/>
              <a:gd name="connsiteX14-3871" fmla="*/ 599232 w 2527879"/>
              <a:gd name="connsiteY14-3872" fmla="*/ 1061983 h 2525736"/>
              <a:gd name="connsiteX15-3873" fmla="*/ 795 w 2527879"/>
              <a:gd name="connsiteY15-3874" fmla="*/ 1061983 h 2525736"/>
              <a:gd name="connsiteX16-3875" fmla="*/ 12185 w 2527879"/>
              <a:gd name="connsiteY16-3876" fmla="*/ 1045174 h 2525736"/>
              <a:gd name="connsiteX0-3877" fmla="*/ 12185 w 2520339"/>
              <a:gd name="connsiteY0-3878" fmla="*/ 1045174 h 2525736"/>
              <a:gd name="connsiteX1-3879" fmla="*/ 19895 w 2520339"/>
              <a:gd name="connsiteY1-3880" fmla="*/ 1016996 h 2525736"/>
              <a:gd name="connsiteX2-3881" fmla="*/ 1242215 w 2520339"/>
              <a:gd name="connsiteY2-3882" fmla="*/ 6073 h 2525736"/>
              <a:gd name="connsiteX3-3883" fmla="*/ 1274549 w 2520339"/>
              <a:gd name="connsiteY3-3884" fmla="*/ 6109 h 2525736"/>
              <a:gd name="connsiteX4-3885" fmla="*/ 2496871 w 2520339"/>
              <a:gd name="connsiteY4-3886" fmla="*/ 1017031 h 2525736"/>
              <a:gd name="connsiteX5-3887" fmla="*/ 2504535 w 2520339"/>
              <a:gd name="connsiteY5-3888" fmla="*/ 1045181 h 2525736"/>
              <a:gd name="connsiteX6-3889" fmla="*/ 2515929 w 2520339"/>
              <a:gd name="connsiteY6-3890" fmla="*/ 1061982 h 2525736"/>
              <a:gd name="connsiteX7-3891" fmla="*/ 1917492 w 2520339"/>
              <a:gd name="connsiteY7-3892" fmla="*/ 1061982 h 2525736"/>
              <a:gd name="connsiteX8-3893" fmla="*/ 1904792 w 2520339"/>
              <a:gd name="connsiteY8-3894" fmla="*/ 1074682 h 2525736"/>
              <a:gd name="connsiteX9-3895" fmla="*/ 1904792 w 2520339"/>
              <a:gd name="connsiteY9-3896" fmla="*/ 2513084 h 2525736"/>
              <a:gd name="connsiteX10-3897" fmla="*/ 1892092 w 2520339"/>
              <a:gd name="connsiteY10-3898" fmla="*/ 2525736 h 2525736"/>
              <a:gd name="connsiteX11-3899" fmla="*/ 624632 w 2520339"/>
              <a:gd name="connsiteY11-3900" fmla="*/ 2525736 h 2525736"/>
              <a:gd name="connsiteX12-3901" fmla="*/ 611932 w 2520339"/>
              <a:gd name="connsiteY12-3902" fmla="*/ 2513036 h 2525736"/>
              <a:gd name="connsiteX13-3903" fmla="*/ 611932 w 2520339"/>
              <a:gd name="connsiteY13-3904" fmla="*/ 1074633 h 2525736"/>
              <a:gd name="connsiteX14-3905" fmla="*/ 599232 w 2520339"/>
              <a:gd name="connsiteY14-3906" fmla="*/ 1061983 h 2525736"/>
              <a:gd name="connsiteX15-3907" fmla="*/ 795 w 2520339"/>
              <a:gd name="connsiteY15-3908" fmla="*/ 1061983 h 2525736"/>
              <a:gd name="connsiteX16-3909" fmla="*/ 12185 w 2520339"/>
              <a:gd name="connsiteY16-3910" fmla="*/ 1045174 h 2525736"/>
              <a:gd name="connsiteX0-3911" fmla="*/ 12185 w 2516723"/>
              <a:gd name="connsiteY0-3912" fmla="*/ 1045174 h 2525736"/>
              <a:gd name="connsiteX1-3913" fmla="*/ 19895 w 2516723"/>
              <a:gd name="connsiteY1-3914" fmla="*/ 1016996 h 2525736"/>
              <a:gd name="connsiteX2-3915" fmla="*/ 1242215 w 2516723"/>
              <a:gd name="connsiteY2-3916" fmla="*/ 6073 h 2525736"/>
              <a:gd name="connsiteX3-3917" fmla="*/ 1274549 w 2516723"/>
              <a:gd name="connsiteY3-3918" fmla="*/ 6109 h 2525736"/>
              <a:gd name="connsiteX4-3919" fmla="*/ 2496871 w 2516723"/>
              <a:gd name="connsiteY4-3920" fmla="*/ 1017031 h 2525736"/>
              <a:gd name="connsiteX5-3921" fmla="*/ 2504535 w 2516723"/>
              <a:gd name="connsiteY5-3922" fmla="*/ 1045181 h 2525736"/>
              <a:gd name="connsiteX6-3923" fmla="*/ 2515929 w 2516723"/>
              <a:gd name="connsiteY6-3924" fmla="*/ 1061982 h 2525736"/>
              <a:gd name="connsiteX7-3925" fmla="*/ 1917492 w 2516723"/>
              <a:gd name="connsiteY7-3926" fmla="*/ 1061982 h 2525736"/>
              <a:gd name="connsiteX8-3927" fmla="*/ 1904792 w 2516723"/>
              <a:gd name="connsiteY8-3928" fmla="*/ 1074682 h 2525736"/>
              <a:gd name="connsiteX9-3929" fmla="*/ 1904792 w 2516723"/>
              <a:gd name="connsiteY9-3930" fmla="*/ 2513084 h 2525736"/>
              <a:gd name="connsiteX10-3931" fmla="*/ 1892092 w 2516723"/>
              <a:gd name="connsiteY10-3932" fmla="*/ 2525736 h 2525736"/>
              <a:gd name="connsiteX11-3933" fmla="*/ 624632 w 2516723"/>
              <a:gd name="connsiteY11-3934" fmla="*/ 2525736 h 2525736"/>
              <a:gd name="connsiteX12-3935" fmla="*/ 611932 w 2516723"/>
              <a:gd name="connsiteY12-3936" fmla="*/ 2513036 h 2525736"/>
              <a:gd name="connsiteX13-3937" fmla="*/ 611932 w 2516723"/>
              <a:gd name="connsiteY13-3938" fmla="*/ 1074633 h 2525736"/>
              <a:gd name="connsiteX14-3939" fmla="*/ 599232 w 2516723"/>
              <a:gd name="connsiteY14-3940" fmla="*/ 1061983 h 2525736"/>
              <a:gd name="connsiteX15-3941" fmla="*/ 795 w 2516723"/>
              <a:gd name="connsiteY15-3942" fmla="*/ 1061983 h 2525736"/>
              <a:gd name="connsiteX16-3943" fmla="*/ 12185 w 2516723"/>
              <a:gd name="connsiteY16-3944" fmla="*/ 1045174 h 2525736"/>
              <a:gd name="connsiteX0-3945" fmla="*/ 12185 w 2515929"/>
              <a:gd name="connsiteY0-3946" fmla="*/ 1045174 h 2525736"/>
              <a:gd name="connsiteX1-3947" fmla="*/ 19895 w 2515929"/>
              <a:gd name="connsiteY1-3948" fmla="*/ 1016996 h 2525736"/>
              <a:gd name="connsiteX2-3949" fmla="*/ 1242215 w 2515929"/>
              <a:gd name="connsiteY2-3950" fmla="*/ 6073 h 2525736"/>
              <a:gd name="connsiteX3-3951" fmla="*/ 1274549 w 2515929"/>
              <a:gd name="connsiteY3-3952" fmla="*/ 6109 h 2525736"/>
              <a:gd name="connsiteX4-3953" fmla="*/ 2496871 w 2515929"/>
              <a:gd name="connsiteY4-3954" fmla="*/ 1017031 h 2525736"/>
              <a:gd name="connsiteX5-3955" fmla="*/ 2504535 w 2515929"/>
              <a:gd name="connsiteY5-3956" fmla="*/ 1045181 h 2525736"/>
              <a:gd name="connsiteX6-3957" fmla="*/ 2515929 w 2515929"/>
              <a:gd name="connsiteY6-3958" fmla="*/ 1061982 h 2525736"/>
              <a:gd name="connsiteX7-3959" fmla="*/ 1917492 w 2515929"/>
              <a:gd name="connsiteY7-3960" fmla="*/ 1061982 h 2525736"/>
              <a:gd name="connsiteX8-3961" fmla="*/ 1904792 w 2515929"/>
              <a:gd name="connsiteY8-3962" fmla="*/ 1074682 h 2525736"/>
              <a:gd name="connsiteX9-3963" fmla="*/ 1904792 w 2515929"/>
              <a:gd name="connsiteY9-3964" fmla="*/ 2513084 h 2525736"/>
              <a:gd name="connsiteX10-3965" fmla="*/ 1892092 w 2515929"/>
              <a:gd name="connsiteY10-3966" fmla="*/ 2525736 h 2525736"/>
              <a:gd name="connsiteX11-3967" fmla="*/ 624632 w 2515929"/>
              <a:gd name="connsiteY11-3968" fmla="*/ 2525736 h 2525736"/>
              <a:gd name="connsiteX12-3969" fmla="*/ 611932 w 2515929"/>
              <a:gd name="connsiteY12-3970" fmla="*/ 2513036 h 2525736"/>
              <a:gd name="connsiteX13-3971" fmla="*/ 611932 w 2515929"/>
              <a:gd name="connsiteY13-3972" fmla="*/ 1074633 h 2525736"/>
              <a:gd name="connsiteX14-3973" fmla="*/ 599232 w 2515929"/>
              <a:gd name="connsiteY14-3974" fmla="*/ 1061983 h 2525736"/>
              <a:gd name="connsiteX15-3975" fmla="*/ 795 w 2515929"/>
              <a:gd name="connsiteY15-3976" fmla="*/ 1061983 h 2525736"/>
              <a:gd name="connsiteX16-3977" fmla="*/ 12185 w 2515929"/>
              <a:gd name="connsiteY16-3978" fmla="*/ 1045174 h 2525736"/>
              <a:gd name="connsiteX0-3979" fmla="*/ 12185 w 2505809"/>
              <a:gd name="connsiteY0-3980" fmla="*/ 1045174 h 2525736"/>
              <a:gd name="connsiteX1-3981" fmla="*/ 19895 w 2505809"/>
              <a:gd name="connsiteY1-3982" fmla="*/ 1016996 h 2525736"/>
              <a:gd name="connsiteX2-3983" fmla="*/ 1242215 w 2505809"/>
              <a:gd name="connsiteY2-3984" fmla="*/ 6073 h 2525736"/>
              <a:gd name="connsiteX3-3985" fmla="*/ 1274549 w 2505809"/>
              <a:gd name="connsiteY3-3986" fmla="*/ 6109 h 2525736"/>
              <a:gd name="connsiteX4-3987" fmla="*/ 2496871 w 2505809"/>
              <a:gd name="connsiteY4-3988" fmla="*/ 1017031 h 2525736"/>
              <a:gd name="connsiteX5-3989" fmla="*/ 2504535 w 2505809"/>
              <a:gd name="connsiteY5-3990" fmla="*/ 1045181 h 2525736"/>
              <a:gd name="connsiteX6-3991" fmla="*/ 2480635 w 2505809"/>
              <a:gd name="connsiteY6-3992" fmla="*/ 1061981 h 2525736"/>
              <a:gd name="connsiteX7-3993" fmla="*/ 1917492 w 2505809"/>
              <a:gd name="connsiteY7-3994" fmla="*/ 1061982 h 2525736"/>
              <a:gd name="connsiteX8-3995" fmla="*/ 1904792 w 2505809"/>
              <a:gd name="connsiteY8-3996" fmla="*/ 1074682 h 2525736"/>
              <a:gd name="connsiteX9-3997" fmla="*/ 1904792 w 2505809"/>
              <a:gd name="connsiteY9-3998" fmla="*/ 2513084 h 2525736"/>
              <a:gd name="connsiteX10-3999" fmla="*/ 1892092 w 2505809"/>
              <a:gd name="connsiteY10-4000" fmla="*/ 2525736 h 2525736"/>
              <a:gd name="connsiteX11-4001" fmla="*/ 624632 w 2505809"/>
              <a:gd name="connsiteY11-4002" fmla="*/ 2525736 h 2525736"/>
              <a:gd name="connsiteX12-4003" fmla="*/ 611932 w 2505809"/>
              <a:gd name="connsiteY12-4004" fmla="*/ 2513036 h 2525736"/>
              <a:gd name="connsiteX13-4005" fmla="*/ 611932 w 2505809"/>
              <a:gd name="connsiteY13-4006" fmla="*/ 1074633 h 2525736"/>
              <a:gd name="connsiteX14-4007" fmla="*/ 599232 w 2505809"/>
              <a:gd name="connsiteY14-4008" fmla="*/ 1061983 h 2525736"/>
              <a:gd name="connsiteX15-4009" fmla="*/ 795 w 2505809"/>
              <a:gd name="connsiteY15-4010" fmla="*/ 1061983 h 2525736"/>
              <a:gd name="connsiteX16-4011" fmla="*/ 12185 w 2505809"/>
              <a:gd name="connsiteY16-4012" fmla="*/ 1045174 h 2525736"/>
              <a:gd name="connsiteX0-4013" fmla="*/ 12185 w 2505809"/>
              <a:gd name="connsiteY0-4014" fmla="*/ 1045174 h 2525736"/>
              <a:gd name="connsiteX1-4015" fmla="*/ 19895 w 2505809"/>
              <a:gd name="connsiteY1-4016" fmla="*/ 1016996 h 2525736"/>
              <a:gd name="connsiteX2-4017" fmla="*/ 1242215 w 2505809"/>
              <a:gd name="connsiteY2-4018" fmla="*/ 6073 h 2525736"/>
              <a:gd name="connsiteX3-4019" fmla="*/ 1274549 w 2505809"/>
              <a:gd name="connsiteY3-4020" fmla="*/ 6109 h 2525736"/>
              <a:gd name="connsiteX4-4021" fmla="*/ 2496871 w 2505809"/>
              <a:gd name="connsiteY4-4022" fmla="*/ 1017031 h 2525736"/>
              <a:gd name="connsiteX5-4023" fmla="*/ 2504535 w 2505809"/>
              <a:gd name="connsiteY5-4024" fmla="*/ 1045181 h 2525736"/>
              <a:gd name="connsiteX6-4025" fmla="*/ 2480635 w 2505809"/>
              <a:gd name="connsiteY6-4026" fmla="*/ 1061981 h 2525736"/>
              <a:gd name="connsiteX7-4027" fmla="*/ 1917492 w 2505809"/>
              <a:gd name="connsiteY7-4028" fmla="*/ 1061982 h 2525736"/>
              <a:gd name="connsiteX8-4029" fmla="*/ 1904792 w 2505809"/>
              <a:gd name="connsiteY8-4030" fmla="*/ 1074682 h 2525736"/>
              <a:gd name="connsiteX9-4031" fmla="*/ 1904792 w 2505809"/>
              <a:gd name="connsiteY9-4032" fmla="*/ 2513084 h 2525736"/>
              <a:gd name="connsiteX10-4033" fmla="*/ 1892092 w 2505809"/>
              <a:gd name="connsiteY10-4034" fmla="*/ 2525736 h 2525736"/>
              <a:gd name="connsiteX11-4035" fmla="*/ 624632 w 2505809"/>
              <a:gd name="connsiteY11-4036" fmla="*/ 2525736 h 2525736"/>
              <a:gd name="connsiteX12-4037" fmla="*/ 611932 w 2505809"/>
              <a:gd name="connsiteY12-4038" fmla="*/ 2513036 h 2525736"/>
              <a:gd name="connsiteX13-4039" fmla="*/ 611932 w 2505809"/>
              <a:gd name="connsiteY13-4040" fmla="*/ 1074633 h 2525736"/>
              <a:gd name="connsiteX14-4041" fmla="*/ 599232 w 2505809"/>
              <a:gd name="connsiteY14-4042" fmla="*/ 1061983 h 2525736"/>
              <a:gd name="connsiteX15-4043" fmla="*/ 795 w 2505809"/>
              <a:gd name="connsiteY15-4044" fmla="*/ 1061983 h 2525736"/>
              <a:gd name="connsiteX16-4045" fmla="*/ 12185 w 2505809"/>
              <a:gd name="connsiteY16-4046" fmla="*/ 1045174 h 2525736"/>
              <a:gd name="connsiteX0-4047" fmla="*/ 12185 w 2505809"/>
              <a:gd name="connsiteY0-4048" fmla="*/ 1045174 h 2525736"/>
              <a:gd name="connsiteX1-4049" fmla="*/ 19895 w 2505809"/>
              <a:gd name="connsiteY1-4050" fmla="*/ 1016996 h 2525736"/>
              <a:gd name="connsiteX2-4051" fmla="*/ 1242215 w 2505809"/>
              <a:gd name="connsiteY2-4052" fmla="*/ 6073 h 2525736"/>
              <a:gd name="connsiteX3-4053" fmla="*/ 1274549 w 2505809"/>
              <a:gd name="connsiteY3-4054" fmla="*/ 6109 h 2525736"/>
              <a:gd name="connsiteX4-4055" fmla="*/ 2496871 w 2505809"/>
              <a:gd name="connsiteY4-4056" fmla="*/ 1017031 h 2525736"/>
              <a:gd name="connsiteX5-4057" fmla="*/ 2504535 w 2505809"/>
              <a:gd name="connsiteY5-4058" fmla="*/ 1045181 h 2525736"/>
              <a:gd name="connsiteX6-4059" fmla="*/ 2480635 w 2505809"/>
              <a:gd name="connsiteY6-4060" fmla="*/ 1061981 h 2525736"/>
              <a:gd name="connsiteX7-4061" fmla="*/ 1917492 w 2505809"/>
              <a:gd name="connsiteY7-4062" fmla="*/ 1061982 h 2525736"/>
              <a:gd name="connsiteX8-4063" fmla="*/ 1904792 w 2505809"/>
              <a:gd name="connsiteY8-4064" fmla="*/ 1074682 h 2525736"/>
              <a:gd name="connsiteX9-4065" fmla="*/ 1904792 w 2505809"/>
              <a:gd name="connsiteY9-4066" fmla="*/ 2513084 h 2525736"/>
              <a:gd name="connsiteX10-4067" fmla="*/ 1892092 w 2505809"/>
              <a:gd name="connsiteY10-4068" fmla="*/ 2525736 h 2525736"/>
              <a:gd name="connsiteX11-4069" fmla="*/ 624632 w 2505809"/>
              <a:gd name="connsiteY11-4070" fmla="*/ 2525736 h 2525736"/>
              <a:gd name="connsiteX12-4071" fmla="*/ 611932 w 2505809"/>
              <a:gd name="connsiteY12-4072" fmla="*/ 2513036 h 2525736"/>
              <a:gd name="connsiteX13-4073" fmla="*/ 611932 w 2505809"/>
              <a:gd name="connsiteY13-4074" fmla="*/ 1074633 h 2525736"/>
              <a:gd name="connsiteX14-4075" fmla="*/ 599232 w 2505809"/>
              <a:gd name="connsiteY14-4076" fmla="*/ 1061983 h 2525736"/>
              <a:gd name="connsiteX15-4077" fmla="*/ 795 w 2505809"/>
              <a:gd name="connsiteY15-4078" fmla="*/ 1061983 h 2525736"/>
              <a:gd name="connsiteX16-4079" fmla="*/ 12185 w 2505809"/>
              <a:gd name="connsiteY16-4080" fmla="*/ 1045174 h 2525736"/>
              <a:gd name="connsiteX0-4081" fmla="*/ 12185 w 2505809"/>
              <a:gd name="connsiteY0-4082" fmla="*/ 1045174 h 2525736"/>
              <a:gd name="connsiteX1-4083" fmla="*/ 19895 w 2505809"/>
              <a:gd name="connsiteY1-4084" fmla="*/ 1016996 h 2525736"/>
              <a:gd name="connsiteX2-4085" fmla="*/ 1242215 w 2505809"/>
              <a:gd name="connsiteY2-4086" fmla="*/ 6073 h 2525736"/>
              <a:gd name="connsiteX3-4087" fmla="*/ 1274549 w 2505809"/>
              <a:gd name="connsiteY3-4088" fmla="*/ 6109 h 2525736"/>
              <a:gd name="connsiteX4-4089" fmla="*/ 2496871 w 2505809"/>
              <a:gd name="connsiteY4-4090" fmla="*/ 1017031 h 2525736"/>
              <a:gd name="connsiteX5-4091" fmla="*/ 2504535 w 2505809"/>
              <a:gd name="connsiteY5-4092" fmla="*/ 1045181 h 2525736"/>
              <a:gd name="connsiteX6-4093" fmla="*/ 2480635 w 2505809"/>
              <a:gd name="connsiteY6-4094" fmla="*/ 1061981 h 2525736"/>
              <a:gd name="connsiteX7-4095" fmla="*/ 1930192 w 2505809"/>
              <a:gd name="connsiteY7-4096" fmla="*/ 1061981 h 2525736"/>
              <a:gd name="connsiteX8-4097" fmla="*/ 1904792 w 2505809"/>
              <a:gd name="connsiteY8-4098" fmla="*/ 1074682 h 2525736"/>
              <a:gd name="connsiteX9-4099" fmla="*/ 1904792 w 2505809"/>
              <a:gd name="connsiteY9-4100" fmla="*/ 2513084 h 2525736"/>
              <a:gd name="connsiteX10-4101" fmla="*/ 1892092 w 2505809"/>
              <a:gd name="connsiteY10-4102" fmla="*/ 2525736 h 2525736"/>
              <a:gd name="connsiteX11-4103" fmla="*/ 624632 w 2505809"/>
              <a:gd name="connsiteY11-4104" fmla="*/ 2525736 h 2525736"/>
              <a:gd name="connsiteX12-4105" fmla="*/ 611932 w 2505809"/>
              <a:gd name="connsiteY12-4106" fmla="*/ 2513036 h 2525736"/>
              <a:gd name="connsiteX13-4107" fmla="*/ 611932 w 2505809"/>
              <a:gd name="connsiteY13-4108" fmla="*/ 1074633 h 2525736"/>
              <a:gd name="connsiteX14-4109" fmla="*/ 599232 w 2505809"/>
              <a:gd name="connsiteY14-4110" fmla="*/ 1061983 h 2525736"/>
              <a:gd name="connsiteX15-4111" fmla="*/ 795 w 2505809"/>
              <a:gd name="connsiteY15-4112" fmla="*/ 1061983 h 2525736"/>
              <a:gd name="connsiteX16-4113" fmla="*/ 12185 w 2505809"/>
              <a:gd name="connsiteY16-4114" fmla="*/ 1045174 h 2525736"/>
              <a:gd name="connsiteX0-4115" fmla="*/ 12185 w 2505809"/>
              <a:gd name="connsiteY0-4116" fmla="*/ 1045174 h 2525736"/>
              <a:gd name="connsiteX1-4117" fmla="*/ 19895 w 2505809"/>
              <a:gd name="connsiteY1-4118" fmla="*/ 1016996 h 2525736"/>
              <a:gd name="connsiteX2-4119" fmla="*/ 1242215 w 2505809"/>
              <a:gd name="connsiteY2-4120" fmla="*/ 6073 h 2525736"/>
              <a:gd name="connsiteX3-4121" fmla="*/ 1274549 w 2505809"/>
              <a:gd name="connsiteY3-4122" fmla="*/ 6109 h 2525736"/>
              <a:gd name="connsiteX4-4123" fmla="*/ 2496871 w 2505809"/>
              <a:gd name="connsiteY4-4124" fmla="*/ 1017031 h 2525736"/>
              <a:gd name="connsiteX5-4125" fmla="*/ 2504535 w 2505809"/>
              <a:gd name="connsiteY5-4126" fmla="*/ 1045181 h 2525736"/>
              <a:gd name="connsiteX6-4127" fmla="*/ 2480635 w 2505809"/>
              <a:gd name="connsiteY6-4128" fmla="*/ 1061981 h 2525736"/>
              <a:gd name="connsiteX7-4129" fmla="*/ 1930192 w 2505809"/>
              <a:gd name="connsiteY7-4130" fmla="*/ 1061981 h 2525736"/>
              <a:gd name="connsiteX8-4131" fmla="*/ 1904792 w 2505809"/>
              <a:gd name="connsiteY8-4132" fmla="*/ 1074682 h 2525736"/>
              <a:gd name="connsiteX9-4133" fmla="*/ 1904792 w 2505809"/>
              <a:gd name="connsiteY9-4134" fmla="*/ 2513084 h 2525736"/>
              <a:gd name="connsiteX10-4135" fmla="*/ 1892092 w 2505809"/>
              <a:gd name="connsiteY10-4136" fmla="*/ 2525736 h 2525736"/>
              <a:gd name="connsiteX11-4137" fmla="*/ 624632 w 2505809"/>
              <a:gd name="connsiteY11-4138" fmla="*/ 2525736 h 2525736"/>
              <a:gd name="connsiteX12-4139" fmla="*/ 611932 w 2505809"/>
              <a:gd name="connsiteY12-4140" fmla="*/ 2513036 h 2525736"/>
              <a:gd name="connsiteX13-4141" fmla="*/ 611932 w 2505809"/>
              <a:gd name="connsiteY13-4142" fmla="*/ 1074633 h 2525736"/>
              <a:gd name="connsiteX14-4143" fmla="*/ 599232 w 2505809"/>
              <a:gd name="connsiteY14-4144" fmla="*/ 1061983 h 2525736"/>
              <a:gd name="connsiteX15-4145" fmla="*/ 795 w 2505809"/>
              <a:gd name="connsiteY15-4146" fmla="*/ 1061983 h 2525736"/>
              <a:gd name="connsiteX16-4147" fmla="*/ 12185 w 2505809"/>
              <a:gd name="connsiteY16-4148" fmla="*/ 1045174 h 2525736"/>
              <a:gd name="connsiteX0-4149" fmla="*/ 12185 w 2505809"/>
              <a:gd name="connsiteY0-4150" fmla="*/ 1045174 h 2525736"/>
              <a:gd name="connsiteX1-4151" fmla="*/ 19895 w 2505809"/>
              <a:gd name="connsiteY1-4152" fmla="*/ 1016996 h 2525736"/>
              <a:gd name="connsiteX2-4153" fmla="*/ 1242215 w 2505809"/>
              <a:gd name="connsiteY2-4154" fmla="*/ 6073 h 2525736"/>
              <a:gd name="connsiteX3-4155" fmla="*/ 1274549 w 2505809"/>
              <a:gd name="connsiteY3-4156" fmla="*/ 6109 h 2525736"/>
              <a:gd name="connsiteX4-4157" fmla="*/ 2496871 w 2505809"/>
              <a:gd name="connsiteY4-4158" fmla="*/ 1017031 h 2525736"/>
              <a:gd name="connsiteX5-4159" fmla="*/ 2504535 w 2505809"/>
              <a:gd name="connsiteY5-4160" fmla="*/ 1045181 h 2525736"/>
              <a:gd name="connsiteX6-4161" fmla="*/ 2480635 w 2505809"/>
              <a:gd name="connsiteY6-4162" fmla="*/ 1061981 h 2525736"/>
              <a:gd name="connsiteX7-4163" fmla="*/ 1930192 w 2505809"/>
              <a:gd name="connsiteY7-4164" fmla="*/ 1061981 h 2525736"/>
              <a:gd name="connsiteX8-4165" fmla="*/ 1904792 w 2505809"/>
              <a:gd name="connsiteY8-4166" fmla="*/ 1074682 h 2525736"/>
              <a:gd name="connsiteX9-4167" fmla="*/ 1904792 w 2505809"/>
              <a:gd name="connsiteY9-4168" fmla="*/ 2513084 h 2525736"/>
              <a:gd name="connsiteX10-4169" fmla="*/ 1892092 w 2505809"/>
              <a:gd name="connsiteY10-4170" fmla="*/ 2525736 h 2525736"/>
              <a:gd name="connsiteX11-4171" fmla="*/ 624632 w 2505809"/>
              <a:gd name="connsiteY11-4172" fmla="*/ 2525736 h 2525736"/>
              <a:gd name="connsiteX12-4173" fmla="*/ 611932 w 2505809"/>
              <a:gd name="connsiteY12-4174" fmla="*/ 2513036 h 2525736"/>
              <a:gd name="connsiteX13-4175" fmla="*/ 611932 w 2505809"/>
              <a:gd name="connsiteY13-4176" fmla="*/ 1074633 h 2525736"/>
              <a:gd name="connsiteX14-4177" fmla="*/ 599232 w 2505809"/>
              <a:gd name="connsiteY14-4178" fmla="*/ 1061983 h 2525736"/>
              <a:gd name="connsiteX15-4179" fmla="*/ 795 w 2505809"/>
              <a:gd name="connsiteY15-4180" fmla="*/ 1061983 h 2525736"/>
              <a:gd name="connsiteX16-4181" fmla="*/ 12185 w 2505809"/>
              <a:gd name="connsiteY16-4182" fmla="*/ 1045174 h 2525736"/>
              <a:gd name="connsiteX0-4183" fmla="*/ 12185 w 2505809"/>
              <a:gd name="connsiteY0-4184" fmla="*/ 1045174 h 2525736"/>
              <a:gd name="connsiteX1-4185" fmla="*/ 19895 w 2505809"/>
              <a:gd name="connsiteY1-4186" fmla="*/ 1016996 h 2525736"/>
              <a:gd name="connsiteX2-4187" fmla="*/ 1242215 w 2505809"/>
              <a:gd name="connsiteY2-4188" fmla="*/ 6073 h 2525736"/>
              <a:gd name="connsiteX3-4189" fmla="*/ 1274549 w 2505809"/>
              <a:gd name="connsiteY3-4190" fmla="*/ 6109 h 2525736"/>
              <a:gd name="connsiteX4-4191" fmla="*/ 2496871 w 2505809"/>
              <a:gd name="connsiteY4-4192" fmla="*/ 1017031 h 2525736"/>
              <a:gd name="connsiteX5-4193" fmla="*/ 2504535 w 2505809"/>
              <a:gd name="connsiteY5-4194" fmla="*/ 1045181 h 2525736"/>
              <a:gd name="connsiteX6-4195" fmla="*/ 2480635 w 2505809"/>
              <a:gd name="connsiteY6-4196" fmla="*/ 1061981 h 2525736"/>
              <a:gd name="connsiteX7-4197" fmla="*/ 1930192 w 2505809"/>
              <a:gd name="connsiteY7-4198" fmla="*/ 1061981 h 2525736"/>
              <a:gd name="connsiteX8-4199" fmla="*/ 1904792 w 2505809"/>
              <a:gd name="connsiteY8-4200" fmla="*/ 1087380 h 2525736"/>
              <a:gd name="connsiteX9-4201" fmla="*/ 1904792 w 2505809"/>
              <a:gd name="connsiteY9-4202" fmla="*/ 2513084 h 2525736"/>
              <a:gd name="connsiteX10-4203" fmla="*/ 1892092 w 2505809"/>
              <a:gd name="connsiteY10-4204" fmla="*/ 2525736 h 2525736"/>
              <a:gd name="connsiteX11-4205" fmla="*/ 624632 w 2505809"/>
              <a:gd name="connsiteY11-4206" fmla="*/ 2525736 h 2525736"/>
              <a:gd name="connsiteX12-4207" fmla="*/ 611932 w 2505809"/>
              <a:gd name="connsiteY12-4208" fmla="*/ 2513036 h 2525736"/>
              <a:gd name="connsiteX13-4209" fmla="*/ 611932 w 2505809"/>
              <a:gd name="connsiteY13-4210" fmla="*/ 1074633 h 2525736"/>
              <a:gd name="connsiteX14-4211" fmla="*/ 599232 w 2505809"/>
              <a:gd name="connsiteY14-4212" fmla="*/ 1061983 h 2525736"/>
              <a:gd name="connsiteX15-4213" fmla="*/ 795 w 2505809"/>
              <a:gd name="connsiteY15-4214" fmla="*/ 1061983 h 2525736"/>
              <a:gd name="connsiteX16-4215" fmla="*/ 12185 w 2505809"/>
              <a:gd name="connsiteY16-4216" fmla="*/ 1045174 h 2525736"/>
              <a:gd name="connsiteX0-4217" fmla="*/ 12185 w 2505809"/>
              <a:gd name="connsiteY0-4218" fmla="*/ 1045174 h 2525736"/>
              <a:gd name="connsiteX1-4219" fmla="*/ 19895 w 2505809"/>
              <a:gd name="connsiteY1-4220" fmla="*/ 1016996 h 2525736"/>
              <a:gd name="connsiteX2-4221" fmla="*/ 1242215 w 2505809"/>
              <a:gd name="connsiteY2-4222" fmla="*/ 6073 h 2525736"/>
              <a:gd name="connsiteX3-4223" fmla="*/ 1274549 w 2505809"/>
              <a:gd name="connsiteY3-4224" fmla="*/ 6109 h 2525736"/>
              <a:gd name="connsiteX4-4225" fmla="*/ 2496871 w 2505809"/>
              <a:gd name="connsiteY4-4226" fmla="*/ 1017031 h 2525736"/>
              <a:gd name="connsiteX5-4227" fmla="*/ 2504535 w 2505809"/>
              <a:gd name="connsiteY5-4228" fmla="*/ 1045181 h 2525736"/>
              <a:gd name="connsiteX6-4229" fmla="*/ 2480635 w 2505809"/>
              <a:gd name="connsiteY6-4230" fmla="*/ 1061981 h 2525736"/>
              <a:gd name="connsiteX7-4231" fmla="*/ 1930192 w 2505809"/>
              <a:gd name="connsiteY7-4232" fmla="*/ 1061981 h 2525736"/>
              <a:gd name="connsiteX8-4233" fmla="*/ 1904792 w 2505809"/>
              <a:gd name="connsiteY8-4234" fmla="*/ 1087380 h 2525736"/>
              <a:gd name="connsiteX9-4235" fmla="*/ 1904792 w 2505809"/>
              <a:gd name="connsiteY9-4236" fmla="*/ 2513084 h 2525736"/>
              <a:gd name="connsiteX10-4237" fmla="*/ 1892092 w 2505809"/>
              <a:gd name="connsiteY10-4238" fmla="*/ 2525736 h 2525736"/>
              <a:gd name="connsiteX11-4239" fmla="*/ 624632 w 2505809"/>
              <a:gd name="connsiteY11-4240" fmla="*/ 2525736 h 2525736"/>
              <a:gd name="connsiteX12-4241" fmla="*/ 611932 w 2505809"/>
              <a:gd name="connsiteY12-4242" fmla="*/ 2513036 h 2525736"/>
              <a:gd name="connsiteX13-4243" fmla="*/ 611932 w 2505809"/>
              <a:gd name="connsiteY13-4244" fmla="*/ 1074633 h 2525736"/>
              <a:gd name="connsiteX14-4245" fmla="*/ 599232 w 2505809"/>
              <a:gd name="connsiteY14-4246" fmla="*/ 1061983 h 2525736"/>
              <a:gd name="connsiteX15-4247" fmla="*/ 795 w 2505809"/>
              <a:gd name="connsiteY15-4248" fmla="*/ 1061983 h 2525736"/>
              <a:gd name="connsiteX16-4249" fmla="*/ 12185 w 2505809"/>
              <a:gd name="connsiteY16-4250" fmla="*/ 1045174 h 2525736"/>
              <a:gd name="connsiteX0-4251" fmla="*/ 12185 w 2505809"/>
              <a:gd name="connsiteY0-4252" fmla="*/ 1045174 h 2525736"/>
              <a:gd name="connsiteX1-4253" fmla="*/ 19895 w 2505809"/>
              <a:gd name="connsiteY1-4254" fmla="*/ 1016996 h 2525736"/>
              <a:gd name="connsiteX2-4255" fmla="*/ 1242215 w 2505809"/>
              <a:gd name="connsiteY2-4256" fmla="*/ 6073 h 2525736"/>
              <a:gd name="connsiteX3-4257" fmla="*/ 1274549 w 2505809"/>
              <a:gd name="connsiteY3-4258" fmla="*/ 6109 h 2525736"/>
              <a:gd name="connsiteX4-4259" fmla="*/ 2496871 w 2505809"/>
              <a:gd name="connsiteY4-4260" fmla="*/ 1017031 h 2525736"/>
              <a:gd name="connsiteX5-4261" fmla="*/ 2504535 w 2505809"/>
              <a:gd name="connsiteY5-4262" fmla="*/ 1045181 h 2525736"/>
              <a:gd name="connsiteX6-4263" fmla="*/ 2480635 w 2505809"/>
              <a:gd name="connsiteY6-4264" fmla="*/ 1061981 h 2525736"/>
              <a:gd name="connsiteX7-4265" fmla="*/ 1930192 w 2505809"/>
              <a:gd name="connsiteY7-4266" fmla="*/ 1061981 h 2525736"/>
              <a:gd name="connsiteX8-4267" fmla="*/ 1904792 w 2505809"/>
              <a:gd name="connsiteY8-4268" fmla="*/ 1087380 h 2525736"/>
              <a:gd name="connsiteX9-4269" fmla="*/ 1904792 w 2505809"/>
              <a:gd name="connsiteY9-4270" fmla="*/ 2513084 h 2525736"/>
              <a:gd name="connsiteX10-4271" fmla="*/ 1892092 w 2505809"/>
              <a:gd name="connsiteY10-4272" fmla="*/ 2525736 h 2525736"/>
              <a:gd name="connsiteX11-4273" fmla="*/ 624632 w 2505809"/>
              <a:gd name="connsiteY11-4274" fmla="*/ 2525736 h 2525736"/>
              <a:gd name="connsiteX12-4275" fmla="*/ 611932 w 2505809"/>
              <a:gd name="connsiteY12-4276" fmla="*/ 2513036 h 2525736"/>
              <a:gd name="connsiteX13-4277" fmla="*/ 611932 w 2505809"/>
              <a:gd name="connsiteY13-4278" fmla="*/ 1074633 h 2525736"/>
              <a:gd name="connsiteX14-4279" fmla="*/ 599232 w 2505809"/>
              <a:gd name="connsiteY14-4280" fmla="*/ 1061983 h 2525736"/>
              <a:gd name="connsiteX15-4281" fmla="*/ 795 w 2505809"/>
              <a:gd name="connsiteY15-4282" fmla="*/ 1061983 h 2525736"/>
              <a:gd name="connsiteX16-4283" fmla="*/ 12185 w 2505809"/>
              <a:gd name="connsiteY16-4284" fmla="*/ 1045174 h 2525736"/>
              <a:gd name="connsiteX0-4285" fmla="*/ 12185 w 2505809"/>
              <a:gd name="connsiteY0-4286" fmla="*/ 1045174 h 2525736"/>
              <a:gd name="connsiteX1-4287" fmla="*/ 19895 w 2505809"/>
              <a:gd name="connsiteY1-4288" fmla="*/ 1016996 h 2525736"/>
              <a:gd name="connsiteX2-4289" fmla="*/ 1242215 w 2505809"/>
              <a:gd name="connsiteY2-4290" fmla="*/ 6073 h 2525736"/>
              <a:gd name="connsiteX3-4291" fmla="*/ 1274549 w 2505809"/>
              <a:gd name="connsiteY3-4292" fmla="*/ 6109 h 2525736"/>
              <a:gd name="connsiteX4-4293" fmla="*/ 2496871 w 2505809"/>
              <a:gd name="connsiteY4-4294" fmla="*/ 1017031 h 2525736"/>
              <a:gd name="connsiteX5-4295" fmla="*/ 2504535 w 2505809"/>
              <a:gd name="connsiteY5-4296" fmla="*/ 1045181 h 2525736"/>
              <a:gd name="connsiteX6-4297" fmla="*/ 2480635 w 2505809"/>
              <a:gd name="connsiteY6-4298" fmla="*/ 1061981 h 2525736"/>
              <a:gd name="connsiteX7-4299" fmla="*/ 1930192 w 2505809"/>
              <a:gd name="connsiteY7-4300" fmla="*/ 1061981 h 2525736"/>
              <a:gd name="connsiteX8-4301" fmla="*/ 1904792 w 2505809"/>
              <a:gd name="connsiteY8-4302" fmla="*/ 1087380 h 2525736"/>
              <a:gd name="connsiteX9-4303" fmla="*/ 1904792 w 2505809"/>
              <a:gd name="connsiteY9-4304" fmla="*/ 2500383 h 2525736"/>
              <a:gd name="connsiteX10-4305" fmla="*/ 1892092 w 2505809"/>
              <a:gd name="connsiteY10-4306" fmla="*/ 2525736 h 2525736"/>
              <a:gd name="connsiteX11-4307" fmla="*/ 624632 w 2505809"/>
              <a:gd name="connsiteY11-4308" fmla="*/ 2525736 h 2525736"/>
              <a:gd name="connsiteX12-4309" fmla="*/ 611932 w 2505809"/>
              <a:gd name="connsiteY12-4310" fmla="*/ 2513036 h 2525736"/>
              <a:gd name="connsiteX13-4311" fmla="*/ 611932 w 2505809"/>
              <a:gd name="connsiteY13-4312" fmla="*/ 1074633 h 2525736"/>
              <a:gd name="connsiteX14-4313" fmla="*/ 599232 w 2505809"/>
              <a:gd name="connsiteY14-4314" fmla="*/ 1061983 h 2525736"/>
              <a:gd name="connsiteX15-4315" fmla="*/ 795 w 2505809"/>
              <a:gd name="connsiteY15-4316" fmla="*/ 1061983 h 2525736"/>
              <a:gd name="connsiteX16-4317" fmla="*/ 12185 w 2505809"/>
              <a:gd name="connsiteY16-4318" fmla="*/ 1045174 h 2525736"/>
              <a:gd name="connsiteX0-4319" fmla="*/ 12185 w 2505809"/>
              <a:gd name="connsiteY0-4320" fmla="*/ 1045174 h 2525736"/>
              <a:gd name="connsiteX1-4321" fmla="*/ 19895 w 2505809"/>
              <a:gd name="connsiteY1-4322" fmla="*/ 1016996 h 2525736"/>
              <a:gd name="connsiteX2-4323" fmla="*/ 1242215 w 2505809"/>
              <a:gd name="connsiteY2-4324" fmla="*/ 6073 h 2525736"/>
              <a:gd name="connsiteX3-4325" fmla="*/ 1274549 w 2505809"/>
              <a:gd name="connsiteY3-4326" fmla="*/ 6109 h 2525736"/>
              <a:gd name="connsiteX4-4327" fmla="*/ 2496871 w 2505809"/>
              <a:gd name="connsiteY4-4328" fmla="*/ 1017031 h 2525736"/>
              <a:gd name="connsiteX5-4329" fmla="*/ 2504535 w 2505809"/>
              <a:gd name="connsiteY5-4330" fmla="*/ 1045181 h 2525736"/>
              <a:gd name="connsiteX6-4331" fmla="*/ 2480635 w 2505809"/>
              <a:gd name="connsiteY6-4332" fmla="*/ 1061981 h 2525736"/>
              <a:gd name="connsiteX7-4333" fmla="*/ 1930192 w 2505809"/>
              <a:gd name="connsiteY7-4334" fmla="*/ 1061981 h 2525736"/>
              <a:gd name="connsiteX8-4335" fmla="*/ 1904792 w 2505809"/>
              <a:gd name="connsiteY8-4336" fmla="*/ 1087380 h 2525736"/>
              <a:gd name="connsiteX9-4337" fmla="*/ 1904792 w 2505809"/>
              <a:gd name="connsiteY9-4338" fmla="*/ 2500383 h 2525736"/>
              <a:gd name="connsiteX10-4339" fmla="*/ 1892092 w 2505809"/>
              <a:gd name="connsiteY10-4340" fmla="*/ 2525736 h 2525736"/>
              <a:gd name="connsiteX11-4341" fmla="*/ 624632 w 2505809"/>
              <a:gd name="connsiteY11-4342" fmla="*/ 2525736 h 2525736"/>
              <a:gd name="connsiteX12-4343" fmla="*/ 611932 w 2505809"/>
              <a:gd name="connsiteY12-4344" fmla="*/ 2513036 h 2525736"/>
              <a:gd name="connsiteX13-4345" fmla="*/ 611932 w 2505809"/>
              <a:gd name="connsiteY13-4346" fmla="*/ 1074633 h 2525736"/>
              <a:gd name="connsiteX14-4347" fmla="*/ 599232 w 2505809"/>
              <a:gd name="connsiteY14-4348" fmla="*/ 1061983 h 2525736"/>
              <a:gd name="connsiteX15-4349" fmla="*/ 795 w 2505809"/>
              <a:gd name="connsiteY15-4350" fmla="*/ 1061983 h 2525736"/>
              <a:gd name="connsiteX16-4351" fmla="*/ 12185 w 2505809"/>
              <a:gd name="connsiteY16-4352" fmla="*/ 1045174 h 2525736"/>
              <a:gd name="connsiteX0-4353" fmla="*/ 12185 w 2505809"/>
              <a:gd name="connsiteY0-4354" fmla="*/ 1045174 h 2525736"/>
              <a:gd name="connsiteX1-4355" fmla="*/ 19895 w 2505809"/>
              <a:gd name="connsiteY1-4356" fmla="*/ 1016996 h 2525736"/>
              <a:gd name="connsiteX2-4357" fmla="*/ 1242215 w 2505809"/>
              <a:gd name="connsiteY2-4358" fmla="*/ 6073 h 2525736"/>
              <a:gd name="connsiteX3-4359" fmla="*/ 1274549 w 2505809"/>
              <a:gd name="connsiteY3-4360" fmla="*/ 6109 h 2525736"/>
              <a:gd name="connsiteX4-4361" fmla="*/ 2496871 w 2505809"/>
              <a:gd name="connsiteY4-4362" fmla="*/ 1017031 h 2525736"/>
              <a:gd name="connsiteX5-4363" fmla="*/ 2504535 w 2505809"/>
              <a:gd name="connsiteY5-4364" fmla="*/ 1045181 h 2525736"/>
              <a:gd name="connsiteX6-4365" fmla="*/ 2480635 w 2505809"/>
              <a:gd name="connsiteY6-4366" fmla="*/ 1061981 h 2525736"/>
              <a:gd name="connsiteX7-4367" fmla="*/ 1930192 w 2505809"/>
              <a:gd name="connsiteY7-4368" fmla="*/ 1061981 h 2525736"/>
              <a:gd name="connsiteX8-4369" fmla="*/ 1904792 w 2505809"/>
              <a:gd name="connsiteY8-4370" fmla="*/ 1087380 h 2525736"/>
              <a:gd name="connsiteX9-4371" fmla="*/ 1904792 w 2505809"/>
              <a:gd name="connsiteY9-4372" fmla="*/ 2500383 h 2525736"/>
              <a:gd name="connsiteX10-4373" fmla="*/ 1892092 w 2505809"/>
              <a:gd name="connsiteY10-4374" fmla="*/ 2525736 h 2525736"/>
              <a:gd name="connsiteX11-4375" fmla="*/ 624632 w 2505809"/>
              <a:gd name="connsiteY11-4376" fmla="*/ 2525736 h 2525736"/>
              <a:gd name="connsiteX12-4377" fmla="*/ 611932 w 2505809"/>
              <a:gd name="connsiteY12-4378" fmla="*/ 2513036 h 2525736"/>
              <a:gd name="connsiteX13-4379" fmla="*/ 611932 w 2505809"/>
              <a:gd name="connsiteY13-4380" fmla="*/ 1074633 h 2525736"/>
              <a:gd name="connsiteX14-4381" fmla="*/ 599232 w 2505809"/>
              <a:gd name="connsiteY14-4382" fmla="*/ 1061983 h 2525736"/>
              <a:gd name="connsiteX15-4383" fmla="*/ 795 w 2505809"/>
              <a:gd name="connsiteY15-4384" fmla="*/ 1061983 h 2525736"/>
              <a:gd name="connsiteX16-4385" fmla="*/ 12185 w 2505809"/>
              <a:gd name="connsiteY16-4386" fmla="*/ 1045174 h 2525736"/>
              <a:gd name="connsiteX0-4387" fmla="*/ 12185 w 2505809"/>
              <a:gd name="connsiteY0-4388" fmla="*/ 1045174 h 2525736"/>
              <a:gd name="connsiteX1-4389" fmla="*/ 19895 w 2505809"/>
              <a:gd name="connsiteY1-4390" fmla="*/ 1016996 h 2525736"/>
              <a:gd name="connsiteX2-4391" fmla="*/ 1242215 w 2505809"/>
              <a:gd name="connsiteY2-4392" fmla="*/ 6073 h 2525736"/>
              <a:gd name="connsiteX3-4393" fmla="*/ 1274549 w 2505809"/>
              <a:gd name="connsiteY3-4394" fmla="*/ 6109 h 2525736"/>
              <a:gd name="connsiteX4-4395" fmla="*/ 2496871 w 2505809"/>
              <a:gd name="connsiteY4-4396" fmla="*/ 1017031 h 2525736"/>
              <a:gd name="connsiteX5-4397" fmla="*/ 2504535 w 2505809"/>
              <a:gd name="connsiteY5-4398" fmla="*/ 1045181 h 2525736"/>
              <a:gd name="connsiteX6-4399" fmla="*/ 2480635 w 2505809"/>
              <a:gd name="connsiteY6-4400" fmla="*/ 1061981 h 2525736"/>
              <a:gd name="connsiteX7-4401" fmla="*/ 1930192 w 2505809"/>
              <a:gd name="connsiteY7-4402" fmla="*/ 1061981 h 2525736"/>
              <a:gd name="connsiteX8-4403" fmla="*/ 1904792 w 2505809"/>
              <a:gd name="connsiteY8-4404" fmla="*/ 1087380 h 2525736"/>
              <a:gd name="connsiteX9-4405" fmla="*/ 1904792 w 2505809"/>
              <a:gd name="connsiteY9-4406" fmla="*/ 2500383 h 2525736"/>
              <a:gd name="connsiteX10-4407" fmla="*/ 1879392 w 2505809"/>
              <a:gd name="connsiteY10-4408" fmla="*/ 2525734 h 2525736"/>
              <a:gd name="connsiteX11-4409" fmla="*/ 624632 w 2505809"/>
              <a:gd name="connsiteY11-4410" fmla="*/ 2525736 h 2525736"/>
              <a:gd name="connsiteX12-4411" fmla="*/ 611932 w 2505809"/>
              <a:gd name="connsiteY12-4412" fmla="*/ 2513036 h 2525736"/>
              <a:gd name="connsiteX13-4413" fmla="*/ 611932 w 2505809"/>
              <a:gd name="connsiteY13-4414" fmla="*/ 1074633 h 2525736"/>
              <a:gd name="connsiteX14-4415" fmla="*/ 599232 w 2505809"/>
              <a:gd name="connsiteY14-4416" fmla="*/ 1061983 h 2525736"/>
              <a:gd name="connsiteX15-4417" fmla="*/ 795 w 2505809"/>
              <a:gd name="connsiteY15-4418" fmla="*/ 1061983 h 2525736"/>
              <a:gd name="connsiteX16-4419" fmla="*/ 12185 w 2505809"/>
              <a:gd name="connsiteY16-4420" fmla="*/ 1045174 h 2525736"/>
              <a:gd name="connsiteX0-4421" fmla="*/ 12185 w 2505809"/>
              <a:gd name="connsiteY0-4422" fmla="*/ 1045174 h 2525736"/>
              <a:gd name="connsiteX1-4423" fmla="*/ 19895 w 2505809"/>
              <a:gd name="connsiteY1-4424" fmla="*/ 1016996 h 2525736"/>
              <a:gd name="connsiteX2-4425" fmla="*/ 1242215 w 2505809"/>
              <a:gd name="connsiteY2-4426" fmla="*/ 6073 h 2525736"/>
              <a:gd name="connsiteX3-4427" fmla="*/ 1274549 w 2505809"/>
              <a:gd name="connsiteY3-4428" fmla="*/ 6109 h 2525736"/>
              <a:gd name="connsiteX4-4429" fmla="*/ 2496871 w 2505809"/>
              <a:gd name="connsiteY4-4430" fmla="*/ 1017031 h 2525736"/>
              <a:gd name="connsiteX5-4431" fmla="*/ 2504535 w 2505809"/>
              <a:gd name="connsiteY5-4432" fmla="*/ 1045181 h 2525736"/>
              <a:gd name="connsiteX6-4433" fmla="*/ 2480635 w 2505809"/>
              <a:gd name="connsiteY6-4434" fmla="*/ 1061981 h 2525736"/>
              <a:gd name="connsiteX7-4435" fmla="*/ 1930192 w 2505809"/>
              <a:gd name="connsiteY7-4436" fmla="*/ 1061981 h 2525736"/>
              <a:gd name="connsiteX8-4437" fmla="*/ 1904792 w 2505809"/>
              <a:gd name="connsiteY8-4438" fmla="*/ 1087380 h 2525736"/>
              <a:gd name="connsiteX9-4439" fmla="*/ 1904792 w 2505809"/>
              <a:gd name="connsiteY9-4440" fmla="*/ 2500383 h 2525736"/>
              <a:gd name="connsiteX10-4441" fmla="*/ 1879392 w 2505809"/>
              <a:gd name="connsiteY10-4442" fmla="*/ 2525734 h 2525736"/>
              <a:gd name="connsiteX11-4443" fmla="*/ 624632 w 2505809"/>
              <a:gd name="connsiteY11-4444" fmla="*/ 2525736 h 2525736"/>
              <a:gd name="connsiteX12-4445" fmla="*/ 611932 w 2505809"/>
              <a:gd name="connsiteY12-4446" fmla="*/ 2513036 h 2525736"/>
              <a:gd name="connsiteX13-4447" fmla="*/ 611932 w 2505809"/>
              <a:gd name="connsiteY13-4448" fmla="*/ 1074633 h 2525736"/>
              <a:gd name="connsiteX14-4449" fmla="*/ 599232 w 2505809"/>
              <a:gd name="connsiteY14-4450" fmla="*/ 1061983 h 2525736"/>
              <a:gd name="connsiteX15-4451" fmla="*/ 795 w 2505809"/>
              <a:gd name="connsiteY15-4452" fmla="*/ 1061983 h 2525736"/>
              <a:gd name="connsiteX16-4453" fmla="*/ 12185 w 2505809"/>
              <a:gd name="connsiteY16-4454" fmla="*/ 1045174 h 2525736"/>
              <a:gd name="connsiteX0-4455" fmla="*/ 12185 w 2505809"/>
              <a:gd name="connsiteY0-4456" fmla="*/ 1045174 h 2525736"/>
              <a:gd name="connsiteX1-4457" fmla="*/ 19895 w 2505809"/>
              <a:gd name="connsiteY1-4458" fmla="*/ 1016996 h 2525736"/>
              <a:gd name="connsiteX2-4459" fmla="*/ 1242215 w 2505809"/>
              <a:gd name="connsiteY2-4460" fmla="*/ 6073 h 2525736"/>
              <a:gd name="connsiteX3-4461" fmla="*/ 1274549 w 2505809"/>
              <a:gd name="connsiteY3-4462" fmla="*/ 6109 h 2525736"/>
              <a:gd name="connsiteX4-4463" fmla="*/ 2496871 w 2505809"/>
              <a:gd name="connsiteY4-4464" fmla="*/ 1017031 h 2525736"/>
              <a:gd name="connsiteX5-4465" fmla="*/ 2504535 w 2505809"/>
              <a:gd name="connsiteY5-4466" fmla="*/ 1045181 h 2525736"/>
              <a:gd name="connsiteX6-4467" fmla="*/ 2480635 w 2505809"/>
              <a:gd name="connsiteY6-4468" fmla="*/ 1061981 h 2525736"/>
              <a:gd name="connsiteX7-4469" fmla="*/ 1930192 w 2505809"/>
              <a:gd name="connsiteY7-4470" fmla="*/ 1061981 h 2525736"/>
              <a:gd name="connsiteX8-4471" fmla="*/ 1904792 w 2505809"/>
              <a:gd name="connsiteY8-4472" fmla="*/ 1087380 h 2525736"/>
              <a:gd name="connsiteX9-4473" fmla="*/ 1904792 w 2505809"/>
              <a:gd name="connsiteY9-4474" fmla="*/ 2500383 h 2525736"/>
              <a:gd name="connsiteX10-4475" fmla="*/ 1879392 w 2505809"/>
              <a:gd name="connsiteY10-4476" fmla="*/ 2525734 h 2525736"/>
              <a:gd name="connsiteX11-4477" fmla="*/ 624632 w 2505809"/>
              <a:gd name="connsiteY11-4478" fmla="*/ 2525736 h 2525736"/>
              <a:gd name="connsiteX12-4479" fmla="*/ 611932 w 2505809"/>
              <a:gd name="connsiteY12-4480" fmla="*/ 2513036 h 2525736"/>
              <a:gd name="connsiteX13-4481" fmla="*/ 611932 w 2505809"/>
              <a:gd name="connsiteY13-4482" fmla="*/ 1074633 h 2525736"/>
              <a:gd name="connsiteX14-4483" fmla="*/ 599232 w 2505809"/>
              <a:gd name="connsiteY14-4484" fmla="*/ 1061983 h 2525736"/>
              <a:gd name="connsiteX15-4485" fmla="*/ 795 w 2505809"/>
              <a:gd name="connsiteY15-4486" fmla="*/ 1061983 h 2525736"/>
              <a:gd name="connsiteX16-4487" fmla="*/ 12185 w 2505809"/>
              <a:gd name="connsiteY16-4488" fmla="*/ 1045174 h 2525736"/>
              <a:gd name="connsiteX0-4489" fmla="*/ 12185 w 2505809"/>
              <a:gd name="connsiteY0-4490" fmla="*/ 1045174 h 2525734"/>
              <a:gd name="connsiteX1-4491" fmla="*/ 19895 w 2505809"/>
              <a:gd name="connsiteY1-4492" fmla="*/ 1016996 h 2525734"/>
              <a:gd name="connsiteX2-4493" fmla="*/ 1242215 w 2505809"/>
              <a:gd name="connsiteY2-4494" fmla="*/ 6073 h 2525734"/>
              <a:gd name="connsiteX3-4495" fmla="*/ 1274549 w 2505809"/>
              <a:gd name="connsiteY3-4496" fmla="*/ 6109 h 2525734"/>
              <a:gd name="connsiteX4-4497" fmla="*/ 2496871 w 2505809"/>
              <a:gd name="connsiteY4-4498" fmla="*/ 1017031 h 2525734"/>
              <a:gd name="connsiteX5-4499" fmla="*/ 2504535 w 2505809"/>
              <a:gd name="connsiteY5-4500" fmla="*/ 1045181 h 2525734"/>
              <a:gd name="connsiteX6-4501" fmla="*/ 2480635 w 2505809"/>
              <a:gd name="connsiteY6-4502" fmla="*/ 1061981 h 2525734"/>
              <a:gd name="connsiteX7-4503" fmla="*/ 1930192 w 2505809"/>
              <a:gd name="connsiteY7-4504" fmla="*/ 1061981 h 2525734"/>
              <a:gd name="connsiteX8-4505" fmla="*/ 1904792 w 2505809"/>
              <a:gd name="connsiteY8-4506" fmla="*/ 1087380 h 2525734"/>
              <a:gd name="connsiteX9-4507" fmla="*/ 1904792 w 2505809"/>
              <a:gd name="connsiteY9-4508" fmla="*/ 2500383 h 2525734"/>
              <a:gd name="connsiteX10-4509" fmla="*/ 1879392 w 2505809"/>
              <a:gd name="connsiteY10-4510" fmla="*/ 2525734 h 2525734"/>
              <a:gd name="connsiteX11-4511" fmla="*/ 637332 w 2505809"/>
              <a:gd name="connsiteY11-4512" fmla="*/ 2525734 h 2525734"/>
              <a:gd name="connsiteX12-4513" fmla="*/ 611932 w 2505809"/>
              <a:gd name="connsiteY12-4514" fmla="*/ 2513036 h 2525734"/>
              <a:gd name="connsiteX13-4515" fmla="*/ 611932 w 2505809"/>
              <a:gd name="connsiteY13-4516" fmla="*/ 1074633 h 2525734"/>
              <a:gd name="connsiteX14-4517" fmla="*/ 599232 w 2505809"/>
              <a:gd name="connsiteY14-4518" fmla="*/ 1061983 h 2525734"/>
              <a:gd name="connsiteX15-4519" fmla="*/ 795 w 2505809"/>
              <a:gd name="connsiteY15-4520" fmla="*/ 1061983 h 2525734"/>
              <a:gd name="connsiteX16-4521" fmla="*/ 12185 w 2505809"/>
              <a:gd name="connsiteY16-4522" fmla="*/ 1045174 h 2525734"/>
              <a:gd name="connsiteX0-4523" fmla="*/ 12185 w 2505809"/>
              <a:gd name="connsiteY0-4524" fmla="*/ 1045174 h 2525734"/>
              <a:gd name="connsiteX1-4525" fmla="*/ 19895 w 2505809"/>
              <a:gd name="connsiteY1-4526" fmla="*/ 1016996 h 2525734"/>
              <a:gd name="connsiteX2-4527" fmla="*/ 1242215 w 2505809"/>
              <a:gd name="connsiteY2-4528" fmla="*/ 6073 h 2525734"/>
              <a:gd name="connsiteX3-4529" fmla="*/ 1274549 w 2505809"/>
              <a:gd name="connsiteY3-4530" fmla="*/ 6109 h 2525734"/>
              <a:gd name="connsiteX4-4531" fmla="*/ 2496871 w 2505809"/>
              <a:gd name="connsiteY4-4532" fmla="*/ 1017031 h 2525734"/>
              <a:gd name="connsiteX5-4533" fmla="*/ 2504535 w 2505809"/>
              <a:gd name="connsiteY5-4534" fmla="*/ 1045181 h 2525734"/>
              <a:gd name="connsiteX6-4535" fmla="*/ 2480635 w 2505809"/>
              <a:gd name="connsiteY6-4536" fmla="*/ 1061981 h 2525734"/>
              <a:gd name="connsiteX7-4537" fmla="*/ 1930192 w 2505809"/>
              <a:gd name="connsiteY7-4538" fmla="*/ 1061981 h 2525734"/>
              <a:gd name="connsiteX8-4539" fmla="*/ 1904792 w 2505809"/>
              <a:gd name="connsiteY8-4540" fmla="*/ 1087380 h 2525734"/>
              <a:gd name="connsiteX9-4541" fmla="*/ 1904792 w 2505809"/>
              <a:gd name="connsiteY9-4542" fmla="*/ 2500383 h 2525734"/>
              <a:gd name="connsiteX10-4543" fmla="*/ 1879392 w 2505809"/>
              <a:gd name="connsiteY10-4544" fmla="*/ 2525734 h 2525734"/>
              <a:gd name="connsiteX11-4545" fmla="*/ 637332 w 2505809"/>
              <a:gd name="connsiteY11-4546" fmla="*/ 2525734 h 2525734"/>
              <a:gd name="connsiteX12-4547" fmla="*/ 611932 w 2505809"/>
              <a:gd name="connsiteY12-4548" fmla="*/ 2513036 h 2525734"/>
              <a:gd name="connsiteX13-4549" fmla="*/ 611932 w 2505809"/>
              <a:gd name="connsiteY13-4550" fmla="*/ 1074633 h 2525734"/>
              <a:gd name="connsiteX14-4551" fmla="*/ 599232 w 2505809"/>
              <a:gd name="connsiteY14-4552" fmla="*/ 1061983 h 2525734"/>
              <a:gd name="connsiteX15-4553" fmla="*/ 795 w 2505809"/>
              <a:gd name="connsiteY15-4554" fmla="*/ 1061983 h 2525734"/>
              <a:gd name="connsiteX16-4555" fmla="*/ 12185 w 2505809"/>
              <a:gd name="connsiteY16-4556" fmla="*/ 1045174 h 2525734"/>
              <a:gd name="connsiteX0-4557" fmla="*/ 12185 w 2505809"/>
              <a:gd name="connsiteY0-4558" fmla="*/ 1045174 h 2525734"/>
              <a:gd name="connsiteX1-4559" fmla="*/ 19895 w 2505809"/>
              <a:gd name="connsiteY1-4560" fmla="*/ 1016996 h 2525734"/>
              <a:gd name="connsiteX2-4561" fmla="*/ 1242215 w 2505809"/>
              <a:gd name="connsiteY2-4562" fmla="*/ 6073 h 2525734"/>
              <a:gd name="connsiteX3-4563" fmla="*/ 1274549 w 2505809"/>
              <a:gd name="connsiteY3-4564" fmla="*/ 6109 h 2525734"/>
              <a:gd name="connsiteX4-4565" fmla="*/ 2496871 w 2505809"/>
              <a:gd name="connsiteY4-4566" fmla="*/ 1017031 h 2525734"/>
              <a:gd name="connsiteX5-4567" fmla="*/ 2504535 w 2505809"/>
              <a:gd name="connsiteY5-4568" fmla="*/ 1045181 h 2525734"/>
              <a:gd name="connsiteX6-4569" fmla="*/ 2480635 w 2505809"/>
              <a:gd name="connsiteY6-4570" fmla="*/ 1061981 h 2525734"/>
              <a:gd name="connsiteX7-4571" fmla="*/ 1930192 w 2505809"/>
              <a:gd name="connsiteY7-4572" fmla="*/ 1061981 h 2525734"/>
              <a:gd name="connsiteX8-4573" fmla="*/ 1904792 w 2505809"/>
              <a:gd name="connsiteY8-4574" fmla="*/ 1087380 h 2525734"/>
              <a:gd name="connsiteX9-4575" fmla="*/ 1904792 w 2505809"/>
              <a:gd name="connsiteY9-4576" fmla="*/ 2500383 h 2525734"/>
              <a:gd name="connsiteX10-4577" fmla="*/ 1879392 w 2505809"/>
              <a:gd name="connsiteY10-4578" fmla="*/ 2525734 h 2525734"/>
              <a:gd name="connsiteX11-4579" fmla="*/ 637332 w 2505809"/>
              <a:gd name="connsiteY11-4580" fmla="*/ 2525734 h 2525734"/>
              <a:gd name="connsiteX12-4581" fmla="*/ 611932 w 2505809"/>
              <a:gd name="connsiteY12-4582" fmla="*/ 2513036 h 2525734"/>
              <a:gd name="connsiteX13-4583" fmla="*/ 611932 w 2505809"/>
              <a:gd name="connsiteY13-4584" fmla="*/ 1074633 h 2525734"/>
              <a:gd name="connsiteX14-4585" fmla="*/ 599232 w 2505809"/>
              <a:gd name="connsiteY14-4586" fmla="*/ 1061983 h 2525734"/>
              <a:gd name="connsiteX15-4587" fmla="*/ 795 w 2505809"/>
              <a:gd name="connsiteY15-4588" fmla="*/ 1061983 h 2525734"/>
              <a:gd name="connsiteX16-4589" fmla="*/ 12185 w 2505809"/>
              <a:gd name="connsiteY16-4590" fmla="*/ 1045174 h 2525734"/>
              <a:gd name="connsiteX0-4591" fmla="*/ 12185 w 2505809"/>
              <a:gd name="connsiteY0-4592" fmla="*/ 1045174 h 2525734"/>
              <a:gd name="connsiteX1-4593" fmla="*/ 19895 w 2505809"/>
              <a:gd name="connsiteY1-4594" fmla="*/ 1016996 h 2525734"/>
              <a:gd name="connsiteX2-4595" fmla="*/ 1242215 w 2505809"/>
              <a:gd name="connsiteY2-4596" fmla="*/ 6073 h 2525734"/>
              <a:gd name="connsiteX3-4597" fmla="*/ 1274549 w 2505809"/>
              <a:gd name="connsiteY3-4598" fmla="*/ 6109 h 2525734"/>
              <a:gd name="connsiteX4-4599" fmla="*/ 2496871 w 2505809"/>
              <a:gd name="connsiteY4-4600" fmla="*/ 1017031 h 2525734"/>
              <a:gd name="connsiteX5-4601" fmla="*/ 2504535 w 2505809"/>
              <a:gd name="connsiteY5-4602" fmla="*/ 1045181 h 2525734"/>
              <a:gd name="connsiteX6-4603" fmla="*/ 2480635 w 2505809"/>
              <a:gd name="connsiteY6-4604" fmla="*/ 1061981 h 2525734"/>
              <a:gd name="connsiteX7-4605" fmla="*/ 1930192 w 2505809"/>
              <a:gd name="connsiteY7-4606" fmla="*/ 1061981 h 2525734"/>
              <a:gd name="connsiteX8-4607" fmla="*/ 1904792 w 2505809"/>
              <a:gd name="connsiteY8-4608" fmla="*/ 1087380 h 2525734"/>
              <a:gd name="connsiteX9-4609" fmla="*/ 1904792 w 2505809"/>
              <a:gd name="connsiteY9-4610" fmla="*/ 2500383 h 2525734"/>
              <a:gd name="connsiteX10-4611" fmla="*/ 1879392 w 2505809"/>
              <a:gd name="connsiteY10-4612" fmla="*/ 2525734 h 2525734"/>
              <a:gd name="connsiteX11-4613" fmla="*/ 637332 w 2505809"/>
              <a:gd name="connsiteY11-4614" fmla="*/ 2525734 h 2525734"/>
              <a:gd name="connsiteX12-4615" fmla="*/ 611932 w 2505809"/>
              <a:gd name="connsiteY12-4616" fmla="*/ 2500334 h 2525734"/>
              <a:gd name="connsiteX13-4617" fmla="*/ 611932 w 2505809"/>
              <a:gd name="connsiteY13-4618" fmla="*/ 1074633 h 2525734"/>
              <a:gd name="connsiteX14-4619" fmla="*/ 599232 w 2505809"/>
              <a:gd name="connsiteY14-4620" fmla="*/ 1061983 h 2525734"/>
              <a:gd name="connsiteX15-4621" fmla="*/ 795 w 2505809"/>
              <a:gd name="connsiteY15-4622" fmla="*/ 1061983 h 2525734"/>
              <a:gd name="connsiteX16-4623" fmla="*/ 12185 w 2505809"/>
              <a:gd name="connsiteY16-4624" fmla="*/ 1045174 h 2525734"/>
              <a:gd name="connsiteX0-4625" fmla="*/ 12185 w 2505809"/>
              <a:gd name="connsiteY0-4626" fmla="*/ 1045174 h 2525734"/>
              <a:gd name="connsiteX1-4627" fmla="*/ 19895 w 2505809"/>
              <a:gd name="connsiteY1-4628" fmla="*/ 1016996 h 2525734"/>
              <a:gd name="connsiteX2-4629" fmla="*/ 1242215 w 2505809"/>
              <a:gd name="connsiteY2-4630" fmla="*/ 6073 h 2525734"/>
              <a:gd name="connsiteX3-4631" fmla="*/ 1274549 w 2505809"/>
              <a:gd name="connsiteY3-4632" fmla="*/ 6109 h 2525734"/>
              <a:gd name="connsiteX4-4633" fmla="*/ 2496871 w 2505809"/>
              <a:gd name="connsiteY4-4634" fmla="*/ 1017031 h 2525734"/>
              <a:gd name="connsiteX5-4635" fmla="*/ 2504535 w 2505809"/>
              <a:gd name="connsiteY5-4636" fmla="*/ 1045181 h 2525734"/>
              <a:gd name="connsiteX6-4637" fmla="*/ 2480635 w 2505809"/>
              <a:gd name="connsiteY6-4638" fmla="*/ 1061981 h 2525734"/>
              <a:gd name="connsiteX7-4639" fmla="*/ 1930192 w 2505809"/>
              <a:gd name="connsiteY7-4640" fmla="*/ 1061981 h 2525734"/>
              <a:gd name="connsiteX8-4641" fmla="*/ 1904792 w 2505809"/>
              <a:gd name="connsiteY8-4642" fmla="*/ 1087380 h 2525734"/>
              <a:gd name="connsiteX9-4643" fmla="*/ 1904792 w 2505809"/>
              <a:gd name="connsiteY9-4644" fmla="*/ 2500383 h 2525734"/>
              <a:gd name="connsiteX10-4645" fmla="*/ 1879392 w 2505809"/>
              <a:gd name="connsiteY10-4646" fmla="*/ 2525734 h 2525734"/>
              <a:gd name="connsiteX11-4647" fmla="*/ 637332 w 2505809"/>
              <a:gd name="connsiteY11-4648" fmla="*/ 2525734 h 2525734"/>
              <a:gd name="connsiteX12-4649" fmla="*/ 611932 w 2505809"/>
              <a:gd name="connsiteY12-4650" fmla="*/ 2500334 h 2525734"/>
              <a:gd name="connsiteX13-4651" fmla="*/ 611932 w 2505809"/>
              <a:gd name="connsiteY13-4652" fmla="*/ 1074633 h 2525734"/>
              <a:gd name="connsiteX14-4653" fmla="*/ 599232 w 2505809"/>
              <a:gd name="connsiteY14-4654" fmla="*/ 1061983 h 2525734"/>
              <a:gd name="connsiteX15-4655" fmla="*/ 795 w 2505809"/>
              <a:gd name="connsiteY15-4656" fmla="*/ 1061983 h 2525734"/>
              <a:gd name="connsiteX16-4657" fmla="*/ 12185 w 2505809"/>
              <a:gd name="connsiteY16-4658" fmla="*/ 1045174 h 2525734"/>
              <a:gd name="connsiteX0-4659" fmla="*/ 12185 w 2505809"/>
              <a:gd name="connsiteY0-4660" fmla="*/ 1045174 h 2525734"/>
              <a:gd name="connsiteX1-4661" fmla="*/ 19895 w 2505809"/>
              <a:gd name="connsiteY1-4662" fmla="*/ 1016996 h 2525734"/>
              <a:gd name="connsiteX2-4663" fmla="*/ 1242215 w 2505809"/>
              <a:gd name="connsiteY2-4664" fmla="*/ 6073 h 2525734"/>
              <a:gd name="connsiteX3-4665" fmla="*/ 1274549 w 2505809"/>
              <a:gd name="connsiteY3-4666" fmla="*/ 6109 h 2525734"/>
              <a:gd name="connsiteX4-4667" fmla="*/ 2496871 w 2505809"/>
              <a:gd name="connsiteY4-4668" fmla="*/ 1017031 h 2525734"/>
              <a:gd name="connsiteX5-4669" fmla="*/ 2504535 w 2505809"/>
              <a:gd name="connsiteY5-4670" fmla="*/ 1045181 h 2525734"/>
              <a:gd name="connsiteX6-4671" fmla="*/ 2480635 w 2505809"/>
              <a:gd name="connsiteY6-4672" fmla="*/ 1061981 h 2525734"/>
              <a:gd name="connsiteX7-4673" fmla="*/ 1930192 w 2505809"/>
              <a:gd name="connsiteY7-4674" fmla="*/ 1061981 h 2525734"/>
              <a:gd name="connsiteX8-4675" fmla="*/ 1904792 w 2505809"/>
              <a:gd name="connsiteY8-4676" fmla="*/ 1087380 h 2525734"/>
              <a:gd name="connsiteX9-4677" fmla="*/ 1904792 w 2505809"/>
              <a:gd name="connsiteY9-4678" fmla="*/ 2500383 h 2525734"/>
              <a:gd name="connsiteX10-4679" fmla="*/ 1879392 w 2505809"/>
              <a:gd name="connsiteY10-4680" fmla="*/ 2525734 h 2525734"/>
              <a:gd name="connsiteX11-4681" fmla="*/ 637332 w 2505809"/>
              <a:gd name="connsiteY11-4682" fmla="*/ 2525734 h 2525734"/>
              <a:gd name="connsiteX12-4683" fmla="*/ 611932 w 2505809"/>
              <a:gd name="connsiteY12-4684" fmla="*/ 2500334 h 2525734"/>
              <a:gd name="connsiteX13-4685" fmla="*/ 611932 w 2505809"/>
              <a:gd name="connsiteY13-4686" fmla="*/ 1074633 h 2525734"/>
              <a:gd name="connsiteX14-4687" fmla="*/ 599232 w 2505809"/>
              <a:gd name="connsiteY14-4688" fmla="*/ 1061983 h 2525734"/>
              <a:gd name="connsiteX15-4689" fmla="*/ 795 w 2505809"/>
              <a:gd name="connsiteY15-4690" fmla="*/ 1061983 h 2525734"/>
              <a:gd name="connsiteX16-4691" fmla="*/ 12185 w 2505809"/>
              <a:gd name="connsiteY16-4692" fmla="*/ 1045174 h 2525734"/>
              <a:gd name="connsiteX0-4693" fmla="*/ 12185 w 2505809"/>
              <a:gd name="connsiteY0-4694" fmla="*/ 1045174 h 2525734"/>
              <a:gd name="connsiteX1-4695" fmla="*/ 19895 w 2505809"/>
              <a:gd name="connsiteY1-4696" fmla="*/ 1016996 h 2525734"/>
              <a:gd name="connsiteX2-4697" fmla="*/ 1242215 w 2505809"/>
              <a:gd name="connsiteY2-4698" fmla="*/ 6073 h 2525734"/>
              <a:gd name="connsiteX3-4699" fmla="*/ 1274549 w 2505809"/>
              <a:gd name="connsiteY3-4700" fmla="*/ 6109 h 2525734"/>
              <a:gd name="connsiteX4-4701" fmla="*/ 2496871 w 2505809"/>
              <a:gd name="connsiteY4-4702" fmla="*/ 1017031 h 2525734"/>
              <a:gd name="connsiteX5-4703" fmla="*/ 2504535 w 2505809"/>
              <a:gd name="connsiteY5-4704" fmla="*/ 1045181 h 2525734"/>
              <a:gd name="connsiteX6-4705" fmla="*/ 2480635 w 2505809"/>
              <a:gd name="connsiteY6-4706" fmla="*/ 1061981 h 2525734"/>
              <a:gd name="connsiteX7-4707" fmla="*/ 1930192 w 2505809"/>
              <a:gd name="connsiteY7-4708" fmla="*/ 1061981 h 2525734"/>
              <a:gd name="connsiteX8-4709" fmla="*/ 1904792 w 2505809"/>
              <a:gd name="connsiteY8-4710" fmla="*/ 1087380 h 2525734"/>
              <a:gd name="connsiteX9-4711" fmla="*/ 1904792 w 2505809"/>
              <a:gd name="connsiteY9-4712" fmla="*/ 2500383 h 2525734"/>
              <a:gd name="connsiteX10-4713" fmla="*/ 1879392 w 2505809"/>
              <a:gd name="connsiteY10-4714" fmla="*/ 2525734 h 2525734"/>
              <a:gd name="connsiteX11-4715" fmla="*/ 637332 w 2505809"/>
              <a:gd name="connsiteY11-4716" fmla="*/ 2525734 h 2525734"/>
              <a:gd name="connsiteX12-4717" fmla="*/ 611932 w 2505809"/>
              <a:gd name="connsiteY12-4718" fmla="*/ 2500334 h 2525734"/>
              <a:gd name="connsiteX13-4719" fmla="*/ 611932 w 2505809"/>
              <a:gd name="connsiteY13-4720" fmla="*/ 1087331 h 2525734"/>
              <a:gd name="connsiteX14-4721" fmla="*/ 599232 w 2505809"/>
              <a:gd name="connsiteY14-4722" fmla="*/ 1061983 h 2525734"/>
              <a:gd name="connsiteX15-4723" fmla="*/ 795 w 2505809"/>
              <a:gd name="connsiteY15-4724" fmla="*/ 1061983 h 2525734"/>
              <a:gd name="connsiteX16-4725" fmla="*/ 12185 w 2505809"/>
              <a:gd name="connsiteY16-4726" fmla="*/ 1045174 h 2525734"/>
              <a:gd name="connsiteX0-4727" fmla="*/ 12185 w 2505809"/>
              <a:gd name="connsiteY0-4728" fmla="*/ 1045174 h 2525734"/>
              <a:gd name="connsiteX1-4729" fmla="*/ 19895 w 2505809"/>
              <a:gd name="connsiteY1-4730" fmla="*/ 1016996 h 2525734"/>
              <a:gd name="connsiteX2-4731" fmla="*/ 1242215 w 2505809"/>
              <a:gd name="connsiteY2-4732" fmla="*/ 6073 h 2525734"/>
              <a:gd name="connsiteX3-4733" fmla="*/ 1274549 w 2505809"/>
              <a:gd name="connsiteY3-4734" fmla="*/ 6109 h 2525734"/>
              <a:gd name="connsiteX4-4735" fmla="*/ 2496871 w 2505809"/>
              <a:gd name="connsiteY4-4736" fmla="*/ 1017031 h 2525734"/>
              <a:gd name="connsiteX5-4737" fmla="*/ 2504535 w 2505809"/>
              <a:gd name="connsiteY5-4738" fmla="*/ 1045181 h 2525734"/>
              <a:gd name="connsiteX6-4739" fmla="*/ 2480635 w 2505809"/>
              <a:gd name="connsiteY6-4740" fmla="*/ 1061981 h 2525734"/>
              <a:gd name="connsiteX7-4741" fmla="*/ 1930192 w 2505809"/>
              <a:gd name="connsiteY7-4742" fmla="*/ 1061981 h 2525734"/>
              <a:gd name="connsiteX8-4743" fmla="*/ 1904792 w 2505809"/>
              <a:gd name="connsiteY8-4744" fmla="*/ 1087380 h 2525734"/>
              <a:gd name="connsiteX9-4745" fmla="*/ 1904792 w 2505809"/>
              <a:gd name="connsiteY9-4746" fmla="*/ 2500383 h 2525734"/>
              <a:gd name="connsiteX10-4747" fmla="*/ 1879392 w 2505809"/>
              <a:gd name="connsiteY10-4748" fmla="*/ 2525734 h 2525734"/>
              <a:gd name="connsiteX11-4749" fmla="*/ 637332 w 2505809"/>
              <a:gd name="connsiteY11-4750" fmla="*/ 2525734 h 2525734"/>
              <a:gd name="connsiteX12-4751" fmla="*/ 611932 w 2505809"/>
              <a:gd name="connsiteY12-4752" fmla="*/ 2500334 h 2525734"/>
              <a:gd name="connsiteX13-4753" fmla="*/ 611932 w 2505809"/>
              <a:gd name="connsiteY13-4754" fmla="*/ 1087331 h 2525734"/>
              <a:gd name="connsiteX14-4755" fmla="*/ 599232 w 2505809"/>
              <a:gd name="connsiteY14-4756" fmla="*/ 1061983 h 2525734"/>
              <a:gd name="connsiteX15-4757" fmla="*/ 795 w 2505809"/>
              <a:gd name="connsiteY15-4758" fmla="*/ 1061983 h 2525734"/>
              <a:gd name="connsiteX16-4759" fmla="*/ 12185 w 2505809"/>
              <a:gd name="connsiteY16-4760" fmla="*/ 1045174 h 2525734"/>
              <a:gd name="connsiteX0-4761" fmla="*/ 12185 w 2505809"/>
              <a:gd name="connsiteY0-4762" fmla="*/ 1045174 h 2525734"/>
              <a:gd name="connsiteX1-4763" fmla="*/ 19895 w 2505809"/>
              <a:gd name="connsiteY1-4764" fmla="*/ 1016996 h 2525734"/>
              <a:gd name="connsiteX2-4765" fmla="*/ 1242215 w 2505809"/>
              <a:gd name="connsiteY2-4766" fmla="*/ 6073 h 2525734"/>
              <a:gd name="connsiteX3-4767" fmla="*/ 1274549 w 2505809"/>
              <a:gd name="connsiteY3-4768" fmla="*/ 6109 h 2525734"/>
              <a:gd name="connsiteX4-4769" fmla="*/ 2496871 w 2505809"/>
              <a:gd name="connsiteY4-4770" fmla="*/ 1017031 h 2525734"/>
              <a:gd name="connsiteX5-4771" fmla="*/ 2504535 w 2505809"/>
              <a:gd name="connsiteY5-4772" fmla="*/ 1045181 h 2525734"/>
              <a:gd name="connsiteX6-4773" fmla="*/ 2480635 w 2505809"/>
              <a:gd name="connsiteY6-4774" fmla="*/ 1061981 h 2525734"/>
              <a:gd name="connsiteX7-4775" fmla="*/ 1930192 w 2505809"/>
              <a:gd name="connsiteY7-4776" fmla="*/ 1061981 h 2525734"/>
              <a:gd name="connsiteX8-4777" fmla="*/ 1904792 w 2505809"/>
              <a:gd name="connsiteY8-4778" fmla="*/ 1087380 h 2525734"/>
              <a:gd name="connsiteX9-4779" fmla="*/ 1904792 w 2505809"/>
              <a:gd name="connsiteY9-4780" fmla="*/ 2500383 h 2525734"/>
              <a:gd name="connsiteX10-4781" fmla="*/ 1879392 w 2505809"/>
              <a:gd name="connsiteY10-4782" fmla="*/ 2525734 h 2525734"/>
              <a:gd name="connsiteX11-4783" fmla="*/ 637332 w 2505809"/>
              <a:gd name="connsiteY11-4784" fmla="*/ 2525734 h 2525734"/>
              <a:gd name="connsiteX12-4785" fmla="*/ 611932 w 2505809"/>
              <a:gd name="connsiteY12-4786" fmla="*/ 2500334 h 2525734"/>
              <a:gd name="connsiteX13-4787" fmla="*/ 611932 w 2505809"/>
              <a:gd name="connsiteY13-4788" fmla="*/ 1087331 h 2525734"/>
              <a:gd name="connsiteX14-4789" fmla="*/ 599232 w 2505809"/>
              <a:gd name="connsiteY14-4790" fmla="*/ 1061983 h 2525734"/>
              <a:gd name="connsiteX15-4791" fmla="*/ 795 w 2505809"/>
              <a:gd name="connsiteY15-4792" fmla="*/ 1061983 h 2525734"/>
              <a:gd name="connsiteX16-4793" fmla="*/ 12185 w 2505809"/>
              <a:gd name="connsiteY16-4794" fmla="*/ 1045174 h 2525734"/>
              <a:gd name="connsiteX0-4795" fmla="*/ 12185 w 2505809"/>
              <a:gd name="connsiteY0-4796" fmla="*/ 1045174 h 2525734"/>
              <a:gd name="connsiteX1-4797" fmla="*/ 19895 w 2505809"/>
              <a:gd name="connsiteY1-4798" fmla="*/ 1016996 h 2525734"/>
              <a:gd name="connsiteX2-4799" fmla="*/ 1242215 w 2505809"/>
              <a:gd name="connsiteY2-4800" fmla="*/ 6073 h 2525734"/>
              <a:gd name="connsiteX3-4801" fmla="*/ 1274549 w 2505809"/>
              <a:gd name="connsiteY3-4802" fmla="*/ 6109 h 2525734"/>
              <a:gd name="connsiteX4-4803" fmla="*/ 2496871 w 2505809"/>
              <a:gd name="connsiteY4-4804" fmla="*/ 1017031 h 2525734"/>
              <a:gd name="connsiteX5-4805" fmla="*/ 2504535 w 2505809"/>
              <a:gd name="connsiteY5-4806" fmla="*/ 1045181 h 2525734"/>
              <a:gd name="connsiteX6-4807" fmla="*/ 2480635 w 2505809"/>
              <a:gd name="connsiteY6-4808" fmla="*/ 1061981 h 2525734"/>
              <a:gd name="connsiteX7-4809" fmla="*/ 1930192 w 2505809"/>
              <a:gd name="connsiteY7-4810" fmla="*/ 1061981 h 2525734"/>
              <a:gd name="connsiteX8-4811" fmla="*/ 1904792 w 2505809"/>
              <a:gd name="connsiteY8-4812" fmla="*/ 1087380 h 2525734"/>
              <a:gd name="connsiteX9-4813" fmla="*/ 1904792 w 2505809"/>
              <a:gd name="connsiteY9-4814" fmla="*/ 2500383 h 2525734"/>
              <a:gd name="connsiteX10-4815" fmla="*/ 1879392 w 2505809"/>
              <a:gd name="connsiteY10-4816" fmla="*/ 2525734 h 2525734"/>
              <a:gd name="connsiteX11-4817" fmla="*/ 637332 w 2505809"/>
              <a:gd name="connsiteY11-4818" fmla="*/ 2525734 h 2525734"/>
              <a:gd name="connsiteX12-4819" fmla="*/ 611932 w 2505809"/>
              <a:gd name="connsiteY12-4820" fmla="*/ 2500334 h 2525734"/>
              <a:gd name="connsiteX13-4821" fmla="*/ 611932 w 2505809"/>
              <a:gd name="connsiteY13-4822" fmla="*/ 1087331 h 2525734"/>
              <a:gd name="connsiteX14-4823" fmla="*/ 586533 w 2505809"/>
              <a:gd name="connsiteY14-4824" fmla="*/ 1061981 h 2525734"/>
              <a:gd name="connsiteX15-4825" fmla="*/ 795 w 2505809"/>
              <a:gd name="connsiteY15-4826" fmla="*/ 1061983 h 2525734"/>
              <a:gd name="connsiteX16-4827" fmla="*/ 12185 w 2505809"/>
              <a:gd name="connsiteY16-4828" fmla="*/ 1045174 h 2525734"/>
              <a:gd name="connsiteX0-4829" fmla="*/ 12185 w 2505809"/>
              <a:gd name="connsiteY0-4830" fmla="*/ 1045174 h 2525734"/>
              <a:gd name="connsiteX1-4831" fmla="*/ 19895 w 2505809"/>
              <a:gd name="connsiteY1-4832" fmla="*/ 1016996 h 2525734"/>
              <a:gd name="connsiteX2-4833" fmla="*/ 1242215 w 2505809"/>
              <a:gd name="connsiteY2-4834" fmla="*/ 6073 h 2525734"/>
              <a:gd name="connsiteX3-4835" fmla="*/ 1274549 w 2505809"/>
              <a:gd name="connsiteY3-4836" fmla="*/ 6109 h 2525734"/>
              <a:gd name="connsiteX4-4837" fmla="*/ 2496871 w 2505809"/>
              <a:gd name="connsiteY4-4838" fmla="*/ 1017031 h 2525734"/>
              <a:gd name="connsiteX5-4839" fmla="*/ 2504535 w 2505809"/>
              <a:gd name="connsiteY5-4840" fmla="*/ 1045181 h 2525734"/>
              <a:gd name="connsiteX6-4841" fmla="*/ 2480635 w 2505809"/>
              <a:gd name="connsiteY6-4842" fmla="*/ 1061981 h 2525734"/>
              <a:gd name="connsiteX7-4843" fmla="*/ 1930192 w 2505809"/>
              <a:gd name="connsiteY7-4844" fmla="*/ 1061981 h 2525734"/>
              <a:gd name="connsiteX8-4845" fmla="*/ 1904792 w 2505809"/>
              <a:gd name="connsiteY8-4846" fmla="*/ 1087380 h 2525734"/>
              <a:gd name="connsiteX9-4847" fmla="*/ 1904792 w 2505809"/>
              <a:gd name="connsiteY9-4848" fmla="*/ 2500383 h 2525734"/>
              <a:gd name="connsiteX10-4849" fmla="*/ 1879392 w 2505809"/>
              <a:gd name="connsiteY10-4850" fmla="*/ 2525734 h 2525734"/>
              <a:gd name="connsiteX11-4851" fmla="*/ 637332 w 2505809"/>
              <a:gd name="connsiteY11-4852" fmla="*/ 2525734 h 2525734"/>
              <a:gd name="connsiteX12-4853" fmla="*/ 611932 w 2505809"/>
              <a:gd name="connsiteY12-4854" fmla="*/ 2500334 h 2525734"/>
              <a:gd name="connsiteX13-4855" fmla="*/ 611932 w 2505809"/>
              <a:gd name="connsiteY13-4856" fmla="*/ 1087331 h 2525734"/>
              <a:gd name="connsiteX14-4857" fmla="*/ 586533 w 2505809"/>
              <a:gd name="connsiteY14-4858" fmla="*/ 1061981 h 2525734"/>
              <a:gd name="connsiteX15-4859" fmla="*/ 795 w 2505809"/>
              <a:gd name="connsiteY15-4860" fmla="*/ 1061983 h 2525734"/>
              <a:gd name="connsiteX16-4861" fmla="*/ 12185 w 2505809"/>
              <a:gd name="connsiteY16-4862" fmla="*/ 1045174 h 2525734"/>
              <a:gd name="connsiteX0-4863" fmla="*/ 12185 w 2505809"/>
              <a:gd name="connsiteY0-4864" fmla="*/ 1045174 h 2525734"/>
              <a:gd name="connsiteX1-4865" fmla="*/ 19895 w 2505809"/>
              <a:gd name="connsiteY1-4866" fmla="*/ 1016996 h 2525734"/>
              <a:gd name="connsiteX2-4867" fmla="*/ 1242215 w 2505809"/>
              <a:gd name="connsiteY2-4868" fmla="*/ 6073 h 2525734"/>
              <a:gd name="connsiteX3-4869" fmla="*/ 1274549 w 2505809"/>
              <a:gd name="connsiteY3-4870" fmla="*/ 6109 h 2525734"/>
              <a:gd name="connsiteX4-4871" fmla="*/ 2496871 w 2505809"/>
              <a:gd name="connsiteY4-4872" fmla="*/ 1017031 h 2525734"/>
              <a:gd name="connsiteX5-4873" fmla="*/ 2504535 w 2505809"/>
              <a:gd name="connsiteY5-4874" fmla="*/ 1045181 h 2525734"/>
              <a:gd name="connsiteX6-4875" fmla="*/ 2480635 w 2505809"/>
              <a:gd name="connsiteY6-4876" fmla="*/ 1061981 h 2525734"/>
              <a:gd name="connsiteX7-4877" fmla="*/ 1930192 w 2505809"/>
              <a:gd name="connsiteY7-4878" fmla="*/ 1061981 h 2525734"/>
              <a:gd name="connsiteX8-4879" fmla="*/ 1904792 w 2505809"/>
              <a:gd name="connsiteY8-4880" fmla="*/ 1087380 h 2525734"/>
              <a:gd name="connsiteX9-4881" fmla="*/ 1904792 w 2505809"/>
              <a:gd name="connsiteY9-4882" fmla="*/ 2500383 h 2525734"/>
              <a:gd name="connsiteX10-4883" fmla="*/ 1879392 w 2505809"/>
              <a:gd name="connsiteY10-4884" fmla="*/ 2525734 h 2525734"/>
              <a:gd name="connsiteX11-4885" fmla="*/ 637332 w 2505809"/>
              <a:gd name="connsiteY11-4886" fmla="*/ 2525734 h 2525734"/>
              <a:gd name="connsiteX12-4887" fmla="*/ 611932 w 2505809"/>
              <a:gd name="connsiteY12-4888" fmla="*/ 2500334 h 2525734"/>
              <a:gd name="connsiteX13-4889" fmla="*/ 611932 w 2505809"/>
              <a:gd name="connsiteY13-4890" fmla="*/ 1087331 h 2525734"/>
              <a:gd name="connsiteX14-4891" fmla="*/ 586533 w 2505809"/>
              <a:gd name="connsiteY14-4892" fmla="*/ 1061981 h 2525734"/>
              <a:gd name="connsiteX15-4893" fmla="*/ 795 w 2505809"/>
              <a:gd name="connsiteY15-4894" fmla="*/ 1061983 h 2525734"/>
              <a:gd name="connsiteX16-4895" fmla="*/ 12185 w 2505809"/>
              <a:gd name="connsiteY16-4896" fmla="*/ 1045174 h 2525734"/>
              <a:gd name="connsiteX0-4897" fmla="*/ 1927 w 2495551"/>
              <a:gd name="connsiteY0-4898" fmla="*/ 1045174 h 2525734"/>
              <a:gd name="connsiteX1-4899" fmla="*/ 9637 w 2495551"/>
              <a:gd name="connsiteY1-4900" fmla="*/ 1016996 h 2525734"/>
              <a:gd name="connsiteX2-4901" fmla="*/ 1231957 w 2495551"/>
              <a:gd name="connsiteY2-4902" fmla="*/ 6073 h 2525734"/>
              <a:gd name="connsiteX3-4903" fmla="*/ 1264291 w 2495551"/>
              <a:gd name="connsiteY3-4904" fmla="*/ 6109 h 2525734"/>
              <a:gd name="connsiteX4-4905" fmla="*/ 2486613 w 2495551"/>
              <a:gd name="connsiteY4-4906" fmla="*/ 1017031 h 2525734"/>
              <a:gd name="connsiteX5-4907" fmla="*/ 2494277 w 2495551"/>
              <a:gd name="connsiteY5-4908" fmla="*/ 1045181 h 2525734"/>
              <a:gd name="connsiteX6-4909" fmla="*/ 2470377 w 2495551"/>
              <a:gd name="connsiteY6-4910" fmla="*/ 1061981 h 2525734"/>
              <a:gd name="connsiteX7-4911" fmla="*/ 1919934 w 2495551"/>
              <a:gd name="connsiteY7-4912" fmla="*/ 1061981 h 2525734"/>
              <a:gd name="connsiteX8-4913" fmla="*/ 1894534 w 2495551"/>
              <a:gd name="connsiteY8-4914" fmla="*/ 1087380 h 2525734"/>
              <a:gd name="connsiteX9-4915" fmla="*/ 1894534 w 2495551"/>
              <a:gd name="connsiteY9-4916" fmla="*/ 2500383 h 2525734"/>
              <a:gd name="connsiteX10-4917" fmla="*/ 1869134 w 2495551"/>
              <a:gd name="connsiteY10-4918" fmla="*/ 2525734 h 2525734"/>
              <a:gd name="connsiteX11-4919" fmla="*/ 627074 w 2495551"/>
              <a:gd name="connsiteY11-4920" fmla="*/ 2525734 h 2525734"/>
              <a:gd name="connsiteX12-4921" fmla="*/ 601674 w 2495551"/>
              <a:gd name="connsiteY12-4922" fmla="*/ 2500334 h 2525734"/>
              <a:gd name="connsiteX13-4923" fmla="*/ 601674 w 2495551"/>
              <a:gd name="connsiteY13-4924" fmla="*/ 1087331 h 2525734"/>
              <a:gd name="connsiteX14-4925" fmla="*/ 576275 w 2495551"/>
              <a:gd name="connsiteY14-4926" fmla="*/ 1061981 h 2525734"/>
              <a:gd name="connsiteX15-4927" fmla="*/ 25831 w 2495551"/>
              <a:gd name="connsiteY15-4928" fmla="*/ 1061981 h 2525734"/>
              <a:gd name="connsiteX16-4929" fmla="*/ 1927 w 2495551"/>
              <a:gd name="connsiteY16-4930" fmla="*/ 1045174 h 2525734"/>
              <a:gd name="connsiteX0-4931" fmla="*/ 1269 w 2494893"/>
              <a:gd name="connsiteY0-4932" fmla="*/ 1045174 h 2525734"/>
              <a:gd name="connsiteX1-4933" fmla="*/ 8979 w 2494893"/>
              <a:gd name="connsiteY1-4934" fmla="*/ 1016996 h 2525734"/>
              <a:gd name="connsiteX2-4935" fmla="*/ 1231299 w 2494893"/>
              <a:gd name="connsiteY2-4936" fmla="*/ 6073 h 2525734"/>
              <a:gd name="connsiteX3-4937" fmla="*/ 1263633 w 2494893"/>
              <a:gd name="connsiteY3-4938" fmla="*/ 6109 h 2525734"/>
              <a:gd name="connsiteX4-4939" fmla="*/ 2485955 w 2494893"/>
              <a:gd name="connsiteY4-4940" fmla="*/ 1017031 h 2525734"/>
              <a:gd name="connsiteX5-4941" fmla="*/ 2493619 w 2494893"/>
              <a:gd name="connsiteY5-4942" fmla="*/ 1045181 h 2525734"/>
              <a:gd name="connsiteX6-4943" fmla="*/ 2469719 w 2494893"/>
              <a:gd name="connsiteY6-4944" fmla="*/ 1061981 h 2525734"/>
              <a:gd name="connsiteX7-4945" fmla="*/ 1919276 w 2494893"/>
              <a:gd name="connsiteY7-4946" fmla="*/ 1061981 h 2525734"/>
              <a:gd name="connsiteX8-4947" fmla="*/ 1893876 w 2494893"/>
              <a:gd name="connsiteY8-4948" fmla="*/ 1087380 h 2525734"/>
              <a:gd name="connsiteX9-4949" fmla="*/ 1893876 w 2494893"/>
              <a:gd name="connsiteY9-4950" fmla="*/ 2500383 h 2525734"/>
              <a:gd name="connsiteX10-4951" fmla="*/ 1868476 w 2494893"/>
              <a:gd name="connsiteY10-4952" fmla="*/ 2525734 h 2525734"/>
              <a:gd name="connsiteX11-4953" fmla="*/ 626416 w 2494893"/>
              <a:gd name="connsiteY11-4954" fmla="*/ 2525734 h 2525734"/>
              <a:gd name="connsiteX12-4955" fmla="*/ 601016 w 2494893"/>
              <a:gd name="connsiteY12-4956" fmla="*/ 2500334 h 2525734"/>
              <a:gd name="connsiteX13-4957" fmla="*/ 601016 w 2494893"/>
              <a:gd name="connsiteY13-4958" fmla="*/ 1087331 h 2525734"/>
              <a:gd name="connsiteX14-4959" fmla="*/ 575617 w 2494893"/>
              <a:gd name="connsiteY14-4960" fmla="*/ 1061981 h 2525734"/>
              <a:gd name="connsiteX15-4961" fmla="*/ 25173 w 2494893"/>
              <a:gd name="connsiteY15-4962" fmla="*/ 1061981 h 2525734"/>
              <a:gd name="connsiteX16-4963" fmla="*/ 1269 w 2494893"/>
              <a:gd name="connsiteY16-4964" fmla="*/ 1045174 h 2525734"/>
              <a:gd name="connsiteX0-4965" fmla="*/ 1269 w 2494893"/>
              <a:gd name="connsiteY0-4966" fmla="*/ 1045174 h 2525734"/>
              <a:gd name="connsiteX1-4967" fmla="*/ 8979 w 2494893"/>
              <a:gd name="connsiteY1-4968" fmla="*/ 1016996 h 2525734"/>
              <a:gd name="connsiteX2-4969" fmla="*/ 1231299 w 2494893"/>
              <a:gd name="connsiteY2-4970" fmla="*/ 6073 h 2525734"/>
              <a:gd name="connsiteX3-4971" fmla="*/ 1263633 w 2494893"/>
              <a:gd name="connsiteY3-4972" fmla="*/ 6109 h 2525734"/>
              <a:gd name="connsiteX4-4973" fmla="*/ 2485955 w 2494893"/>
              <a:gd name="connsiteY4-4974" fmla="*/ 1017031 h 2525734"/>
              <a:gd name="connsiteX5-4975" fmla="*/ 2493619 w 2494893"/>
              <a:gd name="connsiteY5-4976" fmla="*/ 1045181 h 2525734"/>
              <a:gd name="connsiteX6-4977" fmla="*/ 2469719 w 2494893"/>
              <a:gd name="connsiteY6-4978" fmla="*/ 1061981 h 2525734"/>
              <a:gd name="connsiteX7-4979" fmla="*/ 1919276 w 2494893"/>
              <a:gd name="connsiteY7-4980" fmla="*/ 1061981 h 2525734"/>
              <a:gd name="connsiteX8-4981" fmla="*/ 1893876 w 2494893"/>
              <a:gd name="connsiteY8-4982" fmla="*/ 1087380 h 2525734"/>
              <a:gd name="connsiteX9-4983" fmla="*/ 1893876 w 2494893"/>
              <a:gd name="connsiteY9-4984" fmla="*/ 2500383 h 2525734"/>
              <a:gd name="connsiteX10-4985" fmla="*/ 1868476 w 2494893"/>
              <a:gd name="connsiteY10-4986" fmla="*/ 2525734 h 2525734"/>
              <a:gd name="connsiteX11-4987" fmla="*/ 626416 w 2494893"/>
              <a:gd name="connsiteY11-4988" fmla="*/ 2525734 h 2525734"/>
              <a:gd name="connsiteX12-4989" fmla="*/ 601016 w 2494893"/>
              <a:gd name="connsiteY12-4990" fmla="*/ 2500334 h 2525734"/>
              <a:gd name="connsiteX13-4991" fmla="*/ 601016 w 2494893"/>
              <a:gd name="connsiteY13-4992" fmla="*/ 1087331 h 2525734"/>
              <a:gd name="connsiteX14-4993" fmla="*/ 575617 w 2494893"/>
              <a:gd name="connsiteY14-4994" fmla="*/ 1061981 h 2525734"/>
              <a:gd name="connsiteX15-4995" fmla="*/ 25173 w 2494893"/>
              <a:gd name="connsiteY15-4996" fmla="*/ 1061981 h 2525734"/>
              <a:gd name="connsiteX16-4997" fmla="*/ 1269 w 2494893"/>
              <a:gd name="connsiteY16-4998" fmla="*/ 1045174 h 2525734"/>
              <a:gd name="connsiteX0-4999" fmla="*/ 1269 w 2494893"/>
              <a:gd name="connsiteY0-5000" fmla="*/ 1045174 h 2525734"/>
              <a:gd name="connsiteX1-5001" fmla="*/ 8979 w 2494893"/>
              <a:gd name="connsiteY1-5002" fmla="*/ 1016996 h 2525734"/>
              <a:gd name="connsiteX2-5003" fmla="*/ 1231299 w 2494893"/>
              <a:gd name="connsiteY2-5004" fmla="*/ 6073 h 2525734"/>
              <a:gd name="connsiteX3-5005" fmla="*/ 1263633 w 2494893"/>
              <a:gd name="connsiteY3-5006" fmla="*/ 6109 h 2525734"/>
              <a:gd name="connsiteX4-5007" fmla="*/ 2485955 w 2494893"/>
              <a:gd name="connsiteY4-5008" fmla="*/ 1017031 h 2525734"/>
              <a:gd name="connsiteX5-5009" fmla="*/ 2493619 w 2494893"/>
              <a:gd name="connsiteY5-5010" fmla="*/ 1045181 h 2525734"/>
              <a:gd name="connsiteX6-5011" fmla="*/ 2469719 w 2494893"/>
              <a:gd name="connsiteY6-5012" fmla="*/ 1061981 h 2525734"/>
              <a:gd name="connsiteX7-5013" fmla="*/ 1919276 w 2494893"/>
              <a:gd name="connsiteY7-5014" fmla="*/ 1061981 h 2525734"/>
              <a:gd name="connsiteX8-5015" fmla="*/ 1893876 w 2494893"/>
              <a:gd name="connsiteY8-5016" fmla="*/ 1087380 h 2525734"/>
              <a:gd name="connsiteX9-5017" fmla="*/ 1893876 w 2494893"/>
              <a:gd name="connsiteY9-5018" fmla="*/ 2500383 h 2525734"/>
              <a:gd name="connsiteX10-5019" fmla="*/ 1868476 w 2494893"/>
              <a:gd name="connsiteY10-5020" fmla="*/ 2525734 h 2525734"/>
              <a:gd name="connsiteX11-5021" fmla="*/ 626416 w 2494893"/>
              <a:gd name="connsiteY11-5022" fmla="*/ 2525734 h 2525734"/>
              <a:gd name="connsiteX12-5023" fmla="*/ 601016 w 2494893"/>
              <a:gd name="connsiteY12-5024" fmla="*/ 2500334 h 2525734"/>
              <a:gd name="connsiteX13-5025" fmla="*/ 601016 w 2494893"/>
              <a:gd name="connsiteY13-5026" fmla="*/ 1087331 h 2525734"/>
              <a:gd name="connsiteX14-5027" fmla="*/ 575617 w 2494893"/>
              <a:gd name="connsiteY14-5028" fmla="*/ 1061981 h 2525734"/>
              <a:gd name="connsiteX15-5029" fmla="*/ 25173 w 2494893"/>
              <a:gd name="connsiteY15-5030" fmla="*/ 1061981 h 2525734"/>
              <a:gd name="connsiteX16-5031" fmla="*/ 24612 w 2494893"/>
              <a:gd name="connsiteY16-5032" fmla="*/ 1036768 h 2525734"/>
              <a:gd name="connsiteX0-5033" fmla="*/ 21088 w 2491369"/>
              <a:gd name="connsiteY0-5034" fmla="*/ 1036768 h 2525734"/>
              <a:gd name="connsiteX1-5035" fmla="*/ 5455 w 2491369"/>
              <a:gd name="connsiteY1-5036" fmla="*/ 1016996 h 2525734"/>
              <a:gd name="connsiteX2-5037" fmla="*/ 1227775 w 2491369"/>
              <a:gd name="connsiteY2-5038" fmla="*/ 6073 h 2525734"/>
              <a:gd name="connsiteX3-5039" fmla="*/ 1260109 w 2491369"/>
              <a:gd name="connsiteY3-5040" fmla="*/ 6109 h 2525734"/>
              <a:gd name="connsiteX4-5041" fmla="*/ 2482431 w 2491369"/>
              <a:gd name="connsiteY4-5042" fmla="*/ 1017031 h 2525734"/>
              <a:gd name="connsiteX5-5043" fmla="*/ 2490095 w 2491369"/>
              <a:gd name="connsiteY5-5044" fmla="*/ 1045181 h 2525734"/>
              <a:gd name="connsiteX6-5045" fmla="*/ 2466195 w 2491369"/>
              <a:gd name="connsiteY6-5046" fmla="*/ 1061981 h 2525734"/>
              <a:gd name="connsiteX7-5047" fmla="*/ 1915752 w 2491369"/>
              <a:gd name="connsiteY7-5048" fmla="*/ 1061981 h 2525734"/>
              <a:gd name="connsiteX8-5049" fmla="*/ 1890352 w 2491369"/>
              <a:gd name="connsiteY8-5050" fmla="*/ 1087380 h 2525734"/>
              <a:gd name="connsiteX9-5051" fmla="*/ 1890352 w 2491369"/>
              <a:gd name="connsiteY9-5052" fmla="*/ 2500383 h 2525734"/>
              <a:gd name="connsiteX10-5053" fmla="*/ 1864952 w 2491369"/>
              <a:gd name="connsiteY10-5054" fmla="*/ 2525734 h 2525734"/>
              <a:gd name="connsiteX11-5055" fmla="*/ 622892 w 2491369"/>
              <a:gd name="connsiteY11-5056" fmla="*/ 2525734 h 2525734"/>
              <a:gd name="connsiteX12-5057" fmla="*/ 597492 w 2491369"/>
              <a:gd name="connsiteY12-5058" fmla="*/ 2500334 h 2525734"/>
              <a:gd name="connsiteX13-5059" fmla="*/ 597492 w 2491369"/>
              <a:gd name="connsiteY13-5060" fmla="*/ 1087331 h 2525734"/>
              <a:gd name="connsiteX14-5061" fmla="*/ 572093 w 2491369"/>
              <a:gd name="connsiteY14-5062" fmla="*/ 1061981 h 2525734"/>
              <a:gd name="connsiteX15-5063" fmla="*/ 21649 w 2491369"/>
              <a:gd name="connsiteY15-5064" fmla="*/ 1061981 h 2525734"/>
              <a:gd name="connsiteX16-5065" fmla="*/ 21088 w 2491369"/>
              <a:gd name="connsiteY16-5066" fmla="*/ 1036768 h 2525734"/>
              <a:gd name="connsiteX0-5067" fmla="*/ 17454 w 2487735"/>
              <a:gd name="connsiteY0-5068" fmla="*/ 1036768 h 2525734"/>
              <a:gd name="connsiteX1-5069" fmla="*/ 1821 w 2487735"/>
              <a:gd name="connsiteY1-5070" fmla="*/ 1016996 h 2525734"/>
              <a:gd name="connsiteX2-5071" fmla="*/ 1224141 w 2487735"/>
              <a:gd name="connsiteY2-5072" fmla="*/ 6073 h 2525734"/>
              <a:gd name="connsiteX3-5073" fmla="*/ 1256475 w 2487735"/>
              <a:gd name="connsiteY3-5074" fmla="*/ 6109 h 2525734"/>
              <a:gd name="connsiteX4-5075" fmla="*/ 2478797 w 2487735"/>
              <a:gd name="connsiteY4-5076" fmla="*/ 1017031 h 2525734"/>
              <a:gd name="connsiteX5-5077" fmla="*/ 2486461 w 2487735"/>
              <a:gd name="connsiteY5-5078" fmla="*/ 1045181 h 2525734"/>
              <a:gd name="connsiteX6-5079" fmla="*/ 2462561 w 2487735"/>
              <a:gd name="connsiteY6-5080" fmla="*/ 1061981 h 2525734"/>
              <a:gd name="connsiteX7-5081" fmla="*/ 1912118 w 2487735"/>
              <a:gd name="connsiteY7-5082" fmla="*/ 1061981 h 2525734"/>
              <a:gd name="connsiteX8-5083" fmla="*/ 1886718 w 2487735"/>
              <a:gd name="connsiteY8-5084" fmla="*/ 1087380 h 2525734"/>
              <a:gd name="connsiteX9-5085" fmla="*/ 1886718 w 2487735"/>
              <a:gd name="connsiteY9-5086" fmla="*/ 2500383 h 2525734"/>
              <a:gd name="connsiteX10-5087" fmla="*/ 1861318 w 2487735"/>
              <a:gd name="connsiteY10-5088" fmla="*/ 2525734 h 2525734"/>
              <a:gd name="connsiteX11-5089" fmla="*/ 619258 w 2487735"/>
              <a:gd name="connsiteY11-5090" fmla="*/ 2525734 h 2525734"/>
              <a:gd name="connsiteX12-5091" fmla="*/ 593858 w 2487735"/>
              <a:gd name="connsiteY12-5092" fmla="*/ 2500334 h 2525734"/>
              <a:gd name="connsiteX13-5093" fmla="*/ 593858 w 2487735"/>
              <a:gd name="connsiteY13-5094" fmla="*/ 1087331 h 2525734"/>
              <a:gd name="connsiteX14-5095" fmla="*/ 568459 w 2487735"/>
              <a:gd name="connsiteY14-5096" fmla="*/ 1061981 h 2525734"/>
              <a:gd name="connsiteX15-5097" fmla="*/ 18015 w 2487735"/>
              <a:gd name="connsiteY15-5098" fmla="*/ 1061981 h 2525734"/>
              <a:gd name="connsiteX16-5099" fmla="*/ 17454 w 2487735"/>
              <a:gd name="connsiteY16-5100" fmla="*/ 1036768 h 2525734"/>
              <a:gd name="connsiteX0-5101" fmla="*/ 15634 w 2485915"/>
              <a:gd name="connsiteY0-5102" fmla="*/ 1036768 h 2525734"/>
              <a:gd name="connsiteX1-5103" fmla="*/ 1 w 2485915"/>
              <a:gd name="connsiteY1-5104" fmla="*/ 1016996 h 2525734"/>
              <a:gd name="connsiteX2-5105" fmla="*/ 1222321 w 2485915"/>
              <a:gd name="connsiteY2-5106" fmla="*/ 6073 h 2525734"/>
              <a:gd name="connsiteX3-5107" fmla="*/ 1254655 w 2485915"/>
              <a:gd name="connsiteY3-5108" fmla="*/ 6109 h 2525734"/>
              <a:gd name="connsiteX4-5109" fmla="*/ 2476977 w 2485915"/>
              <a:gd name="connsiteY4-5110" fmla="*/ 1017031 h 2525734"/>
              <a:gd name="connsiteX5-5111" fmla="*/ 2484641 w 2485915"/>
              <a:gd name="connsiteY5-5112" fmla="*/ 1045181 h 2525734"/>
              <a:gd name="connsiteX6-5113" fmla="*/ 2460741 w 2485915"/>
              <a:gd name="connsiteY6-5114" fmla="*/ 1061981 h 2525734"/>
              <a:gd name="connsiteX7-5115" fmla="*/ 1910298 w 2485915"/>
              <a:gd name="connsiteY7-5116" fmla="*/ 1061981 h 2525734"/>
              <a:gd name="connsiteX8-5117" fmla="*/ 1884898 w 2485915"/>
              <a:gd name="connsiteY8-5118" fmla="*/ 1087380 h 2525734"/>
              <a:gd name="connsiteX9-5119" fmla="*/ 1884898 w 2485915"/>
              <a:gd name="connsiteY9-5120" fmla="*/ 2500383 h 2525734"/>
              <a:gd name="connsiteX10-5121" fmla="*/ 1859498 w 2485915"/>
              <a:gd name="connsiteY10-5122" fmla="*/ 2525734 h 2525734"/>
              <a:gd name="connsiteX11-5123" fmla="*/ 617438 w 2485915"/>
              <a:gd name="connsiteY11-5124" fmla="*/ 2525734 h 2525734"/>
              <a:gd name="connsiteX12-5125" fmla="*/ 592038 w 2485915"/>
              <a:gd name="connsiteY12-5126" fmla="*/ 2500334 h 2525734"/>
              <a:gd name="connsiteX13-5127" fmla="*/ 592038 w 2485915"/>
              <a:gd name="connsiteY13-5128" fmla="*/ 1087331 h 2525734"/>
              <a:gd name="connsiteX14-5129" fmla="*/ 566639 w 2485915"/>
              <a:gd name="connsiteY14-5130" fmla="*/ 1061981 h 2525734"/>
              <a:gd name="connsiteX15-5131" fmla="*/ 16195 w 2485915"/>
              <a:gd name="connsiteY15-5132" fmla="*/ 1061981 h 2525734"/>
              <a:gd name="connsiteX16-5133" fmla="*/ 15634 w 2485915"/>
              <a:gd name="connsiteY16-5134" fmla="*/ 1036768 h 2525734"/>
              <a:gd name="connsiteX0-5135" fmla="*/ 2988 w 2473269"/>
              <a:gd name="connsiteY0-5136" fmla="*/ 1036768 h 2525734"/>
              <a:gd name="connsiteX1-5137" fmla="*/ 14553 w 2473269"/>
              <a:gd name="connsiteY1-5138" fmla="*/ 994501 h 2525734"/>
              <a:gd name="connsiteX2-5139" fmla="*/ 1209675 w 2473269"/>
              <a:gd name="connsiteY2-5140" fmla="*/ 6073 h 2525734"/>
              <a:gd name="connsiteX3-5141" fmla="*/ 1242009 w 2473269"/>
              <a:gd name="connsiteY3-5142" fmla="*/ 6109 h 2525734"/>
              <a:gd name="connsiteX4-5143" fmla="*/ 2464331 w 2473269"/>
              <a:gd name="connsiteY4-5144" fmla="*/ 1017031 h 2525734"/>
              <a:gd name="connsiteX5-5145" fmla="*/ 2471995 w 2473269"/>
              <a:gd name="connsiteY5-5146" fmla="*/ 1045181 h 2525734"/>
              <a:gd name="connsiteX6-5147" fmla="*/ 2448095 w 2473269"/>
              <a:gd name="connsiteY6-5148" fmla="*/ 1061981 h 2525734"/>
              <a:gd name="connsiteX7-5149" fmla="*/ 1897652 w 2473269"/>
              <a:gd name="connsiteY7-5150" fmla="*/ 1061981 h 2525734"/>
              <a:gd name="connsiteX8-5151" fmla="*/ 1872252 w 2473269"/>
              <a:gd name="connsiteY8-5152" fmla="*/ 1087380 h 2525734"/>
              <a:gd name="connsiteX9-5153" fmla="*/ 1872252 w 2473269"/>
              <a:gd name="connsiteY9-5154" fmla="*/ 2500383 h 2525734"/>
              <a:gd name="connsiteX10-5155" fmla="*/ 1846852 w 2473269"/>
              <a:gd name="connsiteY10-5156" fmla="*/ 2525734 h 2525734"/>
              <a:gd name="connsiteX11-5157" fmla="*/ 604792 w 2473269"/>
              <a:gd name="connsiteY11-5158" fmla="*/ 2525734 h 2525734"/>
              <a:gd name="connsiteX12-5159" fmla="*/ 579392 w 2473269"/>
              <a:gd name="connsiteY12-5160" fmla="*/ 2500334 h 2525734"/>
              <a:gd name="connsiteX13-5161" fmla="*/ 579392 w 2473269"/>
              <a:gd name="connsiteY13-5162" fmla="*/ 1087331 h 2525734"/>
              <a:gd name="connsiteX14-5163" fmla="*/ 553993 w 2473269"/>
              <a:gd name="connsiteY14-5164" fmla="*/ 1061981 h 2525734"/>
              <a:gd name="connsiteX15-5165" fmla="*/ 3549 w 2473269"/>
              <a:gd name="connsiteY15-5166" fmla="*/ 1061981 h 2525734"/>
              <a:gd name="connsiteX16-5167" fmla="*/ 2988 w 2473269"/>
              <a:gd name="connsiteY16-5168" fmla="*/ 1036768 h 2525734"/>
              <a:gd name="connsiteX0-5169" fmla="*/ 2988 w 2473269"/>
              <a:gd name="connsiteY0-5170" fmla="*/ 1036768 h 2525734"/>
              <a:gd name="connsiteX1-5171" fmla="*/ 14553 w 2473269"/>
              <a:gd name="connsiteY1-5172" fmla="*/ 994501 h 2525734"/>
              <a:gd name="connsiteX2-5173" fmla="*/ 1209675 w 2473269"/>
              <a:gd name="connsiteY2-5174" fmla="*/ 6073 h 2525734"/>
              <a:gd name="connsiteX3-5175" fmla="*/ 1242009 w 2473269"/>
              <a:gd name="connsiteY3-5176" fmla="*/ 6109 h 2525734"/>
              <a:gd name="connsiteX4-5177" fmla="*/ 2464331 w 2473269"/>
              <a:gd name="connsiteY4-5178" fmla="*/ 1017031 h 2525734"/>
              <a:gd name="connsiteX5-5179" fmla="*/ 2471995 w 2473269"/>
              <a:gd name="connsiteY5-5180" fmla="*/ 1045181 h 2525734"/>
              <a:gd name="connsiteX6-5181" fmla="*/ 2448095 w 2473269"/>
              <a:gd name="connsiteY6-5182" fmla="*/ 1061981 h 2525734"/>
              <a:gd name="connsiteX7-5183" fmla="*/ 1897652 w 2473269"/>
              <a:gd name="connsiteY7-5184" fmla="*/ 1061981 h 2525734"/>
              <a:gd name="connsiteX8-5185" fmla="*/ 1872252 w 2473269"/>
              <a:gd name="connsiteY8-5186" fmla="*/ 1087380 h 2525734"/>
              <a:gd name="connsiteX9-5187" fmla="*/ 1872252 w 2473269"/>
              <a:gd name="connsiteY9-5188" fmla="*/ 2500383 h 2525734"/>
              <a:gd name="connsiteX10-5189" fmla="*/ 1846852 w 2473269"/>
              <a:gd name="connsiteY10-5190" fmla="*/ 2525734 h 2525734"/>
              <a:gd name="connsiteX11-5191" fmla="*/ 604792 w 2473269"/>
              <a:gd name="connsiteY11-5192" fmla="*/ 2525734 h 2525734"/>
              <a:gd name="connsiteX12-5193" fmla="*/ 579392 w 2473269"/>
              <a:gd name="connsiteY12-5194" fmla="*/ 2500334 h 2525734"/>
              <a:gd name="connsiteX13-5195" fmla="*/ 579392 w 2473269"/>
              <a:gd name="connsiteY13-5196" fmla="*/ 1087331 h 2525734"/>
              <a:gd name="connsiteX14-5197" fmla="*/ 553993 w 2473269"/>
              <a:gd name="connsiteY14-5198" fmla="*/ 1061981 h 2525734"/>
              <a:gd name="connsiteX15-5199" fmla="*/ 3549 w 2473269"/>
              <a:gd name="connsiteY15-5200" fmla="*/ 1061981 h 2525734"/>
              <a:gd name="connsiteX16-5201" fmla="*/ 2988 w 2473269"/>
              <a:gd name="connsiteY16-5202" fmla="*/ 1036768 h 2525734"/>
              <a:gd name="connsiteX0-5203" fmla="*/ 2988 w 2473269"/>
              <a:gd name="connsiteY0-5204" fmla="*/ 1036768 h 2525734"/>
              <a:gd name="connsiteX1-5205" fmla="*/ 14553 w 2473269"/>
              <a:gd name="connsiteY1-5206" fmla="*/ 994501 h 2525734"/>
              <a:gd name="connsiteX2-5207" fmla="*/ 1209675 w 2473269"/>
              <a:gd name="connsiteY2-5208" fmla="*/ 6073 h 2525734"/>
              <a:gd name="connsiteX3-5209" fmla="*/ 1242009 w 2473269"/>
              <a:gd name="connsiteY3-5210" fmla="*/ 6109 h 2525734"/>
              <a:gd name="connsiteX4-5211" fmla="*/ 2464331 w 2473269"/>
              <a:gd name="connsiteY4-5212" fmla="*/ 1017031 h 2525734"/>
              <a:gd name="connsiteX5-5213" fmla="*/ 2471995 w 2473269"/>
              <a:gd name="connsiteY5-5214" fmla="*/ 1045181 h 2525734"/>
              <a:gd name="connsiteX6-5215" fmla="*/ 2448095 w 2473269"/>
              <a:gd name="connsiteY6-5216" fmla="*/ 1061981 h 2525734"/>
              <a:gd name="connsiteX7-5217" fmla="*/ 1897652 w 2473269"/>
              <a:gd name="connsiteY7-5218" fmla="*/ 1061981 h 2525734"/>
              <a:gd name="connsiteX8-5219" fmla="*/ 1872252 w 2473269"/>
              <a:gd name="connsiteY8-5220" fmla="*/ 1087380 h 2525734"/>
              <a:gd name="connsiteX9-5221" fmla="*/ 1872252 w 2473269"/>
              <a:gd name="connsiteY9-5222" fmla="*/ 2500383 h 2525734"/>
              <a:gd name="connsiteX10-5223" fmla="*/ 1846852 w 2473269"/>
              <a:gd name="connsiteY10-5224" fmla="*/ 2525734 h 2525734"/>
              <a:gd name="connsiteX11-5225" fmla="*/ 604792 w 2473269"/>
              <a:gd name="connsiteY11-5226" fmla="*/ 2525734 h 2525734"/>
              <a:gd name="connsiteX12-5227" fmla="*/ 579392 w 2473269"/>
              <a:gd name="connsiteY12-5228" fmla="*/ 2500334 h 2525734"/>
              <a:gd name="connsiteX13-5229" fmla="*/ 579392 w 2473269"/>
              <a:gd name="connsiteY13-5230" fmla="*/ 1087331 h 2525734"/>
              <a:gd name="connsiteX14-5231" fmla="*/ 553993 w 2473269"/>
              <a:gd name="connsiteY14-5232" fmla="*/ 1061981 h 2525734"/>
              <a:gd name="connsiteX15-5233" fmla="*/ 3549 w 2473269"/>
              <a:gd name="connsiteY15-5234" fmla="*/ 1061981 h 2525734"/>
              <a:gd name="connsiteX16-5235" fmla="*/ 2988 w 2473269"/>
              <a:gd name="connsiteY16-5236" fmla="*/ 1036768 h 2525734"/>
              <a:gd name="connsiteX0-5237" fmla="*/ 2988 w 2473269"/>
              <a:gd name="connsiteY0-5238" fmla="*/ 1036113 h 2525079"/>
              <a:gd name="connsiteX1-5239" fmla="*/ 14553 w 2473269"/>
              <a:gd name="connsiteY1-5240" fmla="*/ 993846 h 2525079"/>
              <a:gd name="connsiteX2-5241" fmla="*/ 1201583 w 2473269"/>
              <a:gd name="connsiteY2-5242" fmla="*/ 12111 h 2525079"/>
              <a:gd name="connsiteX3-5243" fmla="*/ 1242009 w 2473269"/>
              <a:gd name="connsiteY3-5244" fmla="*/ 5454 h 2525079"/>
              <a:gd name="connsiteX4-5245" fmla="*/ 2464331 w 2473269"/>
              <a:gd name="connsiteY4-5246" fmla="*/ 1016376 h 2525079"/>
              <a:gd name="connsiteX5-5247" fmla="*/ 2471995 w 2473269"/>
              <a:gd name="connsiteY5-5248" fmla="*/ 1044526 h 2525079"/>
              <a:gd name="connsiteX6-5249" fmla="*/ 2448095 w 2473269"/>
              <a:gd name="connsiteY6-5250" fmla="*/ 1061326 h 2525079"/>
              <a:gd name="connsiteX7-5251" fmla="*/ 1897652 w 2473269"/>
              <a:gd name="connsiteY7-5252" fmla="*/ 1061326 h 2525079"/>
              <a:gd name="connsiteX8-5253" fmla="*/ 1872252 w 2473269"/>
              <a:gd name="connsiteY8-5254" fmla="*/ 1086725 h 2525079"/>
              <a:gd name="connsiteX9-5255" fmla="*/ 1872252 w 2473269"/>
              <a:gd name="connsiteY9-5256" fmla="*/ 2499728 h 2525079"/>
              <a:gd name="connsiteX10-5257" fmla="*/ 1846852 w 2473269"/>
              <a:gd name="connsiteY10-5258" fmla="*/ 2525079 h 2525079"/>
              <a:gd name="connsiteX11-5259" fmla="*/ 604792 w 2473269"/>
              <a:gd name="connsiteY11-5260" fmla="*/ 2525079 h 2525079"/>
              <a:gd name="connsiteX12-5261" fmla="*/ 579392 w 2473269"/>
              <a:gd name="connsiteY12-5262" fmla="*/ 2499679 h 2525079"/>
              <a:gd name="connsiteX13-5263" fmla="*/ 579392 w 2473269"/>
              <a:gd name="connsiteY13-5264" fmla="*/ 1086676 h 2525079"/>
              <a:gd name="connsiteX14-5265" fmla="*/ 553993 w 2473269"/>
              <a:gd name="connsiteY14-5266" fmla="*/ 1061326 h 2525079"/>
              <a:gd name="connsiteX15-5267" fmla="*/ 3549 w 2473269"/>
              <a:gd name="connsiteY15-5268" fmla="*/ 1061326 h 2525079"/>
              <a:gd name="connsiteX16-5269" fmla="*/ 2988 w 2473269"/>
              <a:gd name="connsiteY16-5270" fmla="*/ 1036113 h 2525079"/>
              <a:gd name="connsiteX0-5271" fmla="*/ 2988 w 2473269"/>
              <a:gd name="connsiteY0-5272" fmla="*/ 1035337 h 2524303"/>
              <a:gd name="connsiteX1-5273" fmla="*/ 14553 w 2473269"/>
              <a:gd name="connsiteY1-5274" fmla="*/ 993070 h 2524303"/>
              <a:gd name="connsiteX2-5275" fmla="*/ 1201583 w 2473269"/>
              <a:gd name="connsiteY2-5276" fmla="*/ 11335 h 2524303"/>
              <a:gd name="connsiteX3-5277" fmla="*/ 1242009 w 2473269"/>
              <a:gd name="connsiteY3-5278" fmla="*/ 4678 h 2524303"/>
              <a:gd name="connsiteX4-5279" fmla="*/ 2464331 w 2473269"/>
              <a:gd name="connsiteY4-5280" fmla="*/ 1015600 h 2524303"/>
              <a:gd name="connsiteX5-5281" fmla="*/ 2471995 w 2473269"/>
              <a:gd name="connsiteY5-5282" fmla="*/ 1043750 h 2524303"/>
              <a:gd name="connsiteX6-5283" fmla="*/ 2448095 w 2473269"/>
              <a:gd name="connsiteY6-5284" fmla="*/ 1060550 h 2524303"/>
              <a:gd name="connsiteX7-5285" fmla="*/ 1897652 w 2473269"/>
              <a:gd name="connsiteY7-5286" fmla="*/ 1060550 h 2524303"/>
              <a:gd name="connsiteX8-5287" fmla="*/ 1872252 w 2473269"/>
              <a:gd name="connsiteY8-5288" fmla="*/ 1085949 h 2524303"/>
              <a:gd name="connsiteX9-5289" fmla="*/ 1872252 w 2473269"/>
              <a:gd name="connsiteY9-5290" fmla="*/ 2498952 h 2524303"/>
              <a:gd name="connsiteX10-5291" fmla="*/ 1846852 w 2473269"/>
              <a:gd name="connsiteY10-5292" fmla="*/ 2524303 h 2524303"/>
              <a:gd name="connsiteX11-5293" fmla="*/ 604792 w 2473269"/>
              <a:gd name="connsiteY11-5294" fmla="*/ 2524303 h 2524303"/>
              <a:gd name="connsiteX12-5295" fmla="*/ 579392 w 2473269"/>
              <a:gd name="connsiteY12-5296" fmla="*/ 2498903 h 2524303"/>
              <a:gd name="connsiteX13-5297" fmla="*/ 579392 w 2473269"/>
              <a:gd name="connsiteY13-5298" fmla="*/ 1085900 h 2524303"/>
              <a:gd name="connsiteX14-5299" fmla="*/ 553993 w 2473269"/>
              <a:gd name="connsiteY14-5300" fmla="*/ 1060550 h 2524303"/>
              <a:gd name="connsiteX15-5301" fmla="*/ 3549 w 2473269"/>
              <a:gd name="connsiteY15-5302" fmla="*/ 1060550 h 2524303"/>
              <a:gd name="connsiteX16-5303" fmla="*/ 2988 w 2473269"/>
              <a:gd name="connsiteY16-5304" fmla="*/ 1035337 h 2524303"/>
              <a:gd name="connsiteX0-5305" fmla="*/ 2988 w 2473269"/>
              <a:gd name="connsiteY0-5306" fmla="*/ 1034194 h 2523160"/>
              <a:gd name="connsiteX1-5307" fmla="*/ 14553 w 2473269"/>
              <a:gd name="connsiteY1-5308" fmla="*/ 991927 h 2523160"/>
              <a:gd name="connsiteX2-5309" fmla="*/ 1201583 w 2473269"/>
              <a:gd name="connsiteY2-5310" fmla="*/ 10192 h 2523160"/>
              <a:gd name="connsiteX3-5311" fmla="*/ 1242009 w 2473269"/>
              <a:gd name="connsiteY3-5312" fmla="*/ 3535 h 2523160"/>
              <a:gd name="connsiteX4-5313" fmla="*/ 2464331 w 2473269"/>
              <a:gd name="connsiteY4-5314" fmla="*/ 1014457 h 2523160"/>
              <a:gd name="connsiteX5-5315" fmla="*/ 2471995 w 2473269"/>
              <a:gd name="connsiteY5-5316" fmla="*/ 1042607 h 2523160"/>
              <a:gd name="connsiteX6-5317" fmla="*/ 2448095 w 2473269"/>
              <a:gd name="connsiteY6-5318" fmla="*/ 1059407 h 2523160"/>
              <a:gd name="connsiteX7-5319" fmla="*/ 1897652 w 2473269"/>
              <a:gd name="connsiteY7-5320" fmla="*/ 1059407 h 2523160"/>
              <a:gd name="connsiteX8-5321" fmla="*/ 1872252 w 2473269"/>
              <a:gd name="connsiteY8-5322" fmla="*/ 1084806 h 2523160"/>
              <a:gd name="connsiteX9-5323" fmla="*/ 1872252 w 2473269"/>
              <a:gd name="connsiteY9-5324" fmla="*/ 2497809 h 2523160"/>
              <a:gd name="connsiteX10-5325" fmla="*/ 1846852 w 2473269"/>
              <a:gd name="connsiteY10-5326" fmla="*/ 2523160 h 2523160"/>
              <a:gd name="connsiteX11-5327" fmla="*/ 604792 w 2473269"/>
              <a:gd name="connsiteY11-5328" fmla="*/ 2523160 h 2523160"/>
              <a:gd name="connsiteX12-5329" fmla="*/ 579392 w 2473269"/>
              <a:gd name="connsiteY12-5330" fmla="*/ 2497760 h 2523160"/>
              <a:gd name="connsiteX13-5331" fmla="*/ 579392 w 2473269"/>
              <a:gd name="connsiteY13-5332" fmla="*/ 1084757 h 2523160"/>
              <a:gd name="connsiteX14-5333" fmla="*/ 553993 w 2473269"/>
              <a:gd name="connsiteY14-5334" fmla="*/ 1059407 h 2523160"/>
              <a:gd name="connsiteX15-5335" fmla="*/ 3549 w 2473269"/>
              <a:gd name="connsiteY15-5336" fmla="*/ 1059407 h 2523160"/>
              <a:gd name="connsiteX16-5337" fmla="*/ 2988 w 2473269"/>
              <a:gd name="connsiteY16-5338" fmla="*/ 1034194 h 2523160"/>
              <a:gd name="connsiteX0-5339" fmla="*/ 2988 w 2473269"/>
              <a:gd name="connsiteY0-5340" fmla="*/ 1033119 h 2522085"/>
              <a:gd name="connsiteX1-5341" fmla="*/ 14553 w 2473269"/>
              <a:gd name="connsiteY1-5342" fmla="*/ 990852 h 2522085"/>
              <a:gd name="connsiteX2-5343" fmla="*/ 1201583 w 2473269"/>
              <a:gd name="connsiteY2-5344" fmla="*/ 9117 h 2522085"/>
              <a:gd name="connsiteX3-5345" fmla="*/ 1250106 w 2473269"/>
              <a:gd name="connsiteY3-5346" fmla="*/ 9153 h 2522085"/>
              <a:gd name="connsiteX4-5347" fmla="*/ 2464331 w 2473269"/>
              <a:gd name="connsiteY4-5348" fmla="*/ 1013382 h 2522085"/>
              <a:gd name="connsiteX5-5349" fmla="*/ 2471995 w 2473269"/>
              <a:gd name="connsiteY5-5350" fmla="*/ 1041532 h 2522085"/>
              <a:gd name="connsiteX6-5351" fmla="*/ 2448095 w 2473269"/>
              <a:gd name="connsiteY6-5352" fmla="*/ 1058332 h 2522085"/>
              <a:gd name="connsiteX7-5353" fmla="*/ 1897652 w 2473269"/>
              <a:gd name="connsiteY7-5354" fmla="*/ 1058332 h 2522085"/>
              <a:gd name="connsiteX8-5355" fmla="*/ 1872252 w 2473269"/>
              <a:gd name="connsiteY8-5356" fmla="*/ 1083731 h 2522085"/>
              <a:gd name="connsiteX9-5357" fmla="*/ 1872252 w 2473269"/>
              <a:gd name="connsiteY9-5358" fmla="*/ 2496734 h 2522085"/>
              <a:gd name="connsiteX10-5359" fmla="*/ 1846852 w 2473269"/>
              <a:gd name="connsiteY10-5360" fmla="*/ 2522085 h 2522085"/>
              <a:gd name="connsiteX11-5361" fmla="*/ 604792 w 2473269"/>
              <a:gd name="connsiteY11-5362" fmla="*/ 2522085 h 2522085"/>
              <a:gd name="connsiteX12-5363" fmla="*/ 579392 w 2473269"/>
              <a:gd name="connsiteY12-5364" fmla="*/ 2496685 h 2522085"/>
              <a:gd name="connsiteX13-5365" fmla="*/ 579392 w 2473269"/>
              <a:gd name="connsiteY13-5366" fmla="*/ 1083682 h 2522085"/>
              <a:gd name="connsiteX14-5367" fmla="*/ 553993 w 2473269"/>
              <a:gd name="connsiteY14-5368" fmla="*/ 1058332 h 2522085"/>
              <a:gd name="connsiteX15-5369" fmla="*/ 3549 w 2473269"/>
              <a:gd name="connsiteY15-5370" fmla="*/ 1058332 h 2522085"/>
              <a:gd name="connsiteX16-5371" fmla="*/ 2988 w 2473269"/>
              <a:gd name="connsiteY16-5372" fmla="*/ 1033119 h 2522085"/>
              <a:gd name="connsiteX0-5373" fmla="*/ 2988 w 2473269"/>
              <a:gd name="connsiteY0-5374" fmla="*/ 1033119 h 2522085"/>
              <a:gd name="connsiteX1-5375" fmla="*/ 14553 w 2473269"/>
              <a:gd name="connsiteY1-5376" fmla="*/ 990852 h 2522085"/>
              <a:gd name="connsiteX2-5377" fmla="*/ 1201583 w 2473269"/>
              <a:gd name="connsiteY2-5378" fmla="*/ 9117 h 2522085"/>
              <a:gd name="connsiteX3-5379" fmla="*/ 1250106 w 2473269"/>
              <a:gd name="connsiteY3-5380" fmla="*/ 9153 h 2522085"/>
              <a:gd name="connsiteX4-5381" fmla="*/ 2464331 w 2473269"/>
              <a:gd name="connsiteY4-5382" fmla="*/ 1013382 h 2522085"/>
              <a:gd name="connsiteX5-5383" fmla="*/ 2471995 w 2473269"/>
              <a:gd name="connsiteY5-5384" fmla="*/ 1041532 h 2522085"/>
              <a:gd name="connsiteX6-5385" fmla="*/ 2448095 w 2473269"/>
              <a:gd name="connsiteY6-5386" fmla="*/ 1058332 h 2522085"/>
              <a:gd name="connsiteX7-5387" fmla="*/ 1897652 w 2473269"/>
              <a:gd name="connsiteY7-5388" fmla="*/ 1058332 h 2522085"/>
              <a:gd name="connsiteX8-5389" fmla="*/ 1872252 w 2473269"/>
              <a:gd name="connsiteY8-5390" fmla="*/ 1083731 h 2522085"/>
              <a:gd name="connsiteX9-5391" fmla="*/ 1872252 w 2473269"/>
              <a:gd name="connsiteY9-5392" fmla="*/ 2496734 h 2522085"/>
              <a:gd name="connsiteX10-5393" fmla="*/ 1846852 w 2473269"/>
              <a:gd name="connsiteY10-5394" fmla="*/ 2522085 h 2522085"/>
              <a:gd name="connsiteX11-5395" fmla="*/ 604792 w 2473269"/>
              <a:gd name="connsiteY11-5396" fmla="*/ 2522085 h 2522085"/>
              <a:gd name="connsiteX12-5397" fmla="*/ 579392 w 2473269"/>
              <a:gd name="connsiteY12-5398" fmla="*/ 2496685 h 2522085"/>
              <a:gd name="connsiteX13-5399" fmla="*/ 579392 w 2473269"/>
              <a:gd name="connsiteY13-5400" fmla="*/ 1083682 h 2522085"/>
              <a:gd name="connsiteX14-5401" fmla="*/ 553993 w 2473269"/>
              <a:gd name="connsiteY14-5402" fmla="*/ 1058332 h 2522085"/>
              <a:gd name="connsiteX15-5403" fmla="*/ 3549 w 2473269"/>
              <a:gd name="connsiteY15-5404" fmla="*/ 1058332 h 2522085"/>
              <a:gd name="connsiteX16-5405" fmla="*/ 2988 w 2473269"/>
              <a:gd name="connsiteY16-5406" fmla="*/ 1033119 h 2522085"/>
              <a:gd name="connsiteX0-5407" fmla="*/ 2988 w 2473269"/>
              <a:gd name="connsiteY0-5408" fmla="*/ 1033119 h 2522085"/>
              <a:gd name="connsiteX1-5409" fmla="*/ 14553 w 2473269"/>
              <a:gd name="connsiteY1-5410" fmla="*/ 990852 h 2522085"/>
              <a:gd name="connsiteX2-5411" fmla="*/ 1201583 w 2473269"/>
              <a:gd name="connsiteY2-5412" fmla="*/ 9117 h 2522085"/>
              <a:gd name="connsiteX3-5413" fmla="*/ 1250106 w 2473269"/>
              <a:gd name="connsiteY3-5414" fmla="*/ 9153 h 2522085"/>
              <a:gd name="connsiteX4-5415" fmla="*/ 2464331 w 2473269"/>
              <a:gd name="connsiteY4-5416" fmla="*/ 1013382 h 2522085"/>
              <a:gd name="connsiteX5-5417" fmla="*/ 2471995 w 2473269"/>
              <a:gd name="connsiteY5-5418" fmla="*/ 1041532 h 2522085"/>
              <a:gd name="connsiteX6-5419" fmla="*/ 2448095 w 2473269"/>
              <a:gd name="connsiteY6-5420" fmla="*/ 1058332 h 2522085"/>
              <a:gd name="connsiteX7-5421" fmla="*/ 1897652 w 2473269"/>
              <a:gd name="connsiteY7-5422" fmla="*/ 1058332 h 2522085"/>
              <a:gd name="connsiteX8-5423" fmla="*/ 1872252 w 2473269"/>
              <a:gd name="connsiteY8-5424" fmla="*/ 1083731 h 2522085"/>
              <a:gd name="connsiteX9-5425" fmla="*/ 1872252 w 2473269"/>
              <a:gd name="connsiteY9-5426" fmla="*/ 2496734 h 2522085"/>
              <a:gd name="connsiteX10-5427" fmla="*/ 1846852 w 2473269"/>
              <a:gd name="connsiteY10-5428" fmla="*/ 2522085 h 2522085"/>
              <a:gd name="connsiteX11-5429" fmla="*/ 604792 w 2473269"/>
              <a:gd name="connsiteY11-5430" fmla="*/ 2522085 h 2522085"/>
              <a:gd name="connsiteX12-5431" fmla="*/ 579392 w 2473269"/>
              <a:gd name="connsiteY12-5432" fmla="*/ 2496685 h 2522085"/>
              <a:gd name="connsiteX13-5433" fmla="*/ 579392 w 2473269"/>
              <a:gd name="connsiteY13-5434" fmla="*/ 1083682 h 2522085"/>
              <a:gd name="connsiteX14-5435" fmla="*/ 553993 w 2473269"/>
              <a:gd name="connsiteY14-5436" fmla="*/ 1058332 h 2522085"/>
              <a:gd name="connsiteX15-5437" fmla="*/ 3549 w 2473269"/>
              <a:gd name="connsiteY15-5438" fmla="*/ 1058332 h 2522085"/>
              <a:gd name="connsiteX16-5439" fmla="*/ 2988 w 2473269"/>
              <a:gd name="connsiteY16-5440" fmla="*/ 1033119 h 2522085"/>
              <a:gd name="connsiteX0-5441" fmla="*/ 2988 w 2472994"/>
              <a:gd name="connsiteY0-5442" fmla="*/ 1033119 h 2522085"/>
              <a:gd name="connsiteX1-5443" fmla="*/ 14553 w 2472994"/>
              <a:gd name="connsiteY1-5444" fmla="*/ 990852 h 2522085"/>
              <a:gd name="connsiteX2-5445" fmla="*/ 1201583 w 2472994"/>
              <a:gd name="connsiteY2-5446" fmla="*/ 9117 h 2522085"/>
              <a:gd name="connsiteX3-5447" fmla="*/ 1250106 w 2472994"/>
              <a:gd name="connsiteY3-5448" fmla="*/ 9153 h 2522085"/>
              <a:gd name="connsiteX4-5449" fmla="*/ 2437136 w 2472994"/>
              <a:gd name="connsiteY4-5450" fmla="*/ 990888 h 2522085"/>
              <a:gd name="connsiteX5-5451" fmla="*/ 2471995 w 2472994"/>
              <a:gd name="connsiteY5-5452" fmla="*/ 1041532 h 2522085"/>
              <a:gd name="connsiteX6-5453" fmla="*/ 2448095 w 2472994"/>
              <a:gd name="connsiteY6-5454" fmla="*/ 1058332 h 2522085"/>
              <a:gd name="connsiteX7-5455" fmla="*/ 1897652 w 2472994"/>
              <a:gd name="connsiteY7-5456" fmla="*/ 1058332 h 2522085"/>
              <a:gd name="connsiteX8-5457" fmla="*/ 1872252 w 2472994"/>
              <a:gd name="connsiteY8-5458" fmla="*/ 1083731 h 2522085"/>
              <a:gd name="connsiteX9-5459" fmla="*/ 1872252 w 2472994"/>
              <a:gd name="connsiteY9-5460" fmla="*/ 2496734 h 2522085"/>
              <a:gd name="connsiteX10-5461" fmla="*/ 1846852 w 2472994"/>
              <a:gd name="connsiteY10-5462" fmla="*/ 2522085 h 2522085"/>
              <a:gd name="connsiteX11-5463" fmla="*/ 604792 w 2472994"/>
              <a:gd name="connsiteY11-5464" fmla="*/ 2522085 h 2522085"/>
              <a:gd name="connsiteX12-5465" fmla="*/ 579392 w 2472994"/>
              <a:gd name="connsiteY12-5466" fmla="*/ 2496685 h 2522085"/>
              <a:gd name="connsiteX13-5467" fmla="*/ 579392 w 2472994"/>
              <a:gd name="connsiteY13-5468" fmla="*/ 1083682 h 2522085"/>
              <a:gd name="connsiteX14-5469" fmla="*/ 553993 w 2472994"/>
              <a:gd name="connsiteY14-5470" fmla="*/ 1058332 h 2522085"/>
              <a:gd name="connsiteX15-5471" fmla="*/ 3549 w 2472994"/>
              <a:gd name="connsiteY15-5472" fmla="*/ 1058332 h 2522085"/>
              <a:gd name="connsiteX16-5473" fmla="*/ 2988 w 2472994"/>
              <a:gd name="connsiteY16-5474" fmla="*/ 1033119 h 2522085"/>
              <a:gd name="connsiteX0-5475" fmla="*/ 2988 w 2472278"/>
              <a:gd name="connsiteY0-5476" fmla="*/ 1033119 h 2522085"/>
              <a:gd name="connsiteX1-5477" fmla="*/ 14553 w 2472278"/>
              <a:gd name="connsiteY1-5478" fmla="*/ 990852 h 2522085"/>
              <a:gd name="connsiteX2-5479" fmla="*/ 1201583 w 2472278"/>
              <a:gd name="connsiteY2-5480" fmla="*/ 9117 h 2522085"/>
              <a:gd name="connsiteX3-5481" fmla="*/ 1250106 w 2472278"/>
              <a:gd name="connsiteY3-5482" fmla="*/ 9153 h 2522085"/>
              <a:gd name="connsiteX4-5483" fmla="*/ 2437136 w 2472278"/>
              <a:gd name="connsiteY4-5484" fmla="*/ 990888 h 2522085"/>
              <a:gd name="connsiteX5-5485" fmla="*/ 2471995 w 2472278"/>
              <a:gd name="connsiteY5-5486" fmla="*/ 1041532 h 2522085"/>
              <a:gd name="connsiteX6-5487" fmla="*/ 2448095 w 2472278"/>
              <a:gd name="connsiteY6-5488" fmla="*/ 1058332 h 2522085"/>
              <a:gd name="connsiteX7-5489" fmla="*/ 1897652 w 2472278"/>
              <a:gd name="connsiteY7-5490" fmla="*/ 1058332 h 2522085"/>
              <a:gd name="connsiteX8-5491" fmla="*/ 1872252 w 2472278"/>
              <a:gd name="connsiteY8-5492" fmla="*/ 1083731 h 2522085"/>
              <a:gd name="connsiteX9-5493" fmla="*/ 1872252 w 2472278"/>
              <a:gd name="connsiteY9-5494" fmla="*/ 2496734 h 2522085"/>
              <a:gd name="connsiteX10-5495" fmla="*/ 1846852 w 2472278"/>
              <a:gd name="connsiteY10-5496" fmla="*/ 2522085 h 2522085"/>
              <a:gd name="connsiteX11-5497" fmla="*/ 604792 w 2472278"/>
              <a:gd name="connsiteY11-5498" fmla="*/ 2522085 h 2522085"/>
              <a:gd name="connsiteX12-5499" fmla="*/ 579392 w 2472278"/>
              <a:gd name="connsiteY12-5500" fmla="*/ 2496685 h 2522085"/>
              <a:gd name="connsiteX13-5501" fmla="*/ 579392 w 2472278"/>
              <a:gd name="connsiteY13-5502" fmla="*/ 1083682 h 2522085"/>
              <a:gd name="connsiteX14-5503" fmla="*/ 553993 w 2472278"/>
              <a:gd name="connsiteY14-5504" fmla="*/ 1058332 h 2522085"/>
              <a:gd name="connsiteX15-5505" fmla="*/ 3549 w 2472278"/>
              <a:gd name="connsiteY15-5506" fmla="*/ 1058332 h 2522085"/>
              <a:gd name="connsiteX16-5507" fmla="*/ 2988 w 2472278"/>
              <a:gd name="connsiteY16-5508" fmla="*/ 1033119 h 2522085"/>
              <a:gd name="connsiteX0-5509" fmla="*/ 2988 w 2471995"/>
              <a:gd name="connsiteY0-5510" fmla="*/ 1033119 h 2522085"/>
              <a:gd name="connsiteX1-5511" fmla="*/ 14553 w 2471995"/>
              <a:gd name="connsiteY1-5512" fmla="*/ 990852 h 2522085"/>
              <a:gd name="connsiteX2-5513" fmla="*/ 1201583 w 2471995"/>
              <a:gd name="connsiteY2-5514" fmla="*/ 9117 h 2522085"/>
              <a:gd name="connsiteX3-5515" fmla="*/ 1250106 w 2471995"/>
              <a:gd name="connsiteY3-5516" fmla="*/ 9153 h 2522085"/>
              <a:gd name="connsiteX4-5517" fmla="*/ 2437136 w 2471995"/>
              <a:gd name="connsiteY4-5518" fmla="*/ 990888 h 2522085"/>
              <a:gd name="connsiteX5-5519" fmla="*/ 2471995 w 2471995"/>
              <a:gd name="connsiteY5-5520" fmla="*/ 1041532 h 2522085"/>
              <a:gd name="connsiteX6-5521" fmla="*/ 2448095 w 2471995"/>
              <a:gd name="connsiteY6-5522" fmla="*/ 1058332 h 2522085"/>
              <a:gd name="connsiteX7-5523" fmla="*/ 1897652 w 2471995"/>
              <a:gd name="connsiteY7-5524" fmla="*/ 1058332 h 2522085"/>
              <a:gd name="connsiteX8-5525" fmla="*/ 1872252 w 2471995"/>
              <a:gd name="connsiteY8-5526" fmla="*/ 1083731 h 2522085"/>
              <a:gd name="connsiteX9-5527" fmla="*/ 1872252 w 2471995"/>
              <a:gd name="connsiteY9-5528" fmla="*/ 2496734 h 2522085"/>
              <a:gd name="connsiteX10-5529" fmla="*/ 1846852 w 2471995"/>
              <a:gd name="connsiteY10-5530" fmla="*/ 2522085 h 2522085"/>
              <a:gd name="connsiteX11-5531" fmla="*/ 604792 w 2471995"/>
              <a:gd name="connsiteY11-5532" fmla="*/ 2522085 h 2522085"/>
              <a:gd name="connsiteX12-5533" fmla="*/ 579392 w 2471995"/>
              <a:gd name="connsiteY12-5534" fmla="*/ 2496685 h 2522085"/>
              <a:gd name="connsiteX13-5535" fmla="*/ 579392 w 2471995"/>
              <a:gd name="connsiteY13-5536" fmla="*/ 1083682 h 2522085"/>
              <a:gd name="connsiteX14-5537" fmla="*/ 553993 w 2471995"/>
              <a:gd name="connsiteY14-5538" fmla="*/ 1058332 h 2522085"/>
              <a:gd name="connsiteX15-5539" fmla="*/ 3549 w 2471995"/>
              <a:gd name="connsiteY15-5540" fmla="*/ 1058332 h 2522085"/>
              <a:gd name="connsiteX16-5541" fmla="*/ 2988 w 2471995"/>
              <a:gd name="connsiteY16-5542" fmla="*/ 1033119 h 2522085"/>
              <a:gd name="connsiteX0-5543" fmla="*/ 2988 w 2459944"/>
              <a:gd name="connsiteY0-5544" fmla="*/ 1033119 h 2522085"/>
              <a:gd name="connsiteX1-5545" fmla="*/ 14553 w 2459944"/>
              <a:gd name="connsiteY1-5546" fmla="*/ 990852 h 2522085"/>
              <a:gd name="connsiteX2-5547" fmla="*/ 1201583 w 2459944"/>
              <a:gd name="connsiteY2-5548" fmla="*/ 9117 h 2522085"/>
              <a:gd name="connsiteX3-5549" fmla="*/ 1250106 w 2459944"/>
              <a:gd name="connsiteY3-5550" fmla="*/ 9153 h 2522085"/>
              <a:gd name="connsiteX4-5551" fmla="*/ 2437136 w 2459944"/>
              <a:gd name="connsiteY4-5552" fmla="*/ 990888 h 2522085"/>
              <a:gd name="connsiteX5-5553" fmla="*/ 2448653 w 2459944"/>
              <a:gd name="connsiteY5-5554" fmla="*/ 1033131 h 2522085"/>
              <a:gd name="connsiteX6-5555" fmla="*/ 2448095 w 2459944"/>
              <a:gd name="connsiteY6-5556" fmla="*/ 1058332 h 2522085"/>
              <a:gd name="connsiteX7-5557" fmla="*/ 1897652 w 2459944"/>
              <a:gd name="connsiteY7-5558" fmla="*/ 1058332 h 2522085"/>
              <a:gd name="connsiteX8-5559" fmla="*/ 1872252 w 2459944"/>
              <a:gd name="connsiteY8-5560" fmla="*/ 1083731 h 2522085"/>
              <a:gd name="connsiteX9-5561" fmla="*/ 1872252 w 2459944"/>
              <a:gd name="connsiteY9-5562" fmla="*/ 2496734 h 2522085"/>
              <a:gd name="connsiteX10-5563" fmla="*/ 1846852 w 2459944"/>
              <a:gd name="connsiteY10-5564" fmla="*/ 2522085 h 2522085"/>
              <a:gd name="connsiteX11-5565" fmla="*/ 604792 w 2459944"/>
              <a:gd name="connsiteY11-5566" fmla="*/ 2522085 h 2522085"/>
              <a:gd name="connsiteX12-5567" fmla="*/ 579392 w 2459944"/>
              <a:gd name="connsiteY12-5568" fmla="*/ 2496685 h 2522085"/>
              <a:gd name="connsiteX13-5569" fmla="*/ 579392 w 2459944"/>
              <a:gd name="connsiteY13-5570" fmla="*/ 1083682 h 2522085"/>
              <a:gd name="connsiteX14-5571" fmla="*/ 553993 w 2459944"/>
              <a:gd name="connsiteY14-5572" fmla="*/ 1058332 h 2522085"/>
              <a:gd name="connsiteX15-5573" fmla="*/ 3549 w 2459944"/>
              <a:gd name="connsiteY15-5574" fmla="*/ 1058332 h 2522085"/>
              <a:gd name="connsiteX16-5575" fmla="*/ 2988 w 2459944"/>
              <a:gd name="connsiteY16-5576" fmla="*/ 1033119 h 2522085"/>
              <a:gd name="connsiteX0-5577" fmla="*/ 2988 w 2451643"/>
              <a:gd name="connsiteY0-5578" fmla="*/ 1033119 h 2522085"/>
              <a:gd name="connsiteX1-5579" fmla="*/ 14553 w 2451643"/>
              <a:gd name="connsiteY1-5580" fmla="*/ 990852 h 2522085"/>
              <a:gd name="connsiteX2-5581" fmla="*/ 1201583 w 2451643"/>
              <a:gd name="connsiteY2-5582" fmla="*/ 9117 h 2522085"/>
              <a:gd name="connsiteX3-5583" fmla="*/ 1250106 w 2451643"/>
              <a:gd name="connsiteY3-5584" fmla="*/ 9153 h 2522085"/>
              <a:gd name="connsiteX4-5585" fmla="*/ 2437136 w 2451643"/>
              <a:gd name="connsiteY4-5586" fmla="*/ 990888 h 2522085"/>
              <a:gd name="connsiteX5-5587" fmla="*/ 2448653 w 2451643"/>
              <a:gd name="connsiteY5-5588" fmla="*/ 1033131 h 2522085"/>
              <a:gd name="connsiteX6-5589" fmla="*/ 2448095 w 2451643"/>
              <a:gd name="connsiteY6-5590" fmla="*/ 1058332 h 2522085"/>
              <a:gd name="connsiteX7-5591" fmla="*/ 1897652 w 2451643"/>
              <a:gd name="connsiteY7-5592" fmla="*/ 1058332 h 2522085"/>
              <a:gd name="connsiteX8-5593" fmla="*/ 1872252 w 2451643"/>
              <a:gd name="connsiteY8-5594" fmla="*/ 1083731 h 2522085"/>
              <a:gd name="connsiteX9-5595" fmla="*/ 1872252 w 2451643"/>
              <a:gd name="connsiteY9-5596" fmla="*/ 2496734 h 2522085"/>
              <a:gd name="connsiteX10-5597" fmla="*/ 1846852 w 2451643"/>
              <a:gd name="connsiteY10-5598" fmla="*/ 2522085 h 2522085"/>
              <a:gd name="connsiteX11-5599" fmla="*/ 604792 w 2451643"/>
              <a:gd name="connsiteY11-5600" fmla="*/ 2522085 h 2522085"/>
              <a:gd name="connsiteX12-5601" fmla="*/ 579392 w 2451643"/>
              <a:gd name="connsiteY12-5602" fmla="*/ 2496685 h 2522085"/>
              <a:gd name="connsiteX13-5603" fmla="*/ 579392 w 2451643"/>
              <a:gd name="connsiteY13-5604" fmla="*/ 1083682 h 2522085"/>
              <a:gd name="connsiteX14-5605" fmla="*/ 553993 w 2451643"/>
              <a:gd name="connsiteY14-5606" fmla="*/ 1058332 h 2522085"/>
              <a:gd name="connsiteX15-5607" fmla="*/ 3549 w 2451643"/>
              <a:gd name="connsiteY15-5608" fmla="*/ 1058332 h 2522085"/>
              <a:gd name="connsiteX16-5609" fmla="*/ 2988 w 2451643"/>
              <a:gd name="connsiteY16-5610" fmla="*/ 1033119 h 2522085"/>
              <a:gd name="connsiteX0-5611" fmla="*/ 2988 w 2450561"/>
              <a:gd name="connsiteY0-5612" fmla="*/ 1033119 h 2522085"/>
              <a:gd name="connsiteX1-5613" fmla="*/ 14553 w 2450561"/>
              <a:gd name="connsiteY1-5614" fmla="*/ 990852 h 2522085"/>
              <a:gd name="connsiteX2-5615" fmla="*/ 1201583 w 2450561"/>
              <a:gd name="connsiteY2-5616" fmla="*/ 9117 h 2522085"/>
              <a:gd name="connsiteX3-5617" fmla="*/ 1250106 w 2450561"/>
              <a:gd name="connsiteY3-5618" fmla="*/ 9153 h 2522085"/>
              <a:gd name="connsiteX4-5619" fmla="*/ 2437136 w 2450561"/>
              <a:gd name="connsiteY4-5620" fmla="*/ 990888 h 2522085"/>
              <a:gd name="connsiteX5-5621" fmla="*/ 2448653 w 2450561"/>
              <a:gd name="connsiteY5-5622" fmla="*/ 1033131 h 2522085"/>
              <a:gd name="connsiteX6-5623" fmla="*/ 2448095 w 2450561"/>
              <a:gd name="connsiteY6-5624" fmla="*/ 1058332 h 2522085"/>
              <a:gd name="connsiteX7-5625" fmla="*/ 1897652 w 2450561"/>
              <a:gd name="connsiteY7-5626" fmla="*/ 1058332 h 2522085"/>
              <a:gd name="connsiteX8-5627" fmla="*/ 1872252 w 2450561"/>
              <a:gd name="connsiteY8-5628" fmla="*/ 1083731 h 2522085"/>
              <a:gd name="connsiteX9-5629" fmla="*/ 1872252 w 2450561"/>
              <a:gd name="connsiteY9-5630" fmla="*/ 2496734 h 2522085"/>
              <a:gd name="connsiteX10-5631" fmla="*/ 1846852 w 2450561"/>
              <a:gd name="connsiteY10-5632" fmla="*/ 2522085 h 2522085"/>
              <a:gd name="connsiteX11-5633" fmla="*/ 604792 w 2450561"/>
              <a:gd name="connsiteY11-5634" fmla="*/ 2522085 h 2522085"/>
              <a:gd name="connsiteX12-5635" fmla="*/ 579392 w 2450561"/>
              <a:gd name="connsiteY12-5636" fmla="*/ 2496685 h 2522085"/>
              <a:gd name="connsiteX13-5637" fmla="*/ 579392 w 2450561"/>
              <a:gd name="connsiteY13-5638" fmla="*/ 1083682 h 2522085"/>
              <a:gd name="connsiteX14-5639" fmla="*/ 553993 w 2450561"/>
              <a:gd name="connsiteY14-5640" fmla="*/ 1058332 h 2522085"/>
              <a:gd name="connsiteX15-5641" fmla="*/ 3549 w 2450561"/>
              <a:gd name="connsiteY15-5642" fmla="*/ 1058332 h 2522085"/>
              <a:gd name="connsiteX16-5643" fmla="*/ 2988 w 2450561"/>
              <a:gd name="connsiteY16-5644" fmla="*/ 1033119 h 2522085"/>
              <a:gd name="connsiteX0-5645" fmla="*/ 2988 w 2450561"/>
              <a:gd name="connsiteY0-5646" fmla="*/ 1033119 h 2522085"/>
              <a:gd name="connsiteX1-5647" fmla="*/ 14553 w 2450561"/>
              <a:gd name="connsiteY1-5648" fmla="*/ 990852 h 2522085"/>
              <a:gd name="connsiteX2-5649" fmla="*/ 1201583 w 2450561"/>
              <a:gd name="connsiteY2-5650" fmla="*/ 9117 h 2522085"/>
              <a:gd name="connsiteX3-5651" fmla="*/ 1250106 w 2450561"/>
              <a:gd name="connsiteY3-5652" fmla="*/ 9153 h 2522085"/>
              <a:gd name="connsiteX4-5653" fmla="*/ 2437136 w 2450561"/>
              <a:gd name="connsiteY4-5654" fmla="*/ 990888 h 2522085"/>
              <a:gd name="connsiteX5-5655" fmla="*/ 2448653 w 2450561"/>
              <a:gd name="connsiteY5-5656" fmla="*/ 1033131 h 2522085"/>
              <a:gd name="connsiteX6-5657" fmla="*/ 2412804 w 2450561"/>
              <a:gd name="connsiteY6-5658" fmla="*/ 1058331 h 2522085"/>
              <a:gd name="connsiteX7-5659" fmla="*/ 1897652 w 2450561"/>
              <a:gd name="connsiteY7-5660" fmla="*/ 1058332 h 2522085"/>
              <a:gd name="connsiteX8-5661" fmla="*/ 1872252 w 2450561"/>
              <a:gd name="connsiteY8-5662" fmla="*/ 1083731 h 2522085"/>
              <a:gd name="connsiteX9-5663" fmla="*/ 1872252 w 2450561"/>
              <a:gd name="connsiteY9-5664" fmla="*/ 2496734 h 2522085"/>
              <a:gd name="connsiteX10-5665" fmla="*/ 1846852 w 2450561"/>
              <a:gd name="connsiteY10-5666" fmla="*/ 2522085 h 2522085"/>
              <a:gd name="connsiteX11-5667" fmla="*/ 604792 w 2450561"/>
              <a:gd name="connsiteY11-5668" fmla="*/ 2522085 h 2522085"/>
              <a:gd name="connsiteX12-5669" fmla="*/ 579392 w 2450561"/>
              <a:gd name="connsiteY12-5670" fmla="*/ 2496685 h 2522085"/>
              <a:gd name="connsiteX13-5671" fmla="*/ 579392 w 2450561"/>
              <a:gd name="connsiteY13-5672" fmla="*/ 1083682 h 2522085"/>
              <a:gd name="connsiteX14-5673" fmla="*/ 553993 w 2450561"/>
              <a:gd name="connsiteY14-5674" fmla="*/ 1058332 h 2522085"/>
              <a:gd name="connsiteX15-5675" fmla="*/ 3549 w 2450561"/>
              <a:gd name="connsiteY15-5676" fmla="*/ 1058332 h 2522085"/>
              <a:gd name="connsiteX16-5677" fmla="*/ 2988 w 2450561"/>
              <a:gd name="connsiteY16-5678" fmla="*/ 1033119 h 2522085"/>
              <a:gd name="connsiteX0-5679" fmla="*/ 2988 w 2450561"/>
              <a:gd name="connsiteY0-5680" fmla="*/ 1033119 h 2522085"/>
              <a:gd name="connsiteX1-5681" fmla="*/ 14553 w 2450561"/>
              <a:gd name="connsiteY1-5682" fmla="*/ 990852 h 2522085"/>
              <a:gd name="connsiteX2-5683" fmla="*/ 1201583 w 2450561"/>
              <a:gd name="connsiteY2-5684" fmla="*/ 9117 h 2522085"/>
              <a:gd name="connsiteX3-5685" fmla="*/ 1250106 w 2450561"/>
              <a:gd name="connsiteY3-5686" fmla="*/ 9153 h 2522085"/>
              <a:gd name="connsiteX4-5687" fmla="*/ 2437136 w 2450561"/>
              <a:gd name="connsiteY4-5688" fmla="*/ 990888 h 2522085"/>
              <a:gd name="connsiteX5-5689" fmla="*/ 2448653 w 2450561"/>
              <a:gd name="connsiteY5-5690" fmla="*/ 1033131 h 2522085"/>
              <a:gd name="connsiteX6-5691" fmla="*/ 2412804 w 2450561"/>
              <a:gd name="connsiteY6-5692" fmla="*/ 1058331 h 2522085"/>
              <a:gd name="connsiteX7-5693" fmla="*/ 1897652 w 2450561"/>
              <a:gd name="connsiteY7-5694" fmla="*/ 1058332 h 2522085"/>
              <a:gd name="connsiteX8-5695" fmla="*/ 1872252 w 2450561"/>
              <a:gd name="connsiteY8-5696" fmla="*/ 1083731 h 2522085"/>
              <a:gd name="connsiteX9-5697" fmla="*/ 1872252 w 2450561"/>
              <a:gd name="connsiteY9-5698" fmla="*/ 2496734 h 2522085"/>
              <a:gd name="connsiteX10-5699" fmla="*/ 1846852 w 2450561"/>
              <a:gd name="connsiteY10-5700" fmla="*/ 2522085 h 2522085"/>
              <a:gd name="connsiteX11-5701" fmla="*/ 604792 w 2450561"/>
              <a:gd name="connsiteY11-5702" fmla="*/ 2522085 h 2522085"/>
              <a:gd name="connsiteX12-5703" fmla="*/ 579392 w 2450561"/>
              <a:gd name="connsiteY12-5704" fmla="*/ 2496685 h 2522085"/>
              <a:gd name="connsiteX13-5705" fmla="*/ 579392 w 2450561"/>
              <a:gd name="connsiteY13-5706" fmla="*/ 1083682 h 2522085"/>
              <a:gd name="connsiteX14-5707" fmla="*/ 553993 w 2450561"/>
              <a:gd name="connsiteY14-5708" fmla="*/ 1058332 h 2522085"/>
              <a:gd name="connsiteX15-5709" fmla="*/ 3549 w 2450561"/>
              <a:gd name="connsiteY15-5710" fmla="*/ 1058332 h 2522085"/>
              <a:gd name="connsiteX16-5711" fmla="*/ 2988 w 2450561"/>
              <a:gd name="connsiteY16-5712" fmla="*/ 1033119 h 2522085"/>
              <a:gd name="connsiteX0-5713" fmla="*/ 2988 w 2450561"/>
              <a:gd name="connsiteY0-5714" fmla="*/ 1033119 h 2522085"/>
              <a:gd name="connsiteX1-5715" fmla="*/ 14553 w 2450561"/>
              <a:gd name="connsiteY1-5716" fmla="*/ 990852 h 2522085"/>
              <a:gd name="connsiteX2-5717" fmla="*/ 1201583 w 2450561"/>
              <a:gd name="connsiteY2-5718" fmla="*/ 9117 h 2522085"/>
              <a:gd name="connsiteX3-5719" fmla="*/ 1250106 w 2450561"/>
              <a:gd name="connsiteY3-5720" fmla="*/ 9153 h 2522085"/>
              <a:gd name="connsiteX4-5721" fmla="*/ 2437136 w 2450561"/>
              <a:gd name="connsiteY4-5722" fmla="*/ 990888 h 2522085"/>
              <a:gd name="connsiteX5-5723" fmla="*/ 2448653 w 2450561"/>
              <a:gd name="connsiteY5-5724" fmla="*/ 1033131 h 2522085"/>
              <a:gd name="connsiteX6-5725" fmla="*/ 2412804 w 2450561"/>
              <a:gd name="connsiteY6-5726" fmla="*/ 1058331 h 2522085"/>
              <a:gd name="connsiteX7-5727" fmla="*/ 1897652 w 2450561"/>
              <a:gd name="connsiteY7-5728" fmla="*/ 1058332 h 2522085"/>
              <a:gd name="connsiteX8-5729" fmla="*/ 1872252 w 2450561"/>
              <a:gd name="connsiteY8-5730" fmla="*/ 1083731 h 2522085"/>
              <a:gd name="connsiteX9-5731" fmla="*/ 1872252 w 2450561"/>
              <a:gd name="connsiteY9-5732" fmla="*/ 2496734 h 2522085"/>
              <a:gd name="connsiteX10-5733" fmla="*/ 1846852 w 2450561"/>
              <a:gd name="connsiteY10-5734" fmla="*/ 2522085 h 2522085"/>
              <a:gd name="connsiteX11-5735" fmla="*/ 604792 w 2450561"/>
              <a:gd name="connsiteY11-5736" fmla="*/ 2522085 h 2522085"/>
              <a:gd name="connsiteX12-5737" fmla="*/ 579392 w 2450561"/>
              <a:gd name="connsiteY12-5738" fmla="*/ 2496685 h 2522085"/>
              <a:gd name="connsiteX13-5739" fmla="*/ 579392 w 2450561"/>
              <a:gd name="connsiteY13-5740" fmla="*/ 1083682 h 2522085"/>
              <a:gd name="connsiteX14-5741" fmla="*/ 553993 w 2450561"/>
              <a:gd name="connsiteY14-5742" fmla="*/ 1058332 h 2522085"/>
              <a:gd name="connsiteX15-5743" fmla="*/ 3549 w 2450561"/>
              <a:gd name="connsiteY15-5744" fmla="*/ 1058332 h 2522085"/>
              <a:gd name="connsiteX16-5745" fmla="*/ 2988 w 2450561"/>
              <a:gd name="connsiteY16-5746" fmla="*/ 1033119 h 2522085"/>
              <a:gd name="connsiteX0-5747" fmla="*/ 2988 w 2450561"/>
              <a:gd name="connsiteY0-5748" fmla="*/ 1033119 h 2522085"/>
              <a:gd name="connsiteX1-5749" fmla="*/ 14553 w 2450561"/>
              <a:gd name="connsiteY1-5750" fmla="*/ 990852 h 2522085"/>
              <a:gd name="connsiteX2-5751" fmla="*/ 1201583 w 2450561"/>
              <a:gd name="connsiteY2-5752" fmla="*/ 9117 h 2522085"/>
              <a:gd name="connsiteX3-5753" fmla="*/ 1250106 w 2450561"/>
              <a:gd name="connsiteY3-5754" fmla="*/ 9153 h 2522085"/>
              <a:gd name="connsiteX4-5755" fmla="*/ 2437136 w 2450561"/>
              <a:gd name="connsiteY4-5756" fmla="*/ 990888 h 2522085"/>
              <a:gd name="connsiteX5-5757" fmla="*/ 2448653 w 2450561"/>
              <a:gd name="connsiteY5-5758" fmla="*/ 1033131 h 2522085"/>
              <a:gd name="connsiteX6-5759" fmla="*/ 2412804 w 2450561"/>
              <a:gd name="connsiteY6-5760" fmla="*/ 1058331 h 2522085"/>
              <a:gd name="connsiteX7-5761" fmla="*/ 1910353 w 2450561"/>
              <a:gd name="connsiteY7-5762" fmla="*/ 1058331 h 2522085"/>
              <a:gd name="connsiteX8-5763" fmla="*/ 1872252 w 2450561"/>
              <a:gd name="connsiteY8-5764" fmla="*/ 1083731 h 2522085"/>
              <a:gd name="connsiteX9-5765" fmla="*/ 1872252 w 2450561"/>
              <a:gd name="connsiteY9-5766" fmla="*/ 2496734 h 2522085"/>
              <a:gd name="connsiteX10-5767" fmla="*/ 1846852 w 2450561"/>
              <a:gd name="connsiteY10-5768" fmla="*/ 2522085 h 2522085"/>
              <a:gd name="connsiteX11-5769" fmla="*/ 604792 w 2450561"/>
              <a:gd name="connsiteY11-5770" fmla="*/ 2522085 h 2522085"/>
              <a:gd name="connsiteX12-5771" fmla="*/ 579392 w 2450561"/>
              <a:gd name="connsiteY12-5772" fmla="*/ 2496685 h 2522085"/>
              <a:gd name="connsiteX13-5773" fmla="*/ 579392 w 2450561"/>
              <a:gd name="connsiteY13-5774" fmla="*/ 1083682 h 2522085"/>
              <a:gd name="connsiteX14-5775" fmla="*/ 553993 w 2450561"/>
              <a:gd name="connsiteY14-5776" fmla="*/ 1058332 h 2522085"/>
              <a:gd name="connsiteX15-5777" fmla="*/ 3549 w 2450561"/>
              <a:gd name="connsiteY15-5778" fmla="*/ 1058332 h 2522085"/>
              <a:gd name="connsiteX16-5779" fmla="*/ 2988 w 2450561"/>
              <a:gd name="connsiteY16-5780" fmla="*/ 1033119 h 2522085"/>
              <a:gd name="connsiteX0-5781" fmla="*/ 2988 w 2450561"/>
              <a:gd name="connsiteY0-5782" fmla="*/ 1033119 h 2522085"/>
              <a:gd name="connsiteX1-5783" fmla="*/ 14553 w 2450561"/>
              <a:gd name="connsiteY1-5784" fmla="*/ 990852 h 2522085"/>
              <a:gd name="connsiteX2-5785" fmla="*/ 1201583 w 2450561"/>
              <a:gd name="connsiteY2-5786" fmla="*/ 9117 h 2522085"/>
              <a:gd name="connsiteX3-5787" fmla="*/ 1250106 w 2450561"/>
              <a:gd name="connsiteY3-5788" fmla="*/ 9153 h 2522085"/>
              <a:gd name="connsiteX4-5789" fmla="*/ 2437136 w 2450561"/>
              <a:gd name="connsiteY4-5790" fmla="*/ 990888 h 2522085"/>
              <a:gd name="connsiteX5-5791" fmla="*/ 2448653 w 2450561"/>
              <a:gd name="connsiteY5-5792" fmla="*/ 1033131 h 2522085"/>
              <a:gd name="connsiteX6-5793" fmla="*/ 2412804 w 2450561"/>
              <a:gd name="connsiteY6-5794" fmla="*/ 1058331 h 2522085"/>
              <a:gd name="connsiteX7-5795" fmla="*/ 1910353 w 2450561"/>
              <a:gd name="connsiteY7-5796" fmla="*/ 1058331 h 2522085"/>
              <a:gd name="connsiteX8-5797" fmla="*/ 1872252 w 2450561"/>
              <a:gd name="connsiteY8-5798" fmla="*/ 1083731 h 2522085"/>
              <a:gd name="connsiteX9-5799" fmla="*/ 1872252 w 2450561"/>
              <a:gd name="connsiteY9-5800" fmla="*/ 2496734 h 2522085"/>
              <a:gd name="connsiteX10-5801" fmla="*/ 1846852 w 2450561"/>
              <a:gd name="connsiteY10-5802" fmla="*/ 2522085 h 2522085"/>
              <a:gd name="connsiteX11-5803" fmla="*/ 604792 w 2450561"/>
              <a:gd name="connsiteY11-5804" fmla="*/ 2522085 h 2522085"/>
              <a:gd name="connsiteX12-5805" fmla="*/ 579392 w 2450561"/>
              <a:gd name="connsiteY12-5806" fmla="*/ 2496685 h 2522085"/>
              <a:gd name="connsiteX13-5807" fmla="*/ 579392 w 2450561"/>
              <a:gd name="connsiteY13-5808" fmla="*/ 1083682 h 2522085"/>
              <a:gd name="connsiteX14-5809" fmla="*/ 553993 w 2450561"/>
              <a:gd name="connsiteY14-5810" fmla="*/ 1058332 h 2522085"/>
              <a:gd name="connsiteX15-5811" fmla="*/ 3549 w 2450561"/>
              <a:gd name="connsiteY15-5812" fmla="*/ 1058332 h 2522085"/>
              <a:gd name="connsiteX16-5813" fmla="*/ 2988 w 2450561"/>
              <a:gd name="connsiteY16-5814" fmla="*/ 1033119 h 2522085"/>
              <a:gd name="connsiteX0-5815" fmla="*/ 2988 w 2450561"/>
              <a:gd name="connsiteY0-5816" fmla="*/ 1033119 h 2522085"/>
              <a:gd name="connsiteX1-5817" fmla="*/ 14553 w 2450561"/>
              <a:gd name="connsiteY1-5818" fmla="*/ 990852 h 2522085"/>
              <a:gd name="connsiteX2-5819" fmla="*/ 1201583 w 2450561"/>
              <a:gd name="connsiteY2-5820" fmla="*/ 9117 h 2522085"/>
              <a:gd name="connsiteX3-5821" fmla="*/ 1250106 w 2450561"/>
              <a:gd name="connsiteY3-5822" fmla="*/ 9153 h 2522085"/>
              <a:gd name="connsiteX4-5823" fmla="*/ 2437136 w 2450561"/>
              <a:gd name="connsiteY4-5824" fmla="*/ 990888 h 2522085"/>
              <a:gd name="connsiteX5-5825" fmla="*/ 2448653 w 2450561"/>
              <a:gd name="connsiteY5-5826" fmla="*/ 1033131 h 2522085"/>
              <a:gd name="connsiteX6-5827" fmla="*/ 2412804 w 2450561"/>
              <a:gd name="connsiteY6-5828" fmla="*/ 1058331 h 2522085"/>
              <a:gd name="connsiteX7-5829" fmla="*/ 1910353 w 2450561"/>
              <a:gd name="connsiteY7-5830" fmla="*/ 1058331 h 2522085"/>
              <a:gd name="connsiteX8-5831" fmla="*/ 1872252 w 2450561"/>
              <a:gd name="connsiteY8-5832" fmla="*/ 1083731 h 2522085"/>
              <a:gd name="connsiteX9-5833" fmla="*/ 1872252 w 2450561"/>
              <a:gd name="connsiteY9-5834" fmla="*/ 2496734 h 2522085"/>
              <a:gd name="connsiteX10-5835" fmla="*/ 1846852 w 2450561"/>
              <a:gd name="connsiteY10-5836" fmla="*/ 2522085 h 2522085"/>
              <a:gd name="connsiteX11-5837" fmla="*/ 604792 w 2450561"/>
              <a:gd name="connsiteY11-5838" fmla="*/ 2522085 h 2522085"/>
              <a:gd name="connsiteX12-5839" fmla="*/ 579392 w 2450561"/>
              <a:gd name="connsiteY12-5840" fmla="*/ 2496685 h 2522085"/>
              <a:gd name="connsiteX13-5841" fmla="*/ 579392 w 2450561"/>
              <a:gd name="connsiteY13-5842" fmla="*/ 1083682 h 2522085"/>
              <a:gd name="connsiteX14-5843" fmla="*/ 553993 w 2450561"/>
              <a:gd name="connsiteY14-5844" fmla="*/ 1058332 h 2522085"/>
              <a:gd name="connsiteX15-5845" fmla="*/ 3549 w 2450561"/>
              <a:gd name="connsiteY15-5846" fmla="*/ 1058332 h 2522085"/>
              <a:gd name="connsiteX16-5847" fmla="*/ 2988 w 2450561"/>
              <a:gd name="connsiteY16-5848" fmla="*/ 1033119 h 2522085"/>
              <a:gd name="connsiteX0-5849" fmla="*/ 2988 w 2450561"/>
              <a:gd name="connsiteY0-5850" fmla="*/ 1033119 h 2522085"/>
              <a:gd name="connsiteX1-5851" fmla="*/ 14553 w 2450561"/>
              <a:gd name="connsiteY1-5852" fmla="*/ 990852 h 2522085"/>
              <a:gd name="connsiteX2-5853" fmla="*/ 1201583 w 2450561"/>
              <a:gd name="connsiteY2-5854" fmla="*/ 9117 h 2522085"/>
              <a:gd name="connsiteX3-5855" fmla="*/ 1250106 w 2450561"/>
              <a:gd name="connsiteY3-5856" fmla="*/ 9153 h 2522085"/>
              <a:gd name="connsiteX4-5857" fmla="*/ 2437136 w 2450561"/>
              <a:gd name="connsiteY4-5858" fmla="*/ 990888 h 2522085"/>
              <a:gd name="connsiteX5-5859" fmla="*/ 2448653 w 2450561"/>
              <a:gd name="connsiteY5-5860" fmla="*/ 1033131 h 2522085"/>
              <a:gd name="connsiteX6-5861" fmla="*/ 2412804 w 2450561"/>
              <a:gd name="connsiteY6-5862" fmla="*/ 1058331 h 2522085"/>
              <a:gd name="connsiteX7-5863" fmla="*/ 1910353 w 2450561"/>
              <a:gd name="connsiteY7-5864" fmla="*/ 1058331 h 2522085"/>
              <a:gd name="connsiteX8-5865" fmla="*/ 1872254 w 2450561"/>
              <a:gd name="connsiteY8-5866" fmla="*/ 1096430 h 2522085"/>
              <a:gd name="connsiteX9-5867" fmla="*/ 1872252 w 2450561"/>
              <a:gd name="connsiteY9-5868" fmla="*/ 2496734 h 2522085"/>
              <a:gd name="connsiteX10-5869" fmla="*/ 1846852 w 2450561"/>
              <a:gd name="connsiteY10-5870" fmla="*/ 2522085 h 2522085"/>
              <a:gd name="connsiteX11-5871" fmla="*/ 604792 w 2450561"/>
              <a:gd name="connsiteY11-5872" fmla="*/ 2522085 h 2522085"/>
              <a:gd name="connsiteX12-5873" fmla="*/ 579392 w 2450561"/>
              <a:gd name="connsiteY12-5874" fmla="*/ 2496685 h 2522085"/>
              <a:gd name="connsiteX13-5875" fmla="*/ 579392 w 2450561"/>
              <a:gd name="connsiteY13-5876" fmla="*/ 1083682 h 2522085"/>
              <a:gd name="connsiteX14-5877" fmla="*/ 553993 w 2450561"/>
              <a:gd name="connsiteY14-5878" fmla="*/ 1058332 h 2522085"/>
              <a:gd name="connsiteX15-5879" fmla="*/ 3549 w 2450561"/>
              <a:gd name="connsiteY15-5880" fmla="*/ 1058332 h 2522085"/>
              <a:gd name="connsiteX16-5881" fmla="*/ 2988 w 2450561"/>
              <a:gd name="connsiteY16-5882" fmla="*/ 1033119 h 2522085"/>
              <a:gd name="connsiteX0-5883" fmla="*/ 2988 w 2450561"/>
              <a:gd name="connsiteY0-5884" fmla="*/ 1033119 h 2522085"/>
              <a:gd name="connsiteX1-5885" fmla="*/ 14553 w 2450561"/>
              <a:gd name="connsiteY1-5886" fmla="*/ 990852 h 2522085"/>
              <a:gd name="connsiteX2-5887" fmla="*/ 1201583 w 2450561"/>
              <a:gd name="connsiteY2-5888" fmla="*/ 9117 h 2522085"/>
              <a:gd name="connsiteX3-5889" fmla="*/ 1250106 w 2450561"/>
              <a:gd name="connsiteY3-5890" fmla="*/ 9153 h 2522085"/>
              <a:gd name="connsiteX4-5891" fmla="*/ 2437136 w 2450561"/>
              <a:gd name="connsiteY4-5892" fmla="*/ 990888 h 2522085"/>
              <a:gd name="connsiteX5-5893" fmla="*/ 2448653 w 2450561"/>
              <a:gd name="connsiteY5-5894" fmla="*/ 1033131 h 2522085"/>
              <a:gd name="connsiteX6-5895" fmla="*/ 2412804 w 2450561"/>
              <a:gd name="connsiteY6-5896" fmla="*/ 1058331 h 2522085"/>
              <a:gd name="connsiteX7-5897" fmla="*/ 1910353 w 2450561"/>
              <a:gd name="connsiteY7-5898" fmla="*/ 1058331 h 2522085"/>
              <a:gd name="connsiteX8-5899" fmla="*/ 1872254 w 2450561"/>
              <a:gd name="connsiteY8-5900" fmla="*/ 1096430 h 2522085"/>
              <a:gd name="connsiteX9-5901" fmla="*/ 1872252 w 2450561"/>
              <a:gd name="connsiteY9-5902" fmla="*/ 2496734 h 2522085"/>
              <a:gd name="connsiteX10-5903" fmla="*/ 1846852 w 2450561"/>
              <a:gd name="connsiteY10-5904" fmla="*/ 2522085 h 2522085"/>
              <a:gd name="connsiteX11-5905" fmla="*/ 604792 w 2450561"/>
              <a:gd name="connsiteY11-5906" fmla="*/ 2522085 h 2522085"/>
              <a:gd name="connsiteX12-5907" fmla="*/ 579392 w 2450561"/>
              <a:gd name="connsiteY12-5908" fmla="*/ 2496685 h 2522085"/>
              <a:gd name="connsiteX13-5909" fmla="*/ 579392 w 2450561"/>
              <a:gd name="connsiteY13-5910" fmla="*/ 1083682 h 2522085"/>
              <a:gd name="connsiteX14-5911" fmla="*/ 553993 w 2450561"/>
              <a:gd name="connsiteY14-5912" fmla="*/ 1058332 h 2522085"/>
              <a:gd name="connsiteX15-5913" fmla="*/ 3549 w 2450561"/>
              <a:gd name="connsiteY15-5914" fmla="*/ 1058332 h 2522085"/>
              <a:gd name="connsiteX16-5915" fmla="*/ 2988 w 2450561"/>
              <a:gd name="connsiteY16-5916" fmla="*/ 1033119 h 2522085"/>
              <a:gd name="connsiteX0-5917" fmla="*/ 2988 w 2450561"/>
              <a:gd name="connsiteY0-5918" fmla="*/ 1033119 h 2522085"/>
              <a:gd name="connsiteX1-5919" fmla="*/ 14553 w 2450561"/>
              <a:gd name="connsiteY1-5920" fmla="*/ 990852 h 2522085"/>
              <a:gd name="connsiteX2-5921" fmla="*/ 1201583 w 2450561"/>
              <a:gd name="connsiteY2-5922" fmla="*/ 9117 h 2522085"/>
              <a:gd name="connsiteX3-5923" fmla="*/ 1250106 w 2450561"/>
              <a:gd name="connsiteY3-5924" fmla="*/ 9153 h 2522085"/>
              <a:gd name="connsiteX4-5925" fmla="*/ 2437136 w 2450561"/>
              <a:gd name="connsiteY4-5926" fmla="*/ 990888 h 2522085"/>
              <a:gd name="connsiteX5-5927" fmla="*/ 2448653 w 2450561"/>
              <a:gd name="connsiteY5-5928" fmla="*/ 1033131 h 2522085"/>
              <a:gd name="connsiteX6-5929" fmla="*/ 2412804 w 2450561"/>
              <a:gd name="connsiteY6-5930" fmla="*/ 1058331 h 2522085"/>
              <a:gd name="connsiteX7-5931" fmla="*/ 1910353 w 2450561"/>
              <a:gd name="connsiteY7-5932" fmla="*/ 1058331 h 2522085"/>
              <a:gd name="connsiteX8-5933" fmla="*/ 1872254 w 2450561"/>
              <a:gd name="connsiteY8-5934" fmla="*/ 1096430 h 2522085"/>
              <a:gd name="connsiteX9-5935" fmla="*/ 1872252 w 2450561"/>
              <a:gd name="connsiteY9-5936" fmla="*/ 2496734 h 2522085"/>
              <a:gd name="connsiteX10-5937" fmla="*/ 1846852 w 2450561"/>
              <a:gd name="connsiteY10-5938" fmla="*/ 2522085 h 2522085"/>
              <a:gd name="connsiteX11-5939" fmla="*/ 604792 w 2450561"/>
              <a:gd name="connsiteY11-5940" fmla="*/ 2522085 h 2522085"/>
              <a:gd name="connsiteX12-5941" fmla="*/ 579392 w 2450561"/>
              <a:gd name="connsiteY12-5942" fmla="*/ 2496685 h 2522085"/>
              <a:gd name="connsiteX13-5943" fmla="*/ 579392 w 2450561"/>
              <a:gd name="connsiteY13-5944" fmla="*/ 1083682 h 2522085"/>
              <a:gd name="connsiteX14-5945" fmla="*/ 553993 w 2450561"/>
              <a:gd name="connsiteY14-5946" fmla="*/ 1058332 h 2522085"/>
              <a:gd name="connsiteX15-5947" fmla="*/ 3549 w 2450561"/>
              <a:gd name="connsiteY15-5948" fmla="*/ 1058332 h 2522085"/>
              <a:gd name="connsiteX16-5949" fmla="*/ 2988 w 2450561"/>
              <a:gd name="connsiteY16-5950" fmla="*/ 1033119 h 2522085"/>
              <a:gd name="connsiteX0-5951" fmla="*/ 2988 w 2450561"/>
              <a:gd name="connsiteY0-5952" fmla="*/ 1033119 h 2522085"/>
              <a:gd name="connsiteX1-5953" fmla="*/ 14553 w 2450561"/>
              <a:gd name="connsiteY1-5954" fmla="*/ 990852 h 2522085"/>
              <a:gd name="connsiteX2-5955" fmla="*/ 1201583 w 2450561"/>
              <a:gd name="connsiteY2-5956" fmla="*/ 9117 h 2522085"/>
              <a:gd name="connsiteX3-5957" fmla="*/ 1250106 w 2450561"/>
              <a:gd name="connsiteY3-5958" fmla="*/ 9153 h 2522085"/>
              <a:gd name="connsiteX4-5959" fmla="*/ 2437136 w 2450561"/>
              <a:gd name="connsiteY4-5960" fmla="*/ 990888 h 2522085"/>
              <a:gd name="connsiteX5-5961" fmla="*/ 2448653 w 2450561"/>
              <a:gd name="connsiteY5-5962" fmla="*/ 1033131 h 2522085"/>
              <a:gd name="connsiteX6-5963" fmla="*/ 2412804 w 2450561"/>
              <a:gd name="connsiteY6-5964" fmla="*/ 1058331 h 2522085"/>
              <a:gd name="connsiteX7-5965" fmla="*/ 1910353 w 2450561"/>
              <a:gd name="connsiteY7-5966" fmla="*/ 1058331 h 2522085"/>
              <a:gd name="connsiteX8-5967" fmla="*/ 1872254 w 2450561"/>
              <a:gd name="connsiteY8-5968" fmla="*/ 1096430 h 2522085"/>
              <a:gd name="connsiteX9-5969" fmla="*/ 1872254 w 2450561"/>
              <a:gd name="connsiteY9-5970" fmla="*/ 2484033 h 2522085"/>
              <a:gd name="connsiteX10-5971" fmla="*/ 1846852 w 2450561"/>
              <a:gd name="connsiteY10-5972" fmla="*/ 2522085 h 2522085"/>
              <a:gd name="connsiteX11-5973" fmla="*/ 604792 w 2450561"/>
              <a:gd name="connsiteY11-5974" fmla="*/ 2522085 h 2522085"/>
              <a:gd name="connsiteX12-5975" fmla="*/ 579392 w 2450561"/>
              <a:gd name="connsiteY12-5976" fmla="*/ 2496685 h 2522085"/>
              <a:gd name="connsiteX13-5977" fmla="*/ 579392 w 2450561"/>
              <a:gd name="connsiteY13-5978" fmla="*/ 1083682 h 2522085"/>
              <a:gd name="connsiteX14-5979" fmla="*/ 553993 w 2450561"/>
              <a:gd name="connsiteY14-5980" fmla="*/ 1058332 h 2522085"/>
              <a:gd name="connsiteX15-5981" fmla="*/ 3549 w 2450561"/>
              <a:gd name="connsiteY15-5982" fmla="*/ 1058332 h 2522085"/>
              <a:gd name="connsiteX16-5983" fmla="*/ 2988 w 2450561"/>
              <a:gd name="connsiteY16-5984" fmla="*/ 1033119 h 2522085"/>
              <a:gd name="connsiteX0-5985" fmla="*/ 2988 w 2450561"/>
              <a:gd name="connsiteY0-5986" fmla="*/ 1033119 h 2522085"/>
              <a:gd name="connsiteX1-5987" fmla="*/ 14553 w 2450561"/>
              <a:gd name="connsiteY1-5988" fmla="*/ 990852 h 2522085"/>
              <a:gd name="connsiteX2-5989" fmla="*/ 1201583 w 2450561"/>
              <a:gd name="connsiteY2-5990" fmla="*/ 9117 h 2522085"/>
              <a:gd name="connsiteX3-5991" fmla="*/ 1250106 w 2450561"/>
              <a:gd name="connsiteY3-5992" fmla="*/ 9153 h 2522085"/>
              <a:gd name="connsiteX4-5993" fmla="*/ 2437136 w 2450561"/>
              <a:gd name="connsiteY4-5994" fmla="*/ 990888 h 2522085"/>
              <a:gd name="connsiteX5-5995" fmla="*/ 2448653 w 2450561"/>
              <a:gd name="connsiteY5-5996" fmla="*/ 1033131 h 2522085"/>
              <a:gd name="connsiteX6-5997" fmla="*/ 2412804 w 2450561"/>
              <a:gd name="connsiteY6-5998" fmla="*/ 1058331 h 2522085"/>
              <a:gd name="connsiteX7-5999" fmla="*/ 1910353 w 2450561"/>
              <a:gd name="connsiteY7-6000" fmla="*/ 1058331 h 2522085"/>
              <a:gd name="connsiteX8-6001" fmla="*/ 1872254 w 2450561"/>
              <a:gd name="connsiteY8-6002" fmla="*/ 1096430 h 2522085"/>
              <a:gd name="connsiteX9-6003" fmla="*/ 1872254 w 2450561"/>
              <a:gd name="connsiteY9-6004" fmla="*/ 2484033 h 2522085"/>
              <a:gd name="connsiteX10-6005" fmla="*/ 1846852 w 2450561"/>
              <a:gd name="connsiteY10-6006" fmla="*/ 2522085 h 2522085"/>
              <a:gd name="connsiteX11-6007" fmla="*/ 604792 w 2450561"/>
              <a:gd name="connsiteY11-6008" fmla="*/ 2522085 h 2522085"/>
              <a:gd name="connsiteX12-6009" fmla="*/ 579392 w 2450561"/>
              <a:gd name="connsiteY12-6010" fmla="*/ 2496685 h 2522085"/>
              <a:gd name="connsiteX13-6011" fmla="*/ 579392 w 2450561"/>
              <a:gd name="connsiteY13-6012" fmla="*/ 1083682 h 2522085"/>
              <a:gd name="connsiteX14-6013" fmla="*/ 553993 w 2450561"/>
              <a:gd name="connsiteY14-6014" fmla="*/ 1058332 h 2522085"/>
              <a:gd name="connsiteX15-6015" fmla="*/ 3549 w 2450561"/>
              <a:gd name="connsiteY15-6016" fmla="*/ 1058332 h 2522085"/>
              <a:gd name="connsiteX16-6017" fmla="*/ 2988 w 2450561"/>
              <a:gd name="connsiteY16-6018" fmla="*/ 1033119 h 2522085"/>
              <a:gd name="connsiteX0-6019" fmla="*/ 2988 w 2450561"/>
              <a:gd name="connsiteY0-6020" fmla="*/ 1033119 h 2522085"/>
              <a:gd name="connsiteX1-6021" fmla="*/ 14553 w 2450561"/>
              <a:gd name="connsiteY1-6022" fmla="*/ 990852 h 2522085"/>
              <a:gd name="connsiteX2-6023" fmla="*/ 1201583 w 2450561"/>
              <a:gd name="connsiteY2-6024" fmla="*/ 9117 h 2522085"/>
              <a:gd name="connsiteX3-6025" fmla="*/ 1250106 w 2450561"/>
              <a:gd name="connsiteY3-6026" fmla="*/ 9153 h 2522085"/>
              <a:gd name="connsiteX4-6027" fmla="*/ 2437136 w 2450561"/>
              <a:gd name="connsiteY4-6028" fmla="*/ 990888 h 2522085"/>
              <a:gd name="connsiteX5-6029" fmla="*/ 2448653 w 2450561"/>
              <a:gd name="connsiteY5-6030" fmla="*/ 1033131 h 2522085"/>
              <a:gd name="connsiteX6-6031" fmla="*/ 2412804 w 2450561"/>
              <a:gd name="connsiteY6-6032" fmla="*/ 1058331 h 2522085"/>
              <a:gd name="connsiteX7-6033" fmla="*/ 1910353 w 2450561"/>
              <a:gd name="connsiteY7-6034" fmla="*/ 1058331 h 2522085"/>
              <a:gd name="connsiteX8-6035" fmla="*/ 1872254 w 2450561"/>
              <a:gd name="connsiteY8-6036" fmla="*/ 1096430 h 2522085"/>
              <a:gd name="connsiteX9-6037" fmla="*/ 1872254 w 2450561"/>
              <a:gd name="connsiteY9-6038" fmla="*/ 2484033 h 2522085"/>
              <a:gd name="connsiteX10-6039" fmla="*/ 1846852 w 2450561"/>
              <a:gd name="connsiteY10-6040" fmla="*/ 2522085 h 2522085"/>
              <a:gd name="connsiteX11-6041" fmla="*/ 604792 w 2450561"/>
              <a:gd name="connsiteY11-6042" fmla="*/ 2522085 h 2522085"/>
              <a:gd name="connsiteX12-6043" fmla="*/ 579392 w 2450561"/>
              <a:gd name="connsiteY12-6044" fmla="*/ 2496685 h 2522085"/>
              <a:gd name="connsiteX13-6045" fmla="*/ 579392 w 2450561"/>
              <a:gd name="connsiteY13-6046" fmla="*/ 1083682 h 2522085"/>
              <a:gd name="connsiteX14-6047" fmla="*/ 553993 w 2450561"/>
              <a:gd name="connsiteY14-6048" fmla="*/ 1058332 h 2522085"/>
              <a:gd name="connsiteX15-6049" fmla="*/ 3549 w 2450561"/>
              <a:gd name="connsiteY15-6050" fmla="*/ 1058332 h 2522085"/>
              <a:gd name="connsiteX16-6051" fmla="*/ 2988 w 2450561"/>
              <a:gd name="connsiteY16-6052" fmla="*/ 1033119 h 2522085"/>
              <a:gd name="connsiteX0-6053" fmla="*/ 2988 w 2450561"/>
              <a:gd name="connsiteY0-6054" fmla="*/ 1033119 h 2522085"/>
              <a:gd name="connsiteX1-6055" fmla="*/ 14553 w 2450561"/>
              <a:gd name="connsiteY1-6056" fmla="*/ 990852 h 2522085"/>
              <a:gd name="connsiteX2-6057" fmla="*/ 1201583 w 2450561"/>
              <a:gd name="connsiteY2-6058" fmla="*/ 9117 h 2522085"/>
              <a:gd name="connsiteX3-6059" fmla="*/ 1250106 w 2450561"/>
              <a:gd name="connsiteY3-6060" fmla="*/ 9153 h 2522085"/>
              <a:gd name="connsiteX4-6061" fmla="*/ 2437136 w 2450561"/>
              <a:gd name="connsiteY4-6062" fmla="*/ 990888 h 2522085"/>
              <a:gd name="connsiteX5-6063" fmla="*/ 2448653 w 2450561"/>
              <a:gd name="connsiteY5-6064" fmla="*/ 1033131 h 2522085"/>
              <a:gd name="connsiteX6-6065" fmla="*/ 2412804 w 2450561"/>
              <a:gd name="connsiteY6-6066" fmla="*/ 1058331 h 2522085"/>
              <a:gd name="connsiteX7-6067" fmla="*/ 1910353 w 2450561"/>
              <a:gd name="connsiteY7-6068" fmla="*/ 1058331 h 2522085"/>
              <a:gd name="connsiteX8-6069" fmla="*/ 1872254 w 2450561"/>
              <a:gd name="connsiteY8-6070" fmla="*/ 1096430 h 2522085"/>
              <a:gd name="connsiteX9-6071" fmla="*/ 1872254 w 2450561"/>
              <a:gd name="connsiteY9-6072" fmla="*/ 2484033 h 2522085"/>
              <a:gd name="connsiteX10-6073" fmla="*/ 1834154 w 2450561"/>
              <a:gd name="connsiteY10-6074" fmla="*/ 2522084 h 2522085"/>
              <a:gd name="connsiteX11-6075" fmla="*/ 604792 w 2450561"/>
              <a:gd name="connsiteY11-6076" fmla="*/ 2522085 h 2522085"/>
              <a:gd name="connsiteX12-6077" fmla="*/ 579392 w 2450561"/>
              <a:gd name="connsiteY12-6078" fmla="*/ 2496685 h 2522085"/>
              <a:gd name="connsiteX13-6079" fmla="*/ 579392 w 2450561"/>
              <a:gd name="connsiteY13-6080" fmla="*/ 1083682 h 2522085"/>
              <a:gd name="connsiteX14-6081" fmla="*/ 553993 w 2450561"/>
              <a:gd name="connsiteY14-6082" fmla="*/ 1058332 h 2522085"/>
              <a:gd name="connsiteX15-6083" fmla="*/ 3549 w 2450561"/>
              <a:gd name="connsiteY15-6084" fmla="*/ 1058332 h 2522085"/>
              <a:gd name="connsiteX16-6085" fmla="*/ 2988 w 2450561"/>
              <a:gd name="connsiteY16-6086" fmla="*/ 1033119 h 2522085"/>
              <a:gd name="connsiteX0-6087" fmla="*/ 2988 w 2450561"/>
              <a:gd name="connsiteY0-6088" fmla="*/ 1033119 h 2522085"/>
              <a:gd name="connsiteX1-6089" fmla="*/ 14553 w 2450561"/>
              <a:gd name="connsiteY1-6090" fmla="*/ 990852 h 2522085"/>
              <a:gd name="connsiteX2-6091" fmla="*/ 1201583 w 2450561"/>
              <a:gd name="connsiteY2-6092" fmla="*/ 9117 h 2522085"/>
              <a:gd name="connsiteX3-6093" fmla="*/ 1250106 w 2450561"/>
              <a:gd name="connsiteY3-6094" fmla="*/ 9153 h 2522085"/>
              <a:gd name="connsiteX4-6095" fmla="*/ 2437136 w 2450561"/>
              <a:gd name="connsiteY4-6096" fmla="*/ 990888 h 2522085"/>
              <a:gd name="connsiteX5-6097" fmla="*/ 2448653 w 2450561"/>
              <a:gd name="connsiteY5-6098" fmla="*/ 1033131 h 2522085"/>
              <a:gd name="connsiteX6-6099" fmla="*/ 2412804 w 2450561"/>
              <a:gd name="connsiteY6-6100" fmla="*/ 1058331 h 2522085"/>
              <a:gd name="connsiteX7-6101" fmla="*/ 1910353 w 2450561"/>
              <a:gd name="connsiteY7-6102" fmla="*/ 1058331 h 2522085"/>
              <a:gd name="connsiteX8-6103" fmla="*/ 1872254 w 2450561"/>
              <a:gd name="connsiteY8-6104" fmla="*/ 1096430 h 2522085"/>
              <a:gd name="connsiteX9-6105" fmla="*/ 1872254 w 2450561"/>
              <a:gd name="connsiteY9-6106" fmla="*/ 2484033 h 2522085"/>
              <a:gd name="connsiteX10-6107" fmla="*/ 1834154 w 2450561"/>
              <a:gd name="connsiteY10-6108" fmla="*/ 2522084 h 2522085"/>
              <a:gd name="connsiteX11-6109" fmla="*/ 604792 w 2450561"/>
              <a:gd name="connsiteY11-6110" fmla="*/ 2522085 h 2522085"/>
              <a:gd name="connsiteX12-6111" fmla="*/ 579392 w 2450561"/>
              <a:gd name="connsiteY12-6112" fmla="*/ 2496685 h 2522085"/>
              <a:gd name="connsiteX13-6113" fmla="*/ 579392 w 2450561"/>
              <a:gd name="connsiteY13-6114" fmla="*/ 1083682 h 2522085"/>
              <a:gd name="connsiteX14-6115" fmla="*/ 553993 w 2450561"/>
              <a:gd name="connsiteY14-6116" fmla="*/ 1058332 h 2522085"/>
              <a:gd name="connsiteX15-6117" fmla="*/ 3549 w 2450561"/>
              <a:gd name="connsiteY15-6118" fmla="*/ 1058332 h 2522085"/>
              <a:gd name="connsiteX16-6119" fmla="*/ 2988 w 2450561"/>
              <a:gd name="connsiteY16-6120" fmla="*/ 1033119 h 2522085"/>
              <a:gd name="connsiteX0-6121" fmla="*/ 2988 w 2450561"/>
              <a:gd name="connsiteY0-6122" fmla="*/ 1033119 h 2522085"/>
              <a:gd name="connsiteX1-6123" fmla="*/ 14553 w 2450561"/>
              <a:gd name="connsiteY1-6124" fmla="*/ 990852 h 2522085"/>
              <a:gd name="connsiteX2-6125" fmla="*/ 1201583 w 2450561"/>
              <a:gd name="connsiteY2-6126" fmla="*/ 9117 h 2522085"/>
              <a:gd name="connsiteX3-6127" fmla="*/ 1250106 w 2450561"/>
              <a:gd name="connsiteY3-6128" fmla="*/ 9153 h 2522085"/>
              <a:gd name="connsiteX4-6129" fmla="*/ 2437136 w 2450561"/>
              <a:gd name="connsiteY4-6130" fmla="*/ 990888 h 2522085"/>
              <a:gd name="connsiteX5-6131" fmla="*/ 2448653 w 2450561"/>
              <a:gd name="connsiteY5-6132" fmla="*/ 1033131 h 2522085"/>
              <a:gd name="connsiteX6-6133" fmla="*/ 2412804 w 2450561"/>
              <a:gd name="connsiteY6-6134" fmla="*/ 1058331 h 2522085"/>
              <a:gd name="connsiteX7-6135" fmla="*/ 1910353 w 2450561"/>
              <a:gd name="connsiteY7-6136" fmla="*/ 1058331 h 2522085"/>
              <a:gd name="connsiteX8-6137" fmla="*/ 1872254 w 2450561"/>
              <a:gd name="connsiteY8-6138" fmla="*/ 1096430 h 2522085"/>
              <a:gd name="connsiteX9-6139" fmla="*/ 1872254 w 2450561"/>
              <a:gd name="connsiteY9-6140" fmla="*/ 2484033 h 2522085"/>
              <a:gd name="connsiteX10-6141" fmla="*/ 1834154 w 2450561"/>
              <a:gd name="connsiteY10-6142" fmla="*/ 2522084 h 2522085"/>
              <a:gd name="connsiteX11-6143" fmla="*/ 604792 w 2450561"/>
              <a:gd name="connsiteY11-6144" fmla="*/ 2522085 h 2522085"/>
              <a:gd name="connsiteX12-6145" fmla="*/ 579392 w 2450561"/>
              <a:gd name="connsiteY12-6146" fmla="*/ 2496685 h 2522085"/>
              <a:gd name="connsiteX13-6147" fmla="*/ 579392 w 2450561"/>
              <a:gd name="connsiteY13-6148" fmla="*/ 1083682 h 2522085"/>
              <a:gd name="connsiteX14-6149" fmla="*/ 553993 w 2450561"/>
              <a:gd name="connsiteY14-6150" fmla="*/ 1058332 h 2522085"/>
              <a:gd name="connsiteX15-6151" fmla="*/ 3549 w 2450561"/>
              <a:gd name="connsiteY15-6152" fmla="*/ 1058332 h 2522085"/>
              <a:gd name="connsiteX16-6153" fmla="*/ 2988 w 2450561"/>
              <a:gd name="connsiteY16-6154" fmla="*/ 1033119 h 2522085"/>
              <a:gd name="connsiteX0-6155" fmla="*/ 2988 w 2450561"/>
              <a:gd name="connsiteY0-6156" fmla="*/ 1033119 h 2522084"/>
              <a:gd name="connsiteX1-6157" fmla="*/ 14553 w 2450561"/>
              <a:gd name="connsiteY1-6158" fmla="*/ 990852 h 2522084"/>
              <a:gd name="connsiteX2-6159" fmla="*/ 1201583 w 2450561"/>
              <a:gd name="connsiteY2-6160" fmla="*/ 9117 h 2522084"/>
              <a:gd name="connsiteX3-6161" fmla="*/ 1250106 w 2450561"/>
              <a:gd name="connsiteY3-6162" fmla="*/ 9153 h 2522084"/>
              <a:gd name="connsiteX4-6163" fmla="*/ 2437136 w 2450561"/>
              <a:gd name="connsiteY4-6164" fmla="*/ 990888 h 2522084"/>
              <a:gd name="connsiteX5-6165" fmla="*/ 2448653 w 2450561"/>
              <a:gd name="connsiteY5-6166" fmla="*/ 1033131 h 2522084"/>
              <a:gd name="connsiteX6-6167" fmla="*/ 2412804 w 2450561"/>
              <a:gd name="connsiteY6-6168" fmla="*/ 1058331 h 2522084"/>
              <a:gd name="connsiteX7-6169" fmla="*/ 1910353 w 2450561"/>
              <a:gd name="connsiteY7-6170" fmla="*/ 1058331 h 2522084"/>
              <a:gd name="connsiteX8-6171" fmla="*/ 1872254 w 2450561"/>
              <a:gd name="connsiteY8-6172" fmla="*/ 1096430 h 2522084"/>
              <a:gd name="connsiteX9-6173" fmla="*/ 1872254 w 2450561"/>
              <a:gd name="connsiteY9-6174" fmla="*/ 2484033 h 2522084"/>
              <a:gd name="connsiteX10-6175" fmla="*/ 1834154 w 2450561"/>
              <a:gd name="connsiteY10-6176" fmla="*/ 2522084 h 2522084"/>
              <a:gd name="connsiteX11-6177" fmla="*/ 617494 w 2450561"/>
              <a:gd name="connsiteY11-6178" fmla="*/ 2522084 h 2522084"/>
              <a:gd name="connsiteX12-6179" fmla="*/ 579392 w 2450561"/>
              <a:gd name="connsiteY12-6180" fmla="*/ 2496685 h 2522084"/>
              <a:gd name="connsiteX13-6181" fmla="*/ 579392 w 2450561"/>
              <a:gd name="connsiteY13-6182" fmla="*/ 1083682 h 2522084"/>
              <a:gd name="connsiteX14-6183" fmla="*/ 553993 w 2450561"/>
              <a:gd name="connsiteY14-6184" fmla="*/ 1058332 h 2522084"/>
              <a:gd name="connsiteX15-6185" fmla="*/ 3549 w 2450561"/>
              <a:gd name="connsiteY15-6186" fmla="*/ 1058332 h 2522084"/>
              <a:gd name="connsiteX16-6187" fmla="*/ 2988 w 2450561"/>
              <a:gd name="connsiteY16-6188" fmla="*/ 1033119 h 2522084"/>
              <a:gd name="connsiteX0-6189" fmla="*/ 2988 w 2450561"/>
              <a:gd name="connsiteY0-6190" fmla="*/ 1033119 h 2522084"/>
              <a:gd name="connsiteX1-6191" fmla="*/ 14553 w 2450561"/>
              <a:gd name="connsiteY1-6192" fmla="*/ 990852 h 2522084"/>
              <a:gd name="connsiteX2-6193" fmla="*/ 1201583 w 2450561"/>
              <a:gd name="connsiteY2-6194" fmla="*/ 9117 h 2522084"/>
              <a:gd name="connsiteX3-6195" fmla="*/ 1250106 w 2450561"/>
              <a:gd name="connsiteY3-6196" fmla="*/ 9153 h 2522084"/>
              <a:gd name="connsiteX4-6197" fmla="*/ 2437136 w 2450561"/>
              <a:gd name="connsiteY4-6198" fmla="*/ 990888 h 2522084"/>
              <a:gd name="connsiteX5-6199" fmla="*/ 2448653 w 2450561"/>
              <a:gd name="connsiteY5-6200" fmla="*/ 1033131 h 2522084"/>
              <a:gd name="connsiteX6-6201" fmla="*/ 2412804 w 2450561"/>
              <a:gd name="connsiteY6-6202" fmla="*/ 1058331 h 2522084"/>
              <a:gd name="connsiteX7-6203" fmla="*/ 1910353 w 2450561"/>
              <a:gd name="connsiteY7-6204" fmla="*/ 1058331 h 2522084"/>
              <a:gd name="connsiteX8-6205" fmla="*/ 1872254 w 2450561"/>
              <a:gd name="connsiteY8-6206" fmla="*/ 1096430 h 2522084"/>
              <a:gd name="connsiteX9-6207" fmla="*/ 1872254 w 2450561"/>
              <a:gd name="connsiteY9-6208" fmla="*/ 2484033 h 2522084"/>
              <a:gd name="connsiteX10-6209" fmla="*/ 1834154 w 2450561"/>
              <a:gd name="connsiteY10-6210" fmla="*/ 2522084 h 2522084"/>
              <a:gd name="connsiteX11-6211" fmla="*/ 617494 w 2450561"/>
              <a:gd name="connsiteY11-6212" fmla="*/ 2522084 h 2522084"/>
              <a:gd name="connsiteX12-6213" fmla="*/ 579392 w 2450561"/>
              <a:gd name="connsiteY12-6214" fmla="*/ 2496685 h 2522084"/>
              <a:gd name="connsiteX13-6215" fmla="*/ 579392 w 2450561"/>
              <a:gd name="connsiteY13-6216" fmla="*/ 1083682 h 2522084"/>
              <a:gd name="connsiteX14-6217" fmla="*/ 553993 w 2450561"/>
              <a:gd name="connsiteY14-6218" fmla="*/ 1058332 h 2522084"/>
              <a:gd name="connsiteX15-6219" fmla="*/ 3549 w 2450561"/>
              <a:gd name="connsiteY15-6220" fmla="*/ 1058332 h 2522084"/>
              <a:gd name="connsiteX16-6221" fmla="*/ 2988 w 2450561"/>
              <a:gd name="connsiteY16-6222" fmla="*/ 1033119 h 2522084"/>
              <a:gd name="connsiteX0-6223" fmla="*/ 2988 w 2450561"/>
              <a:gd name="connsiteY0-6224" fmla="*/ 1033119 h 2522084"/>
              <a:gd name="connsiteX1-6225" fmla="*/ 14553 w 2450561"/>
              <a:gd name="connsiteY1-6226" fmla="*/ 990852 h 2522084"/>
              <a:gd name="connsiteX2-6227" fmla="*/ 1201583 w 2450561"/>
              <a:gd name="connsiteY2-6228" fmla="*/ 9117 h 2522084"/>
              <a:gd name="connsiteX3-6229" fmla="*/ 1250106 w 2450561"/>
              <a:gd name="connsiteY3-6230" fmla="*/ 9153 h 2522084"/>
              <a:gd name="connsiteX4-6231" fmla="*/ 2437136 w 2450561"/>
              <a:gd name="connsiteY4-6232" fmla="*/ 990888 h 2522084"/>
              <a:gd name="connsiteX5-6233" fmla="*/ 2448653 w 2450561"/>
              <a:gd name="connsiteY5-6234" fmla="*/ 1033131 h 2522084"/>
              <a:gd name="connsiteX6-6235" fmla="*/ 2412804 w 2450561"/>
              <a:gd name="connsiteY6-6236" fmla="*/ 1058331 h 2522084"/>
              <a:gd name="connsiteX7-6237" fmla="*/ 1910353 w 2450561"/>
              <a:gd name="connsiteY7-6238" fmla="*/ 1058331 h 2522084"/>
              <a:gd name="connsiteX8-6239" fmla="*/ 1872254 w 2450561"/>
              <a:gd name="connsiteY8-6240" fmla="*/ 1096430 h 2522084"/>
              <a:gd name="connsiteX9-6241" fmla="*/ 1872254 w 2450561"/>
              <a:gd name="connsiteY9-6242" fmla="*/ 2484033 h 2522084"/>
              <a:gd name="connsiteX10-6243" fmla="*/ 1834154 w 2450561"/>
              <a:gd name="connsiteY10-6244" fmla="*/ 2522084 h 2522084"/>
              <a:gd name="connsiteX11-6245" fmla="*/ 617494 w 2450561"/>
              <a:gd name="connsiteY11-6246" fmla="*/ 2522084 h 2522084"/>
              <a:gd name="connsiteX12-6247" fmla="*/ 579392 w 2450561"/>
              <a:gd name="connsiteY12-6248" fmla="*/ 2496685 h 2522084"/>
              <a:gd name="connsiteX13-6249" fmla="*/ 579392 w 2450561"/>
              <a:gd name="connsiteY13-6250" fmla="*/ 1083682 h 2522084"/>
              <a:gd name="connsiteX14-6251" fmla="*/ 553993 w 2450561"/>
              <a:gd name="connsiteY14-6252" fmla="*/ 1058332 h 2522084"/>
              <a:gd name="connsiteX15-6253" fmla="*/ 3549 w 2450561"/>
              <a:gd name="connsiteY15-6254" fmla="*/ 1058332 h 2522084"/>
              <a:gd name="connsiteX16-6255" fmla="*/ 2988 w 2450561"/>
              <a:gd name="connsiteY16-6256" fmla="*/ 1033119 h 2522084"/>
              <a:gd name="connsiteX0-6257" fmla="*/ 2988 w 2450561"/>
              <a:gd name="connsiteY0-6258" fmla="*/ 1033119 h 2522084"/>
              <a:gd name="connsiteX1-6259" fmla="*/ 14553 w 2450561"/>
              <a:gd name="connsiteY1-6260" fmla="*/ 990852 h 2522084"/>
              <a:gd name="connsiteX2-6261" fmla="*/ 1201583 w 2450561"/>
              <a:gd name="connsiteY2-6262" fmla="*/ 9117 h 2522084"/>
              <a:gd name="connsiteX3-6263" fmla="*/ 1250106 w 2450561"/>
              <a:gd name="connsiteY3-6264" fmla="*/ 9153 h 2522084"/>
              <a:gd name="connsiteX4-6265" fmla="*/ 2437136 w 2450561"/>
              <a:gd name="connsiteY4-6266" fmla="*/ 990888 h 2522084"/>
              <a:gd name="connsiteX5-6267" fmla="*/ 2448653 w 2450561"/>
              <a:gd name="connsiteY5-6268" fmla="*/ 1033131 h 2522084"/>
              <a:gd name="connsiteX6-6269" fmla="*/ 2412804 w 2450561"/>
              <a:gd name="connsiteY6-6270" fmla="*/ 1058331 h 2522084"/>
              <a:gd name="connsiteX7-6271" fmla="*/ 1910353 w 2450561"/>
              <a:gd name="connsiteY7-6272" fmla="*/ 1058331 h 2522084"/>
              <a:gd name="connsiteX8-6273" fmla="*/ 1872254 w 2450561"/>
              <a:gd name="connsiteY8-6274" fmla="*/ 1096430 h 2522084"/>
              <a:gd name="connsiteX9-6275" fmla="*/ 1872254 w 2450561"/>
              <a:gd name="connsiteY9-6276" fmla="*/ 2484033 h 2522084"/>
              <a:gd name="connsiteX10-6277" fmla="*/ 1834154 w 2450561"/>
              <a:gd name="connsiteY10-6278" fmla="*/ 2522084 h 2522084"/>
              <a:gd name="connsiteX11-6279" fmla="*/ 617494 w 2450561"/>
              <a:gd name="connsiteY11-6280" fmla="*/ 2522084 h 2522084"/>
              <a:gd name="connsiteX12-6281" fmla="*/ 579394 w 2450561"/>
              <a:gd name="connsiteY12-6282" fmla="*/ 2483984 h 2522084"/>
              <a:gd name="connsiteX13-6283" fmla="*/ 579392 w 2450561"/>
              <a:gd name="connsiteY13-6284" fmla="*/ 1083682 h 2522084"/>
              <a:gd name="connsiteX14-6285" fmla="*/ 553993 w 2450561"/>
              <a:gd name="connsiteY14-6286" fmla="*/ 1058332 h 2522084"/>
              <a:gd name="connsiteX15-6287" fmla="*/ 3549 w 2450561"/>
              <a:gd name="connsiteY15-6288" fmla="*/ 1058332 h 2522084"/>
              <a:gd name="connsiteX16-6289" fmla="*/ 2988 w 2450561"/>
              <a:gd name="connsiteY16-6290" fmla="*/ 1033119 h 2522084"/>
              <a:gd name="connsiteX0-6291" fmla="*/ 2988 w 2450561"/>
              <a:gd name="connsiteY0-6292" fmla="*/ 1033119 h 2522084"/>
              <a:gd name="connsiteX1-6293" fmla="*/ 14553 w 2450561"/>
              <a:gd name="connsiteY1-6294" fmla="*/ 990852 h 2522084"/>
              <a:gd name="connsiteX2-6295" fmla="*/ 1201583 w 2450561"/>
              <a:gd name="connsiteY2-6296" fmla="*/ 9117 h 2522084"/>
              <a:gd name="connsiteX3-6297" fmla="*/ 1250106 w 2450561"/>
              <a:gd name="connsiteY3-6298" fmla="*/ 9153 h 2522084"/>
              <a:gd name="connsiteX4-6299" fmla="*/ 2437136 w 2450561"/>
              <a:gd name="connsiteY4-6300" fmla="*/ 990888 h 2522084"/>
              <a:gd name="connsiteX5-6301" fmla="*/ 2448653 w 2450561"/>
              <a:gd name="connsiteY5-6302" fmla="*/ 1033131 h 2522084"/>
              <a:gd name="connsiteX6-6303" fmla="*/ 2412804 w 2450561"/>
              <a:gd name="connsiteY6-6304" fmla="*/ 1058331 h 2522084"/>
              <a:gd name="connsiteX7-6305" fmla="*/ 1910353 w 2450561"/>
              <a:gd name="connsiteY7-6306" fmla="*/ 1058331 h 2522084"/>
              <a:gd name="connsiteX8-6307" fmla="*/ 1872254 w 2450561"/>
              <a:gd name="connsiteY8-6308" fmla="*/ 1096430 h 2522084"/>
              <a:gd name="connsiteX9-6309" fmla="*/ 1872254 w 2450561"/>
              <a:gd name="connsiteY9-6310" fmla="*/ 2484033 h 2522084"/>
              <a:gd name="connsiteX10-6311" fmla="*/ 1834154 w 2450561"/>
              <a:gd name="connsiteY10-6312" fmla="*/ 2522084 h 2522084"/>
              <a:gd name="connsiteX11-6313" fmla="*/ 617494 w 2450561"/>
              <a:gd name="connsiteY11-6314" fmla="*/ 2522084 h 2522084"/>
              <a:gd name="connsiteX12-6315" fmla="*/ 579394 w 2450561"/>
              <a:gd name="connsiteY12-6316" fmla="*/ 2483984 h 2522084"/>
              <a:gd name="connsiteX13-6317" fmla="*/ 579392 w 2450561"/>
              <a:gd name="connsiteY13-6318" fmla="*/ 1083682 h 2522084"/>
              <a:gd name="connsiteX14-6319" fmla="*/ 553993 w 2450561"/>
              <a:gd name="connsiteY14-6320" fmla="*/ 1058332 h 2522084"/>
              <a:gd name="connsiteX15-6321" fmla="*/ 3549 w 2450561"/>
              <a:gd name="connsiteY15-6322" fmla="*/ 1058332 h 2522084"/>
              <a:gd name="connsiteX16-6323" fmla="*/ 2988 w 2450561"/>
              <a:gd name="connsiteY16-6324" fmla="*/ 1033119 h 2522084"/>
              <a:gd name="connsiteX0-6325" fmla="*/ 2988 w 2450561"/>
              <a:gd name="connsiteY0-6326" fmla="*/ 1033119 h 2522084"/>
              <a:gd name="connsiteX1-6327" fmla="*/ 14553 w 2450561"/>
              <a:gd name="connsiteY1-6328" fmla="*/ 990852 h 2522084"/>
              <a:gd name="connsiteX2-6329" fmla="*/ 1201583 w 2450561"/>
              <a:gd name="connsiteY2-6330" fmla="*/ 9117 h 2522084"/>
              <a:gd name="connsiteX3-6331" fmla="*/ 1250106 w 2450561"/>
              <a:gd name="connsiteY3-6332" fmla="*/ 9153 h 2522084"/>
              <a:gd name="connsiteX4-6333" fmla="*/ 2437136 w 2450561"/>
              <a:gd name="connsiteY4-6334" fmla="*/ 990888 h 2522084"/>
              <a:gd name="connsiteX5-6335" fmla="*/ 2448653 w 2450561"/>
              <a:gd name="connsiteY5-6336" fmla="*/ 1033131 h 2522084"/>
              <a:gd name="connsiteX6-6337" fmla="*/ 2412804 w 2450561"/>
              <a:gd name="connsiteY6-6338" fmla="*/ 1058331 h 2522084"/>
              <a:gd name="connsiteX7-6339" fmla="*/ 1910353 w 2450561"/>
              <a:gd name="connsiteY7-6340" fmla="*/ 1058331 h 2522084"/>
              <a:gd name="connsiteX8-6341" fmla="*/ 1872254 w 2450561"/>
              <a:gd name="connsiteY8-6342" fmla="*/ 1096430 h 2522084"/>
              <a:gd name="connsiteX9-6343" fmla="*/ 1872254 w 2450561"/>
              <a:gd name="connsiteY9-6344" fmla="*/ 2484033 h 2522084"/>
              <a:gd name="connsiteX10-6345" fmla="*/ 1834154 w 2450561"/>
              <a:gd name="connsiteY10-6346" fmla="*/ 2522084 h 2522084"/>
              <a:gd name="connsiteX11-6347" fmla="*/ 617494 w 2450561"/>
              <a:gd name="connsiteY11-6348" fmla="*/ 2522084 h 2522084"/>
              <a:gd name="connsiteX12-6349" fmla="*/ 579394 w 2450561"/>
              <a:gd name="connsiteY12-6350" fmla="*/ 2483984 h 2522084"/>
              <a:gd name="connsiteX13-6351" fmla="*/ 579392 w 2450561"/>
              <a:gd name="connsiteY13-6352" fmla="*/ 1083682 h 2522084"/>
              <a:gd name="connsiteX14-6353" fmla="*/ 553993 w 2450561"/>
              <a:gd name="connsiteY14-6354" fmla="*/ 1058332 h 2522084"/>
              <a:gd name="connsiteX15-6355" fmla="*/ 3549 w 2450561"/>
              <a:gd name="connsiteY15-6356" fmla="*/ 1058332 h 2522084"/>
              <a:gd name="connsiteX16-6357" fmla="*/ 2988 w 2450561"/>
              <a:gd name="connsiteY16-6358" fmla="*/ 1033119 h 2522084"/>
              <a:gd name="connsiteX0-6359" fmla="*/ 2988 w 2450561"/>
              <a:gd name="connsiteY0-6360" fmla="*/ 1033119 h 2522084"/>
              <a:gd name="connsiteX1-6361" fmla="*/ 14553 w 2450561"/>
              <a:gd name="connsiteY1-6362" fmla="*/ 990852 h 2522084"/>
              <a:gd name="connsiteX2-6363" fmla="*/ 1201583 w 2450561"/>
              <a:gd name="connsiteY2-6364" fmla="*/ 9117 h 2522084"/>
              <a:gd name="connsiteX3-6365" fmla="*/ 1250106 w 2450561"/>
              <a:gd name="connsiteY3-6366" fmla="*/ 9153 h 2522084"/>
              <a:gd name="connsiteX4-6367" fmla="*/ 2437136 w 2450561"/>
              <a:gd name="connsiteY4-6368" fmla="*/ 990888 h 2522084"/>
              <a:gd name="connsiteX5-6369" fmla="*/ 2448653 w 2450561"/>
              <a:gd name="connsiteY5-6370" fmla="*/ 1033131 h 2522084"/>
              <a:gd name="connsiteX6-6371" fmla="*/ 2412804 w 2450561"/>
              <a:gd name="connsiteY6-6372" fmla="*/ 1058331 h 2522084"/>
              <a:gd name="connsiteX7-6373" fmla="*/ 1910353 w 2450561"/>
              <a:gd name="connsiteY7-6374" fmla="*/ 1058331 h 2522084"/>
              <a:gd name="connsiteX8-6375" fmla="*/ 1872254 w 2450561"/>
              <a:gd name="connsiteY8-6376" fmla="*/ 1096430 h 2522084"/>
              <a:gd name="connsiteX9-6377" fmla="*/ 1872254 w 2450561"/>
              <a:gd name="connsiteY9-6378" fmla="*/ 2484033 h 2522084"/>
              <a:gd name="connsiteX10-6379" fmla="*/ 1834154 w 2450561"/>
              <a:gd name="connsiteY10-6380" fmla="*/ 2522084 h 2522084"/>
              <a:gd name="connsiteX11-6381" fmla="*/ 617494 w 2450561"/>
              <a:gd name="connsiteY11-6382" fmla="*/ 2522084 h 2522084"/>
              <a:gd name="connsiteX12-6383" fmla="*/ 579394 w 2450561"/>
              <a:gd name="connsiteY12-6384" fmla="*/ 2483984 h 2522084"/>
              <a:gd name="connsiteX13-6385" fmla="*/ 579394 w 2450561"/>
              <a:gd name="connsiteY13-6386" fmla="*/ 1096381 h 2522084"/>
              <a:gd name="connsiteX14-6387" fmla="*/ 553993 w 2450561"/>
              <a:gd name="connsiteY14-6388" fmla="*/ 1058332 h 2522084"/>
              <a:gd name="connsiteX15-6389" fmla="*/ 3549 w 2450561"/>
              <a:gd name="connsiteY15-6390" fmla="*/ 1058332 h 2522084"/>
              <a:gd name="connsiteX16-6391" fmla="*/ 2988 w 2450561"/>
              <a:gd name="connsiteY16-6392" fmla="*/ 1033119 h 2522084"/>
              <a:gd name="connsiteX0-6393" fmla="*/ 2988 w 2450561"/>
              <a:gd name="connsiteY0-6394" fmla="*/ 1033119 h 2522084"/>
              <a:gd name="connsiteX1-6395" fmla="*/ 14553 w 2450561"/>
              <a:gd name="connsiteY1-6396" fmla="*/ 990852 h 2522084"/>
              <a:gd name="connsiteX2-6397" fmla="*/ 1201583 w 2450561"/>
              <a:gd name="connsiteY2-6398" fmla="*/ 9117 h 2522084"/>
              <a:gd name="connsiteX3-6399" fmla="*/ 1250106 w 2450561"/>
              <a:gd name="connsiteY3-6400" fmla="*/ 9153 h 2522084"/>
              <a:gd name="connsiteX4-6401" fmla="*/ 2437136 w 2450561"/>
              <a:gd name="connsiteY4-6402" fmla="*/ 990888 h 2522084"/>
              <a:gd name="connsiteX5-6403" fmla="*/ 2448653 w 2450561"/>
              <a:gd name="connsiteY5-6404" fmla="*/ 1033131 h 2522084"/>
              <a:gd name="connsiteX6-6405" fmla="*/ 2412804 w 2450561"/>
              <a:gd name="connsiteY6-6406" fmla="*/ 1058331 h 2522084"/>
              <a:gd name="connsiteX7-6407" fmla="*/ 1910353 w 2450561"/>
              <a:gd name="connsiteY7-6408" fmla="*/ 1058331 h 2522084"/>
              <a:gd name="connsiteX8-6409" fmla="*/ 1872254 w 2450561"/>
              <a:gd name="connsiteY8-6410" fmla="*/ 1096430 h 2522084"/>
              <a:gd name="connsiteX9-6411" fmla="*/ 1872254 w 2450561"/>
              <a:gd name="connsiteY9-6412" fmla="*/ 2484033 h 2522084"/>
              <a:gd name="connsiteX10-6413" fmla="*/ 1834154 w 2450561"/>
              <a:gd name="connsiteY10-6414" fmla="*/ 2522084 h 2522084"/>
              <a:gd name="connsiteX11-6415" fmla="*/ 617494 w 2450561"/>
              <a:gd name="connsiteY11-6416" fmla="*/ 2522084 h 2522084"/>
              <a:gd name="connsiteX12-6417" fmla="*/ 579394 w 2450561"/>
              <a:gd name="connsiteY12-6418" fmla="*/ 2483984 h 2522084"/>
              <a:gd name="connsiteX13-6419" fmla="*/ 579394 w 2450561"/>
              <a:gd name="connsiteY13-6420" fmla="*/ 1096381 h 2522084"/>
              <a:gd name="connsiteX14-6421" fmla="*/ 553993 w 2450561"/>
              <a:gd name="connsiteY14-6422" fmla="*/ 1058332 h 2522084"/>
              <a:gd name="connsiteX15-6423" fmla="*/ 3549 w 2450561"/>
              <a:gd name="connsiteY15-6424" fmla="*/ 1058332 h 2522084"/>
              <a:gd name="connsiteX16-6425" fmla="*/ 2988 w 2450561"/>
              <a:gd name="connsiteY16-6426" fmla="*/ 1033119 h 2522084"/>
              <a:gd name="connsiteX0-6427" fmla="*/ 2988 w 2450561"/>
              <a:gd name="connsiteY0-6428" fmla="*/ 1033119 h 2522084"/>
              <a:gd name="connsiteX1-6429" fmla="*/ 14553 w 2450561"/>
              <a:gd name="connsiteY1-6430" fmla="*/ 990852 h 2522084"/>
              <a:gd name="connsiteX2-6431" fmla="*/ 1201583 w 2450561"/>
              <a:gd name="connsiteY2-6432" fmla="*/ 9117 h 2522084"/>
              <a:gd name="connsiteX3-6433" fmla="*/ 1250106 w 2450561"/>
              <a:gd name="connsiteY3-6434" fmla="*/ 9153 h 2522084"/>
              <a:gd name="connsiteX4-6435" fmla="*/ 2437136 w 2450561"/>
              <a:gd name="connsiteY4-6436" fmla="*/ 990888 h 2522084"/>
              <a:gd name="connsiteX5-6437" fmla="*/ 2448653 w 2450561"/>
              <a:gd name="connsiteY5-6438" fmla="*/ 1033131 h 2522084"/>
              <a:gd name="connsiteX6-6439" fmla="*/ 2412804 w 2450561"/>
              <a:gd name="connsiteY6-6440" fmla="*/ 1058331 h 2522084"/>
              <a:gd name="connsiteX7-6441" fmla="*/ 1910353 w 2450561"/>
              <a:gd name="connsiteY7-6442" fmla="*/ 1058331 h 2522084"/>
              <a:gd name="connsiteX8-6443" fmla="*/ 1872254 w 2450561"/>
              <a:gd name="connsiteY8-6444" fmla="*/ 1096430 h 2522084"/>
              <a:gd name="connsiteX9-6445" fmla="*/ 1872254 w 2450561"/>
              <a:gd name="connsiteY9-6446" fmla="*/ 2484033 h 2522084"/>
              <a:gd name="connsiteX10-6447" fmla="*/ 1834154 w 2450561"/>
              <a:gd name="connsiteY10-6448" fmla="*/ 2522084 h 2522084"/>
              <a:gd name="connsiteX11-6449" fmla="*/ 617494 w 2450561"/>
              <a:gd name="connsiteY11-6450" fmla="*/ 2522084 h 2522084"/>
              <a:gd name="connsiteX12-6451" fmla="*/ 579394 w 2450561"/>
              <a:gd name="connsiteY12-6452" fmla="*/ 2483984 h 2522084"/>
              <a:gd name="connsiteX13-6453" fmla="*/ 579394 w 2450561"/>
              <a:gd name="connsiteY13-6454" fmla="*/ 1096381 h 2522084"/>
              <a:gd name="connsiteX14-6455" fmla="*/ 553993 w 2450561"/>
              <a:gd name="connsiteY14-6456" fmla="*/ 1058332 h 2522084"/>
              <a:gd name="connsiteX15-6457" fmla="*/ 3549 w 2450561"/>
              <a:gd name="connsiteY15-6458" fmla="*/ 1058332 h 2522084"/>
              <a:gd name="connsiteX16-6459" fmla="*/ 2988 w 2450561"/>
              <a:gd name="connsiteY16-6460" fmla="*/ 1033119 h 2522084"/>
              <a:gd name="connsiteX0-6461" fmla="*/ 2988 w 2450561"/>
              <a:gd name="connsiteY0-6462" fmla="*/ 1033119 h 2522084"/>
              <a:gd name="connsiteX1-6463" fmla="*/ 14553 w 2450561"/>
              <a:gd name="connsiteY1-6464" fmla="*/ 990852 h 2522084"/>
              <a:gd name="connsiteX2-6465" fmla="*/ 1201583 w 2450561"/>
              <a:gd name="connsiteY2-6466" fmla="*/ 9117 h 2522084"/>
              <a:gd name="connsiteX3-6467" fmla="*/ 1250106 w 2450561"/>
              <a:gd name="connsiteY3-6468" fmla="*/ 9153 h 2522084"/>
              <a:gd name="connsiteX4-6469" fmla="*/ 2437136 w 2450561"/>
              <a:gd name="connsiteY4-6470" fmla="*/ 990888 h 2522084"/>
              <a:gd name="connsiteX5-6471" fmla="*/ 2448653 w 2450561"/>
              <a:gd name="connsiteY5-6472" fmla="*/ 1033131 h 2522084"/>
              <a:gd name="connsiteX6-6473" fmla="*/ 2412804 w 2450561"/>
              <a:gd name="connsiteY6-6474" fmla="*/ 1058331 h 2522084"/>
              <a:gd name="connsiteX7-6475" fmla="*/ 1910353 w 2450561"/>
              <a:gd name="connsiteY7-6476" fmla="*/ 1058331 h 2522084"/>
              <a:gd name="connsiteX8-6477" fmla="*/ 1872254 w 2450561"/>
              <a:gd name="connsiteY8-6478" fmla="*/ 1096430 h 2522084"/>
              <a:gd name="connsiteX9-6479" fmla="*/ 1872254 w 2450561"/>
              <a:gd name="connsiteY9-6480" fmla="*/ 2484033 h 2522084"/>
              <a:gd name="connsiteX10-6481" fmla="*/ 1834154 w 2450561"/>
              <a:gd name="connsiteY10-6482" fmla="*/ 2522084 h 2522084"/>
              <a:gd name="connsiteX11-6483" fmla="*/ 617494 w 2450561"/>
              <a:gd name="connsiteY11-6484" fmla="*/ 2522084 h 2522084"/>
              <a:gd name="connsiteX12-6485" fmla="*/ 579394 w 2450561"/>
              <a:gd name="connsiteY12-6486" fmla="*/ 2483984 h 2522084"/>
              <a:gd name="connsiteX13-6487" fmla="*/ 579394 w 2450561"/>
              <a:gd name="connsiteY13-6488" fmla="*/ 1096381 h 2522084"/>
              <a:gd name="connsiteX14-6489" fmla="*/ 541295 w 2450561"/>
              <a:gd name="connsiteY14-6490" fmla="*/ 1058331 h 2522084"/>
              <a:gd name="connsiteX15-6491" fmla="*/ 3549 w 2450561"/>
              <a:gd name="connsiteY15-6492" fmla="*/ 1058332 h 2522084"/>
              <a:gd name="connsiteX16-6493" fmla="*/ 2988 w 2450561"/>
              <a:gd name="connsiteY16-6494" fmla="*/ 1033119 h 2522084"/>
              <a:gd name="connsiteX0-6495" fmla="*/ 2988 w 2450561"/>
              <a:gd name="connsiteY0-6496" fmla="*/ 1033119 h 2522084"/>
              <a:gd name="connsiteX1-6497" fmla="*/ 14553 w 2450561"/>
              <a:gd name="connsiteY1-6498" fmla="*/ 990852 h 2522084"/>
              <a:gd name="connsiteX2-6499" fmla="*/ 1201583 w 2450561"/>
              <a:gd name="connsiteY2-6500" fmla="*/ 9117 h 2522084"/>
              <a:gd name="connsiteX3-6501" fmla="*/ 1250106 w 2450561"/>
              <a:gd name="connsiteY3-6502" fmla="*/ 9153 h 2522084"/>
              <a:gd name="connsiteX4-6503" fmla="*/ 2437136 w 2450561"/>
              <a:gd name="connsiteY4-6504" fmla="*/ 990888 h 2522084"/>
              <a:gd name="connsiteX5-6505" fmla="*/ 2448653 w 2450561"/>
              <a:gd name="connsiteY5-6506" fmla="*/ 1033131 h 2522084"/>
              <a:gd name="connsiteX6-6507" fmla="*/ 2412804 w 2450561"/>
              <a:gd name="connsiteY6-6508" fmla="*/ 1058331 h 2522084"/>
              <a:gd name="connsiteX7-6509" fmla="*/ 1910353 w 2450561"/>
              <a:gd name="connsiteY7-6510" fmla="*/ 1058331 h 2522084"/>
              <a:gd name="connsiteX8-6511" fmla="*/ 1872254 w 2450561"/>
              <a:gd name="connsiteY8-6512" fmla="*/ 1096430 h 2522084"/>
              <a:gd name="connsiteX9-6513" fmla="*/ 1872254 w 2450561"/>
              <a:gd name="connsiteY9-6514" fmla="*/ 2484033 h 2522084"/>
              <a:gd name="connsiteX10-6515" fmla="*/ 1834154 w 2450561"/>
              <a:gd name="connsiteY10-6516" fmla="*/ 2522084 h 2522084"/>
              <a:gd name="connsiteX11-6517" fmla="*/ 617494 w 2450561"/>
              <a:gd name="connsiteY11-6518" fmla="*/ 2522084 h 2522084"/>
              <a:gd name="connsiteX12-6519" fmla="*/ 579394 w 2450561"/>
              <a:gd name="connsiteY12-6520" fmla="*/ 2483984 h 2522084"/>
              <a:gd name="connsiteX13-6521" fmla="*/ 579394 w 2450561"/>
              <a:gd name="connsiteY13-6522" fmla="*/ 1096381 h 2522084"/>
              <a:gd name="connsiteX14-6523" fmla="*/ 541295 w 2450561"/>
              <a:gd name="connsiteY14-6524" fmla="*/ 1058331 h 2522084"/>
              <a:gd name="connsiteX15-6525" fmla="*/ 3549 w 2450561"/>
              <a:gd name="connsiteY15-6526" fmla="*/ 1058332 h 2522084"/>
              <a:gd name="connsiteX16-6527" fmla="*/ 2988 w 2450561"/>
              <a:gd name="connsiteY16-6528" fmla="*/ 1033119 h 2522084"/>
              <a:gd name="connsiteX0-6529" fmla="*/ 2988 w 2450561"/>
              <a:gd name="connsiteY0-6530" fmla="*/ 1033119 h 2522084"/>
              <a:gd name="connsiteX1-6531" fmla="*/ 14553 w 2450561"/>
              <a:gd name="connsiteY1-6532" fmla="*/ 990852 h 2522084"/>
              <a:gd name="connsiteX2-6533" fmla="*/ 1201583 w 2450561"/>
              <a:gd name="connsiteY2-6534" fmla="*/ 9117 h 2522084"/>
              <a:gd name="connsiteX3-6535" fmla="*/ 1250106 w 2450561"/>
              <a:gd name="connsiteY3-6536" fmla="*/ 9153 h 2522084"/>
              <a:gd name="connsiteX4-6537" fmla="*/ 2437136 w 2450561"/>
              <a:gd name="connsiteY4-6538" fmla="*/ 990888 h 2522084"/>
              <a:gd name="connsiteX5-6539" fmla="*/ 2448653 w 2450561"/>
              <a:gd name="connsiteY5-6540" fmla="*/ 1033131 h 2522084"/>
              <a:gd name="connsiteX6-6541" fmla="*/ 2412804 w 2450561"/>
              <a:gd name="connsiteY6-6542" fmla="*/ 1058331 h 2522084"/>
              <a:gd name="connsiteX7-6543" fmla="*/ 1910353 w 2450561"/>
              <a:gd name="connsiteY7-6544" fmla="*/ 1058331 h 2522084"/>
              <a:gd name="connsiteX8-6545" fmla="*/ 1872254 w 2450561"/>
              <a:gd name="connsiteY8-6546" fmla="*/ 1096430 h 2522084"/>
              <a:gd name="connsiteX9-6547" fmla="*/ 1872254 w 2450561"/>
              <a:gd name="connsiteY9-6548" fmla="*/ 2484033 h 2522084"/>
              <a:gd name="connsiteX10-6549" fmla="*/ 1834154 w 2450561"/>
              <a:gd name="connsiteY10-6550" fmla="*/ 2522084 h 2522084"/>
              <a:gd name="connsiteX11-6551" fmla="*/ 617494 w 2450561"/>
              <a:gd name="connsiteY11-6552" fmla="*/ 2522084 h 2522084"/>
              <a:gd name="connsiteX12-6553" fmla="*/ 579394 w 2450561"/>
              <a:gd name="connsiteY12-6554" fmla="*/ 2483984 h 2522084"/>
              <a:gd name="connsiteX13-6555" fmla="*/ 579394 w 2450561"/>
              <a:gd name="connsiteY13-6556" fmla="*/ 1096381 h 2522084"/>
              <a:gd name="connsiteX14-6557" fmla="*/ 541295 w 2450561"/>
              <a:gd name="connsiteY14-6558" fmla="*/ 1058331 h 2522084"/>
              <a:gd name="connsiteX15-6559" fmla="*/ 3549 w 2450561"/>
              <a:gd name="connsiteY15-6560" fmla="*/ 1058332 h 2522084"/>
              <a:gd name="connsiteX16-6561" fmla="*/ 2988 w 2450561"/>
              <a:gd name="connsiteY16-6562" fmla="*/ 1033119 h 2522084"/>
              <a:gd name="connsiteX0-6563" fmla="*/ 1903 w 2449476"/>
              <a:gd name="connsiteY0-6564" fmla="*/ 1033119 h 2522084"/>
              <a:gd name="connsiteX1-6565" fmla="*/ 13468 w 2449476"/>
              <a:gd name="connsiteY1-6566" fmla="*/ 990852 h 2522084"/>
              <a:gd name="connsiteX2-6567" fmla="*/ 1200498 w 2449476"/>
              <a:gd name="connsiteY2-6568" fmla="*/ 9117 h 2522084"/>
              <a:gd name="connsiteX3-6569" fmla="*/ 1249021 w 2449476"/>
              <a:gd name="connsiteY3-6570" fmla="*/ 9153 h 2522084"/>
              <a:gd name="connsiteX4-6571" fmla="*/ 2436051 w 2449476"/>
              <a:gd name="connsiteY4-6572" fmla="*/ 990888 h 2522084"/>
              <a:gd name="connsiteX5-6573" fmla="*/ 2447568 w 2449476"/>
              <a:gd name="connsiteY5-6574" fmla="*/ 1033131 h 2522084"/>
              <a:gd name="connsiteX6-6575" fmla="*/ 2411719 w 2449476"/>
              <a:gd name="connsiteY6-6576" fmla="*/ 1058331 h 2522084"/>
              <a:gd name="connsiteX7-6577" fmla="*/ 1909268 w 2449476"/>
              <a:gd name="connsiteY7-6578" fmla="*/ 1058331 h 2522084"/>
              <a:gd name="connsiteX8-6579" fmla="*/ 1871169 w 2449476"/>
              <a:gd name="connsiteY8-6580" fmla="*/ 1096430 h 2522084"/>
              <a:gd name="connsiteX9-6581" fmla="*/ 1871169 w 2449476"/>
              <a:gd name="connsiteY9-6582" fmla="*/ 2484033 h 2522084"/>
              <a:gd name="connsiteX10-6583" fmla="*/ 1833069 w 2449476"/>
              <a:gd name="connsiteY10-6584" fmla="*/ 2522084 h 2522084"/>
              <a:gd name="connsiteX11-6585" fmla="*/ 616409 w 2449476"/>
              <a:gd name="connsiteY11-6586" fmla="*/ 2522084 h 2522084"/>
              <a:gd name="connsiteX12-6587" fmla="*/ 578309 w 2449476"/>
              <a:gd name="connsiteY12-6588" fmla="*/ 2483984 h 2522084"/>
              <a:gd name="connsiteX13-6589" fmla="*/ 578309 w 2449476"/>
              <a:gd name="connsiteY13-6590" fmla="*/ 1096381 h 2522084"/>
              <a:gd name="connsiteX14-6591" fmla="*/ 540210 w 2449476"/>
              <a:gd name="connsiteY14-6592" fmla="*/ 1058331 h 2522084"/>
              <a:gd name="connsiteX15-6593" fmla="*/ 37759 w 2449476"/>
              <a:gd name="connsiteY15-6594" fmla="*/ 1058331 h 2522084"/>
              <a:gd name="connsiteX16-6595" fmla="*/ 1903 w 2449476"/>
              <a:gd name="connsiteY16-6596" fmla="*/ 1033119 h 2522084"/>
              <a:gd name="connsiteX0-6597" fmla="*/ 1903 w 2449476"/>
              <a:gd name="connsiteY0-6598" fmla="*/ 1033119 h 2522084"/>
              <a:gd name="connsiteX1-6599" fmla="*/ 13468 w 2449476"/>
              <a:gd name="connsiteY1-6600" fmla="*/ 990852 h 2522084"/>
              <a:gd name="connsiteX2-6601" fmla="*/ 1200498 w 2449476"/>
              <a:gd name="connsiteY2-6602" fmla="*/ 9117 h 2522084"/>
              <a:gd name="connsiteX3-6603" fmla="*/ 1249021 w 2449476"/>
              <a:gd name="connsiteY3-6604" fmla="*/ 9153 h 2522084"/>
              <a:gd name="connsiteX4-6605" fmla="*/ 2436051 w 2449476"/>
              <a:gd name="connsiteY4-6606" fmla="*/ 990888 h 2522084"/>
              <a:gd name="connsiteX5-6607" fmla="*/ 2447568 w 2449476"/>
              <a:gd name="connsiteY5-6608" fmla="*/ 1033131 h 2522084"/>
              <a:gd name="connsiteX6-6609" fmla="*/ 2411719 w 2449476"/>
              <a:gd name="connsiteY6-6610" fmla="*/ 1058331 h 2522084"/>
              <a:gd name="connsiteX7-6611" fmla="*/ 1909268 w 2449476"/>
              <a:gd name="connsiteY7-6612" fmla="*/ 1058331 h 2522084"/>
              <a:gd name="connsiteX8-6613" fmla="*/ 1871169 w 2449476"/>
              <a:gd name="connsiteY8-6614" fmla="*/ 1096430 h 2522084"/>
              <a:gd name="connsiteX9-6615" fmla="*/ 1871169 w 2449476"/>
              <a:gd name="connsiteY9-6616" fmla="*/ 2484033 h 2522084"/>
              <a:gd name="connsiteX10-6617" fmla="*/ 1833069 w 2449476"/>
              <a:gd name="connsiteY10-6618" fmla="*/ 2522084 h 2522084"/>
              <a:gd name="connsiteX11-6619" fmla="*/ 616409 w 2449476"/>
              <a:gd name="connsiteY11-6620" fmla="*/ 2522084 h 2522084"/>
              <a:gd name="connsiteX12-6621" fmla="*/ 578309 w 2449476"/>
              <a:gd name="connsiteY12-6622" fmla="*/ 2483984 h 2522084"/>
              <a:gd name="connsiteX13-6623" fmla="*/ 578309 w 2449476"/>
              <a:gd name="connsiteY13-6624" fmla="*/ 1096381 h 2522084"/>
              <a:gd name="connsiteX14-6625" fmla="*/ 540210 w 2449476"/>
              <a:gd name="connsiteY14-6626" fmla="*/ 1058331 h 2522084"/>
              <a:gd name="connsiteX15-6627" fmla="*/ 37759 w 2449476"/>
              <a:gd name="connsiteY15-6628" fmla="*/ 1058331 h 2522084"/>
              <a:gd name="connsiteX16-6629" fmla="*/ 1903 w 2449476"/>
              <a:gd name="connsiteY16-6630" fmla="*/ 1033119 h 25220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</a:cxnLst>
            <a:rect l="l" t="t" r="r" b="b"/>
            <a:pathLst>
              <a:path w="2449476" h="2522084">
                <a:moveTo>
                  <a:pt x="1903" y="1033119"/>
                </a:moveTo>
                <a:cubicBezTo>
                  <a:pt x="-3095" y="1019238"/>
                  <a:pt x="2100" y="1000255"/>
                  <a:pt x="13468" y="990852"/>
                </a:cubicBezTo>
                <a:cubicBezTo>
                  <a:pt x="13468" y="990852"/>
                  <a:pt x="1200498" y="9117"/>
                  <a:pt x="1200498" y="9117"/>
                </a:cubicBezTo>
                <a:cubicBezTo>
                  <a:pt x="1215226" y="-3063"/>
                  <a:pt x="1234293" y="-3026"/>
                  <a:pt x="1249021" y="9153"/>
                </a:cubicBezTo>
                <a:cubicBezTo>
                  <a:pt x="1249021" y="9153"/>
                  <a:pt x="2436051" y="990888"/>
                  <a:pt x="2436051" y="990888"/>
                </a:cubicBezTo>
                <a:cubicBezTo>
                  <a:pt x="2447419" y="1000290"/>
                  <a:pt x="2452562" y="1019249"/>
                  <a:pt x="2447568" y="1033131"/>
                </a:cubicBezTo>
                <a:cubicBezTo>
                  <a:pt x="2442572" y="1047013"/>
                  <a:pt x="2426472" y="1058331"/>
                  <a:pt x="2411719" y="1058331"/>
                </a:cubicBezTo>
                <a:cubicBezTo>
                  <a:pt x="2411719" y="1058331"/>
                  <a:pt x="1909268" y="1058331"/>
                  <a:pt x="1909268" y="1058331"/>
                </a:cubicBezTo>
                <a:cubicBezTo>
                  <a:pt x="1886950" y="1058331"/>
                  <a:pt x="1871169" y="1074112"/>
                  <a:pt x="1871169" y="1096430"/>
                </a:cubicBezTo>
                <a:cubicBezTo>
                  <a:pt x="1871169" y="1096430"/>
                  <a:pt x="1871169" y="2484033"/>
                  <a:pt x="1871169" y="2484033"/>
                </a:cubicBezTo>
                <a:cubicBezTo>
                  <a:pt x="1871169" y="2506352"/>
                  <a:pt x="1855388" y="2522084"/>
                  <a:pt x="1833069" y="2522084"/>
                </a:cubicBezTo>
                <a:cubicBezTo>
                  <a:pt x="1833069" y="2522084"/>
                  <a:pt x="616409" y="2522084"/>
                  <a:pt x="616409" y="2522084"/>
                </a:cubicBezTo>
                <a:cubicBezTo>
                  <a:pt x="594090" y="2522084"/>
                  <a:pt x="578309" y="2506303"/>
                  <a:pt x="578309" y="2483984"/>
                </a:cubicBezTo>
                <a:cubicBezTo>
                  <a:pt x="578309" y="2483984"/>
                  <a:pt x="578309" y="1096381"/>
                  <a:pt x="578309" y="1096381"/>
                </a:cubicBezTo>
                <a:cubicBezTo>
                  <a:pt x="578309" y="1074063"/>
                  <a:pt x="562528" y="1058331"/>
                  <a:pt x="540210" y="1058331"/>
                </a:cubicBezTo>
                <a:cubicBezTo>
                  <a:pt x="540210" y="1058331"/>
                  <a:pt x="37759" y="1058331"/>
                  <a:pt x="37759" y="1058331"/>
                </a:cubicBezTo>
                <a:cubicBezTo>
                  <a:pt x="23005" y="1058331"/>
                  <a:pt x="6901" y="1046999"/>
                  <a:pt x="1903" y="1033119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15000"/>
            </a:schemeClr>
          </a:solidFill>
          <a:ln>
            <a:noFill/>
          </a:ln>
          <a:effectLst>
            <a:outerShdw blurRad="50800" dist="38100" dir="2700000" algn="tl" rotWithShape="0">
              <a:schemeClr val="accent1">
                <a:lumMod val="75000"/>
                <a:alpha val="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任意多边形: 形状 42"/>
          <p:cNvSpPr/>
          <p:nvPr>
            <p:custDataLst>
              <p:tags r:id="rId5"/>
            </p:custDataLst>
          </p:nvPr>
        </p:nvSpPr>
        <p:spPr>
          <a:xfrm rot="16200000">
            <a:off x="4328160" y="3376295"/>
            <a:ext cx="1842770" cy="2522220"/>
          </a:xfrm>
          <a:custGeom>
            <a:avLst/>
            <a:gdLst>
              <a:gd name="connsiteX0" fmla="*/ 0 w 2585764"/>
              <a:gd name="connsiteY0" fmla="*/ 1069299 h 2533101"/>
              <a:gd name="connsiteX1" fmla="*/ 0 w 2585764"/>
              <a:gd name="connsiteY1" fmla="*/ 1069299 h 2533101"/>
              <a:gd name="connsiteX2" fmla="*/ 1292905 w 2585764"/>
              <a:gd name="connsiteY2" fmla="*/ 0 h 2533101"/>
              <a:gd name="connsiteX3" fmla="*/ 1292860 w 2585764"/>
              <a:gd name="connsiteY3" fmla="*/ 37 h 2533101"/>
              <a:gd name="connsiteX4" fmla="*/ 2585764 w 2585764"/>
              <a:gd name="connsiteY4" fmla="*/ 1069336 h 2533101"/>
              <a:gd name="connsiteX5" fmla="*/ 2585720 w 2585764"/>
              <a:gd name="connsiteY5" fmla="*/ 1069299 h 2533101"/>
              <a:gd name="connsiteX6" fmla="*/ 2585720 w 2585764"/>
              <a:gd name="connsiteY6" fmla="*/ 1069299 h 2533101"/>
              <a:gd name="connsiteX7" fmla="*/ 1939290 w 2585764"/>
              <a:gd name="connsiteY7" fmla="*/ 1069299 h 2533101"/>
              <a:gd name="connsiteX8" fmla="*/ 1939290 w 2585764"/>
              <a:gd name="connsiteY8" fmla="*/ 1069299 h 2533101"/>
              <a:gd name="connsiteX9" fmla="*/ 1939290 w 2585764"/>
              <a:gd name="connsiteY9" fmla="*/ 2533101 h 2533101"/>
              <a:gd name="connsiteX10" fmla="*/ 1939290 w 2585764"/>
              <a:gd name="connsiteY10" fmla="*/ 2533052 h 2533101"/>
              <a:gd name="connsiteX11" fmla="*/ 646430 w 2585764"/>
              <a:gd name="connsiteY11" fmla="*/ 2533052 h 2533101"/>
              <a:gd name="connsiteX12" fmla="*/ 646430 w 2585764"/>
              <a:gd name="connsiteY12" fmla="*/ 2533052 h 2533101"/>
              <a:gd name="connsiteX13" fmla="*/ 646430 w 2585764"/>
              <a:gd name="connsiteY13" fmla="*/ 1069250 h 2533101"/>
              <a:gd name="connsiteX14" fmla="*/ 646430 w 2585764"/>
              <a:gd name="connsiteY14" fmla="*/ 1069299 h 2533101"/>
              <a:gd name="connsiteX15" fmla="*/ 0 w 2585764"/>
              <a:gd name="connsiteY15" fmla="*/ 1069299 h 2533101"/>
              <a:gd name="connsiteX16" fmla="*/ 0 w 2585764"/>
              <a:gd name="connsiteY16" fmla="*/ 1069299 h 2533101"/>
              <a:gd name="connsiteX0-1" fmla="*/ 0 w 2585764"/>
              <a:gd name="connsiteY0-2" fmla="*/ 1069299 h 2533101"/>
              <a:gd name="connsiteX1-3" fmla="*/ 0 w 2585764"/>
              <a:gd name="connsiteY1-4" fmla="*/ 1069299 h 2533101"/>
              <a:gd name="connsiteX2-5" fmla="*/ 1292905 w 2585764"/>
              <a:gd name="connsiteY2-6" fmla="*/ 0 h 2533101"/>
              <a:gd name="connsiteX3-7" fmla="*/ 1292860 w 2585764"/>
              <a:gd name="connsiteY3-8" fmla="*/ 37 h 2533101"/>
              <a:gd name="connsiteX4-9" fmla="*/ 2585764 w 2585764"/>
              <a:gd name="connsiteY4-10" fmla="*/ 1069336 h 2533101"/>
              <a:gd name="connsiteX5-11" fmla="*/ 2585720 w 2585764"/>
              <a:gd name="connsiteY5-12" fmla="*/ 1069299 h 2533101"/>
              <a:gd name="connsiteX6-13" fmla="*/ 2585720 w 2585764"/>
              <a:gd name="connsiteY6-14" fmla="*/ 1069299 h 2533101"/>
              <a:gd name="connsiteX7-15" fmla="*/ 1939290 w 2585764"/>
              <a:gd name="connsiteY7-16" fmla="*/ 1069299 h 2533101"/>
              <a:gd name="connsiteX8-17" fmla="*/ 1939290 w 2585764"/>
              <a:gd name="connsiteY8-18" fmla="*/ 1069299 h 2533101"/>
              <a:gd name="connsiteX9-19" fmla="*/ 1939290 w 2585764"/>
              <a:gd name="connsiteY9-20" fmla="*/ 2533101 h 2533101"/>
              <a:gd name="connsiteX10-21" fmla="*/ 1939290 w 2585764"/>
              <a:gd name="connsiteY10-22" fmla="*/ 2533052 h 2533101"/>
              <a:gd name="connsiteX11-23" fmla="*/ 646430 w 2585764"/>
              <a:gd name="connsiteY11-24" fmla="*/ 2533052 h 2533101"/>
              <a:gd name="connsiteX12-25" fmla="*/ 646430 w 2585764"/>
              <a:gd name="connsiteY12-26" fmla="*/ 2533052 h 2533101"/>
              <a:gd name="connsiteX13-27" fmla="*/ 646430 w 2585764"/>
              <a:gd name="connsiteY13-28" fmla="*/ 1069250 h 2533101"/>
              <a:gd name="connsiteX14-29" fmla="*/ 646430 w 2585764"/>
              <a:gd name="connsiteY14-30" fmla="*/ 1069299 h 2533101"/>
              <a:gd name="connsiteX15-31" fmla="*/ 0 w 2585764"/>
              <a:gd name="connsiteY15-32" fmla="*/ 1069299 h 2533101"/>
              <a:gd name="connsiteX16-33" fmla="*/ 0 w 2585764"/>
              <a:gd name="connsiteY16-34" fmla="*/ 1069300 h 2533101"/>
              <a:gd name="connsiteX0-35" fmla="*/ 0 w 2585764"/>
              <a:gd name="connsiteY0-36" fmla="*/ 1069300 h 2533101"/>
              <a:gd name="connsiteX1-37" fmla="*/ 0 w 2585764"/>
              <a:gd name="connsiteY1-38" fmla="*/ 1069299 h 2533101"/>
              <a:gd name="connsiteX2-39" fmla="*/ 1292905 w 2585764"/>
              <a:gd name="connsiteY2-40" fmla="*/ 0 h 2533101"/>
              <a:gd name="connsiteX3-41" fmla="*/ 1292860 w 2585764"/>
              <a:gd name="connsiteY3-42" fmla="*/ 37 h 2533101"/>
              <a:gd name="connsiteX4-43" fmla="*/ 2585764 w 2585764"/>
              <a:gd name="connsiteY4-44" fmla="*/ 1069336 h 2533101"/>
              <a:gd name="connsiteX5-45" fmla="*/ 2585720 w 2585764"/>
              <a:gd name="connsiteY5-46" fmla="*/ 1069299 h 2533101"/>
              <a:gd name="connsiteX6-47" fmla="*/ 2585720 w 2585764"/>
              <a:gd name="connsiteY6-48" fmla="*/ 1069299 h 2533101"/>
              <a:gd name="connsiteX7-49" fmla="*/ 1939290 w 2585764"/>
              <a:gd name="connsiteY7-50" fmla="*/ 1069299 h 2533101"/>
              <a:gd name="connsiteX8-51" fmla="*/ 1939290 w 2585764"/>
              <a:gd name="connsiteY8-52" fmla="*/ 1069299 h 2533101"/>
              <a:gd name="connsiteX9-53" fmla="*/ 1939290 w 2585764"/>
              <a:gd name="connsiteY9-54" fmla="*/ 2533101 h 2533101"/>
              <a:gd name="connsiteX10-55" fmla="*/ 1939290 w 2585764"/>
              <a:gd name="connsiteY10-56" fmla="*/ 2533052 h 2533101"/>
              <a:gd name="connsiteX11-57" fmla="*/ 646430 w 2585764"/>
              <a:gd name="connsiteY11-58" fmla="*/ 2533052 h 2533101"/>
              <a:gd name="connsiteX12-59" fmla="*/ 646430 w 2585764"/>
              <a:gd name="connsiteY12-60" fmla="*/ 2533052 h 2533101"/>
              <a:gd name="connsiteX13-61" fmla="*/ 646430 w 2585764"/>
              <a:gd name="connsiteY13-62" fmla="*/ 1069250 h 2533101"/>
              <a:gd name="connsiteX14-63" fmla="*/ 646430 w 2585764"/>
              <a:gd name="connsiteY14-64" fmla="*/ 1069299 h 2533101"/>
              <a:gd name="connsiteX15-65" fmla="*/ 0 w 2585764"/>
              <a:gd name="connsiteY15-66" fmla="*/ 1069299 h 2533101"/>
              <a:gd name="connsiteX16-67" fmla="*/ 0 w 2585764"/>
              <a:gd name="connsiteY16-68" fmla="*/ 1069300 h 2533101"/>
              <a:gd name="connsiteX0-69" fmla="*/ 0 w 2585764"/>
              <a:gd name="connsiteY0-70" fmla="*/ 1069300 h 2533101"/>
              <a:gd name="connsiteX1-71" fmla="*/ 0 w 2585764"/>
              <a:gd name="connsiteY1-72" fmla="*/ 1069299 h 2533101"/>
              <a:gd name="connsiteX2-73" fmla="*/ 1292905 w 2585764"/>
              <a:gd name="connsiteY2-74" fmla="*/ 0 h 2533101"/>
              <a:gd name="connsiteX3-75" fmla="*/ 1292860 w 2585764"/>
              <a:gd name="connsiteY3-76" fmla="*/ 37 h 2533101"/>
              <a:gd name="connsiteX4-77" fmla="*/ 2585764 w 2585764"/>
              <a:gd name="connsiteY4-78" fmla="*/ 1069336 h 2533101"/>
              <a:gd name="connsiteX5-79" fmla="*/ 2585720 w 2585764"/>
              <a:gd name="connsiteY5-80" fmla="*/ 1069299 h 2533101"/>
              <a:gd name="connsiteX6-81" fmla="*/ 2585720 w 2585764"/>
              <a:gd name="connsiteY6-82" fmla="*/ 1069299 h 2533101"/>
              <a:gd name="connsiteX7-83" fmla="*/ 1939290 w 2585764"/>
              <a:gd name="connsiteY7-84" fmla="*/ 1069299 h 2533101"/>
              <a:gd name="connsiteX8-85" fmla="*/ 1939290 w 2585764"/>
              <a:gd name="connsiteY8-86" fmla="*/ 1069299 h 2533101"/>
              <a:gd name="connsiteX9-87" fmla="*/ 1939290 w 2585764"/>
              <a:gd name="connsiteY9-88" fmla="*/ 2533101 h 2533101"/>
              <a:gd name="connsiteX10-89" fmla="*/ 1939290 w 2585764"/>
              <a:gd name="connsiteY10-90" fmla="*/ 2533052 h 2533101"/>
              <a:gd name="connsiteX11-91" fmla="*/ 646430 w 2585764"/>
              <a:gd name="connsiteY11-92" fmla="*/ 2533052 h 2533101"/>
              <a:gd name="connsiteX12-93" fmla="*/ 646430 w 2585764"/>
              <a:gd name="connsiteY12-94" fmla="*/ 2533052 h 2533101"/>
              <a:gd name="connsiteX13-95" fmla="*/ 646430 w 2585764"/>
              <a:gd name="connsiteY13-96" fmla="*/ 1069250 h 2533101"/>
              <a:gd name="connsiteX14-97" fmla="*/ 646430 w 2585764"/>
              <a:gd name="connsiteY14-98" fmla="*/ 1069299 h 2533101"/>
              <a:gd name="connsiteX15-99" fmla="*/ 0 w 2585764"/>
              <a:gd name="connsiteY15-100" fmla="*/ 1069299 h 2533101"/>
              <a:gd name="connsiteX16-101" fmla="*/ 0 w 2585764"/>
              <a:gd name="connsiteY16-102" fmla="*/ 1069300 h 2533101"/>
              <a:gd name="connsiteX0-103" fmla="*/ 0 w 2585764"/>
              <a:gd name="connsiteY0-104" fmla="*/ 1069300 h 2533101"/>
              <a:gd name="connsiteX1-105" fmla="*/ 0 w 2585764"/>
              <a:gd name="connsiteY1-106" fmla="*/ 1069299 h 2533101"/>
              <a:gd name="connsiteX2-107" fmla="*/ 1292905 w 2585764"/>
              <a:gd name="connsiteY2-108" fmla="*/ 0 h 2533101"/>
              <a:gd name="connsiteX3-109" fmla="*/ 1292860 w 2585764"/>
              <a:gd name="connsiteY3-110" fmla="*/ 37 h 2533101"/>
              <a:gd name="connsiteX4-111" fmla="*/ 2585764 w 2585764"/>
              <a:gd name="connsiteY4-112" fmla="*/ 1069336 h 2533101"/>
              <a:gd name="connsiteX5-113" fmla="*/ 2585720 w 2585764"/>
              <a:gd name="connsiteY5-114" fmla="*/ 1069299 h 2533101"/>
              <a:gd name="connsiteX6-115" fmla="*/ 2585720 w 2585764"/>
              <a:gd name="connsiteY6-116" fmla="*/ 1069299 h 2533101"/>
              <a:gd name="connsiteX7-117" fmla="*/ 1939290 w 2585764"/>
              <a:gd name="connsiteY7-118" fmla="*/ 1069299 h 2533101"/>
              <a:gd name="connsiteX8-119" fmla="*/ 1939290 w 2585764"/>
              <a:gd name="connsiteY8-120" fmla="*/ 1069299 h 2533101"/>
              <a:gd name="connsiteX9-121" fmla="*/ 1939290 w 2585764"/>
              <a:gd name="connsiteY9-122" fmla="*/ 2533101 h 2533101"/>
              <a:gd name="connsiteX10-123" fmla="*/ 1939290 w 2585764"/>
              <a:gd name="connsiteY10-124" fmla="*/ 2533052 h 2533101"/>
              <a:gd name="connsiteX11-125" fmla="*/ 646430 w 2585764"/>
              <a:gd name="connsiteY11-126" fmla="*/ 2533052 h 2533101"/>
              <a:gd name="connsiteX12-127" fmla="*/ 646430 w 2585764"/>
              <a:gd name="connsiteY12-128" fmla="*/ 2533052 h 2533101"/>
              <a:gd name="connsiteX13-129" fmla="*/ 646430 w 2585764"/>
              <a:gd name="connsiteY13-130" fmla="*/ 1069250 h 2533101"/>
              <a:gd name="connsiteX14-131" fmla="*/ 646430 w 2585764"/>
              <a:gd name="connsiteY14-132" fmla="*/ 1069299 h 2533101"/>
              <a:gd name="connsiteX15-133" fmla="*/ 0 w 2585764"/>
              <a:gd name="connsiteY15-134" fmla="*/ 1069299 h 2533101"/>
              <a:gd name="connsiteX16-135" fmla="*/ 0 w 2585764"/>
              <a:gd name="connsiteY16-136" fmla="*/ 1069300 h 2533101"/>
              <a:gd name="connsiteX0-137" fmla="*/ 0 w 2585764"/>
              <a:gd name="connsiteY0-138" fmla="*/ 1069300 h 2533101"/>
              <a:gd name="connsiteX1-139" fmla="*/ 0 w 2585764"/>
              <a:gd name="connsiteY1-140" fmla="*/ 1069300 h 2533101"/>
              <a:gd name="connsiteX2-141" fmla="*/ 1292905 w 2585764"/>
              <a:gd name="connsiteY2-142" fmla="*/ 0 h 2533101"/>
              <a:gd name="connsiteX3-143" fmla="*/ 1292860 w 2585764"/>
              <a:gd name="connsiteY3-144" fmla="*/ 37 h 2533101"/>
              <a:gd name="connsiteX4-145" fmla="*/ 2585764 w 2585764"/>
              <a:gd name="connsiteY4-146" fmla="*/ 1069336 h 2533101"/>
              <a:gd name="connsiteX5-147" fmla="*/ 2585720 w 2585764"/>
              <a:gd name="connsiteY5-148" fmla="*/ 1069299 h 2533101"/>
              <a:gd name="connsiteX6-149" fmla="*/ 2585720 w 2585764"/>
              <a:gd name="connsiteY6-150" fmla="*/ 1069299 h 2533101"/>
              <a:gd name="connsiteX7-151" fmla="*/ 1939290 w 2585764"/>
              <a:gd name="connsiteY7-152" fmla="*/ 1069299 h 2533101"/>
              <a:gd name="connsiteX8-153" fmla="*/ 1939290 w 2585764"/>
              <a:gd name="connsiteY8-154" fmla="*/ 1069299 h 2533101"/>
              <a:gd name="connsiteX9-155" fmla="*/ 1939290 w 2585764"/>
              <a:gd name="connsiteY9-156" fmla="*/ 2533101 h 2533101"/>
              <a:gd name="connsiteX10-157" fmla="*/ 1939290 w 2585764"/>
              <a:gd name="connsiteY10-158" fmla="*/ 2533052 h 2533101"/>
              <a:gd name="connsiteX11-159" fmla="*/ 646430 w 2585764"/>
              <a:gd name="connsiteY11-160" fmla="*/ 2533052 h 2533101"/>
              <a:gd name="connsiteX12-161" fmla="*/ 646430 w 2585764"/>
              <a:gd name="connsiteY12-162" fmla="*/ 2533052 h 2533101"/>
              <a:gd name="connsiteX13-163" fmla="*/ 646430 w 2585764"/>
              <a:gd name="connsiteY13-164" fmla="*/ 1069250 h 2533101"/>
              <a:gd name="connsiteX14-165" fmla="*/ 646430 w 2585764"/>
              <a:gd name="connsiteY14-166" fmla="*/ 1069299 h 2533101"/>
              <a:gd name="connsiteX15-167" fmla="*/ 0 w 2585764"/>
              <a:gd name="connsiteY15-168" fmla="*/ 1069299 h 2533101"/>
              <a:gd name="connsiteX16-169" fmla="*/ 0 w 2585764"/>
              <a:gd name="connsiteY16-170" fmla="*/ 1069300 h 2533101"/>
              <a:gd name="connsiteX0-171" fmla="*/ 0 w 2585764"/>
              <a:gd name="connsiteY0-172" fmla="*/ 1069300 h 2533101"/>
              <a:gd name="connsiteX1-173" fmla="*/ 0 w 2585764"/>
              <a:gd name="connsiteY1-174" fmla="*/ 1069300 h 2533101"/>
              <a:gd name="connsiteX2-175" fmla="*/ 1292905 w 2585764"/>
              <a:gd name="connsiteY2-176" fmla="*/ 0 h 2533101"/>
              <a:gd name="connsiteX3-177" fmla="*/ 1292860 w 2585764"/>
              <a:gd name="connsiteY3-178" fmla="*/ 37 h 2533101"/>
              <a:gd name="connsiteX4-179" fmla="*/ 2585764 w 2585764"/>
              <a:gd name="connsiteY4-180" fmla="*/ 1069336 h 2533101"/>
              <a:gd name="connsiteX5-181" fmla="*/ 2585720 w 2585764"/>
              <a:gd name="connsiteY5-182" fmla="*/ 1069299 h 2533101"/>
              <a:gd name="connsiteX6-183" fmla="*/ 2585720 w 2585764"/>
              <a:gd name="connsiteY6-184" fmla="*/ 1069299 h 2533101"/>
              <a:gd name="connsiteX7-185" fmla="*/ 1939290 w 2585764"/>
              <a:gd name="connsiteY7-186" fmla="*/ 1069299 h 2533101"/>
              <a:gd name="connsiteX8-187" fmla="*/ 1939290 w 2585764"/>
              <a:gd name="connsiteY8-188" fmla="*/ 1069299 h 2533101"/>
              <a:gd name="connsiteX9-189" fmla="*/ 1939290 w 2585764"/>
              <a:gd name="connsiteY9-190" fmla="*/ 2533101 h 2533101"/>
              <a:gd name="connsiteX10-191" fmla="*/ 1939290 w 2585764"/>
              <a:gd name="connsiteY10-192" fmla="*/ 2533052 h 2533101"/>
              <a:gd name="connsiteX11-193" fmla="*/ 646430 w 2585764"/>
              <a:gd name="connsiteY11-194" fmla="*/ 2533052 h 2533101"/>
              <a:gd name="connsiteX12-195" fmla="*/ 646430 w 2585764"/>
              <a:gd name="connsiteY12-196" fmla="*/ 2533052 h 2533101"/>
              <a:gd name="connsiteX13-197" fmla="*/ 646430 w 2585764"/>
              <a:gd name="connsiteY13-198" fmla="*/ 1069250 h 2533101"/>
              <a:gd name="connsiteX14-199" fmla="*/ 646430 w 2585764"/>
              <a:gd name="connsiteY14-200" fmla="*/ 1069299 h 2533101"/>
              <a:gd name="connsiteX15-201" fmla="*/ 0 w 2585764"/>
              <a:gd name="connsiteY15-202" fmla="*/ 1069299 h 2533101"/>
              <a:gd name="connsiteX16-203" fmla="*/ 0 w 2585764"/>
              <a:gd name="connsiteY16-204" fmla="*/ 1069300 h 2533101"/>
              <a:gd name="connsiteX0-205" fmla="*/ 0 w 2585764"/>
              <a:gd name="connsiteY0-206" fmla="*/ 1069300 h 2533101"/>
              <a:gd name="connsiteX1-207" fmla="*/ 0 w 2585764"/>
              <a:gd name="connsiteY1-208" fmla="*/ 1069300 h 2533101"/>
              <a:gd name="connsiteX2-209" fmla="*/ 1292905 w 2585764"/>
              <a:gd name="connsiteY2-210" fmla="*/ 0 h 2533101"/>
              <a:gd name="connsiteX3-211" fmla="*/ 1292860 w 2585764"/>
              <a:gd name="connsiteY3-212" fmla="*/ 37 h 2533101"/>
              <a:gd name="connsiteX4-213" fmla="*/ 2585764 w 2585764"/>
              <a:gd name="connsiteY4-214" fmla="*/ 1069336 h 2533101"/>
              <a:gd name="connsiteX5-215" fmla="*/ 2585720 w 2585764"/>
              <a:gd name="connsiteY5-216" fmla="*/ 1069299 h 2533101"/>
              <a:gd name="connsiteX6-217" fmla="*/ 2585720 w 2585764"/>
              <a:gd name="connsiteY6-218" fmla="*/ 1069299 h 2533101"/>
              <a:gd name="connsiteX7-219" fmla="*/ 1939290 w 2585764"/>
              <a:gd name="connsiteY7-220" fmla="*/ 1069299 h 2533101"/>
              <a:gd name="connsiteX8-221" fmla="*/ 1939290 w 2585764"/>
              <a:gd name="connsiteY8-222" fmla="*/ 1069299 h 2533101"/>
              <a:gd name="connsiteX9-223" fmla="*/ 1939290 w 2585764"/>
              <a:gd name="connsiteY9-224" fmla="*/ 2533101 h 2533101"/>
              <a:gd name="connsiteX10-225" fmla="*/ 1939290 w 2585764"/>
              <a:gd name="connsiteY10-226" fmla="*/ 2533052 h 2533101"/>
              <a:gd name="connsiteX11-227" fmla="*/ 646430 w 2585764"/>
              <a:gd name="connsiteY11-228" fmla="*/ 2533052 h 2533101"/>
              <a:gd name="connsiteX12-229" fmla="*/ 646430 w 2585764"/>
              <a:gd name="connsiteY12-230" fmla="*/ 2533052 h 2533101"/>
              <a:gd name="connsiteX13-231" fmla="*/ 646430 w 2585764"/>
              <a:gd name="connsiteY13-232" fmla="*/ 1069250 h 2533101"/>
              <a:gd name="connsiteX14-233" fmla="*/ 646430 w 2585764"/>
              <a:gd name="connsiteY14-234" fmla="*/ 1069299 h 2533101"/>
              <a:gd name="connsiteX15-235" fmla="*/ 0 w 2585764"/>
              <a:gd name="connsiteY15-236" fmla="*/ 1069299 h 2533101"/>
              <a:gd name="connsiteX16-237" fmla="*/ 0 w 2585764"/>
              <a:gd name="connsiteY16-238" fmla="*/ 1069300 h 2533101"/>
              <a:gd name="connsiteX0-239" fmla="*/ 0 w 2585764"/>
              <a:gd name="connsiteY0-240" fmla="*/ 1069299 h 2533100"/>
              <a:gd name="connsiteX1-241" fmla="*/ 0 w 2585764"/>
              <a:gd name="connsiteY1-242" fmla="*/ 1069299 h 2533100"/>
              <a:gd name="connsiteX2-243" fmla="*/ 1292905 w 2585764"/>
              <a:gd name="connsiteY2-244" fmla="*/ 0 h 2533100"/>
              <a:gd name="connsiteX3-245" fmla="*/ 1292860 w 2585764"/>
              <a:gd name="connsiteY3-246" fmla="*/ 36 h 2533100"/>
              <a:gd name="connsiteX4-247" fmla="*/ 2585764 w 2585764"/>
              <a:gd name="connsiteY4-248" fmla="*/ 1069335 h 2533100"/>
              <a:gd name="connsiteX5-249" fmla="*/ 2585720 w 2585764"/>
              <a:gd name="connsiteY5-250" fmla="*/ 1069298 h 2533100"/>
              <a:gd name="connsiteX6-251" fmla="*/ 2585720 w 2585764"/>
              <a:gd name="connsiteY6-252" fmla="*/ 1069298 h 2533100"/>
              <a:gd name="connsiteX7-253" fmla="*/ 1939290 w 2585764"/>
              <a:gd name="connsiteY7-254" fmla="*/ 1069298 h 2533100"/>
              <a:gd name="connsiteX8-255" fmla="*/ 1939290 w 2585764"/>
              <a:gd name="connsiteY8-256" fmla="*/ 1069298 h 2533100"/>
              <a:gd name="connsiteX9-257" fmla="*/ 1939290 w 2585764"/>
              <a:gd name="connsiteY9-258" fmla="*/ 2533100 h 2533100"/>
              <a:gd name="connsiteX10-259" fmla="*/ 1939290 w 2585764"/>
              <a:gd name="connsiteY10-260" fmla="*/ 2533051 h 2533100"/>
              <a:gd name="connsiteX11-261" fmla="*/ 646430 w 2585764"/>
              <a:gd name="connsiteY11-262" fmla="*/ 2533051 h 2533100"/>
              <a:gd name="connsiteX12-263" fmla="*/ 646430 w 2585764"/>
              <a:gd name="connsiteY12-264" fmla="*/ 2533051 h 2533100"/>
              <a:gd name="connsiteX13-265" fmla="*/ 646430 w 2585764"/>
              <a:gd name="connsiteY13-266" fmla="*/ 1069249 h 2533100"/>
              <a:gd name="connsiteX14-267" fmla="*/ 646430 w 2585764"/>
              <a:gd name="connsiteY14-268" fmla="*/ 1069298 h 2533100"/>
              <a:gd name="connsiteX15-269" fmla="*/ 0 w 2585764"/>
              <a:gd name="connsiteY15-270" fmla="*/ 1069298 h 2533100"/>
              <a:gd name="connsiteX16-271" fmla="*/ 0 w 2585764"/>
              <a:gd name="connsiteY16-272" fmla="*/ 1069299 h 2533100"/>
              <a:gd name="connsiteX0-273" fmla="*/ 0 w 2585764"/>
              <a:gd name="connsiteY0-274" fmla="*/ 1069299 h 2533100"/>
              <a:gd name="connsiteX1-275" fmla="*/ 0 w 2585764"/>
              <a:gd name="connsiteY1-276" fmla="*/ 1069299 h 2533100"/>
              <a:gd name="connsiteX2-277" fmla="*/ 1292905 w 2585764"/>
              <a:gd name="connsiteY2-278" fmla="*/ 0 h 2533100"/>
              <a:gd name="connsiteX3-279" fmla="*/ 1292860 w 2585764"/>
              <a:gd name="connsiteY3-280" fmla="*/ 36 h 2533100"/>
              <a:gd name="connsiteX4-281" fmla="*/ 2585764 w 2585764"/>
              <a:gd name="connsiteY4-282" fmla="*/ 1069335 h 2533100"/>
              <a:gd name="connsiteX5-283" fmla="*/ 2585720 w 2585764"/>
              <a:gd name="connsiteY5-284" fmla="*/ 1069298 h 2533100"/>
              <a:gd name="connsiteX6-285" fmla="*/ 2585720 w 2585764"/>
              <a:gd name="connsiteY6-286" fmla="*/ 1069298 h 2533100"/>
              <a:gd name="connsiteX7-287" fmla="*/ 1939290 w 2585764"/>
              <a:gd name="connsiteY7-288" fmla="*/ 1069298 h 2533100"/>
              <a:gd name="connsiteX8-289" fmla="*/ 1939290 w 2585764"/>
              <a:gd name="connsiteY8-290" fmla="*/ 1069298 h 2533100"/>
              <a:gd name="connsiteX9-291" fmla="*/ 1939290 w 2585764"/>
              <a:gd name="connsiteY9-292" fmla="*/ 2533100 h 2533100"/>
              <a:gd name="connsiteX10-293" fmla="*/ 1939290 w 2585764"/>
              <a:gd name="connsiteY10-294" fmla="*/ 2533051 h 2533100"/>
              <a:gd name="connsiteX11-295" fmla="*/ 646430 w 2585764"/>
              <a:gd name="connsiteY11-296" fmla="*/ 2533051 h 2533100"/>
              <a:gd name="connsiteX12-297" fmla="*/ 646430 w 2585764"/>
              <a:gd name="connsiteY12-298" fmla="*/ 2533051 h 2533100"/>
              <a:gd name="connsiteX13-299" fmla="*/ 646430 w 2585764"/>
              <a:gd name="connsiteY13-300" fmla="*/ 1069249 h 2533100"/>
              <a:gd name="connsiteX14-301" fmla="*/ 646430 w 2585764"/>
              <a:gd name="connsiteY14-302" fmla="*/ 1069298 h 2533100"/>
              <a:gd name="connsiteX15-303" fmla="*/ 0 w 2585764"/>
              <a:gd name="connsiteY15-304" fmla="*/ 1069298 h 2533100"/>
              <a:gd name="connsiteX16-305" fmla="*/ 0 w 2585764"/>
              <a:gd name="connsiteY16-306" fmla="*/ 1069299 h 2533100"/>
              <a:gd name="connsiteX0-307" fmla="*/ 0 w 2585764"/>
              <a:gd name="connsiteY0-308" fmla="*/ 1069299 h 2533100"/>
              <a:gd name="connsiteX1-309" fmla="*/ 0 w 2585764"/>
              <a:gd name="connsiteY1-310" fmla="*/ 1069299 h 2533100"/>
              <a:gd name="connsiteX2-311" fmla="*/ 1292905 w 2585764"/>
              <a:gd name="connsiteY2-312" fmla="*/ 0 h 2533100"/>
              <a:gd name="connsiteX3-313" fmla="*/ 1292860 w 2585764"/>
              <a:gd name="connsiteY3-314" fmla="*/ 36 h 2533100"/>
              <a:gd name="connsiteX4-315" fmla="*/ 2585764 w 2585764"/>
              <a:gd name="connsiteY4-316" fmla="*/ 1069335 h 2533100"/>
              <a:gd name="connsiteX5-317" fmla="*/ 2585720 w 2585764"/>
              <a:gd name="connsiteY5-318" fmla="*/ 1069298 h 2533100"/>
              <a:gd name="connsiteX6-319" fmla="*/ 2585720 w 2585764"/>
              <a:gd name="connsiteY6-320" fmla="*/ 1069298 h 2533100"/>
              <a:gd name="connsiteX7-321" fmla="*/ 1939290 w 2585764"/>
              <a:gd name="connsiteY7-322" fmla="*/ 1069298 h 2533100"/>
              <a:gd name="connsiteX8-323" fmla="*/ 1939290 w 2585764"/>
              <a:gd name="connsiteY8-324" fmla="*/ 1069298 h 2533100"/>
              <a:gd name="connsiteX9-325" fmla="*/ 1939290 w 2585764"/>
              <a:gd name="connsiteY9-326" fmla="*/ 2533100 h 2533100"/>
              <a:gd name="connsiteX10-327" fmla="*/ 1939290 w 2585764"/>
              <a:gd name="connsiteY10-328" fmla="*/ 2533051 h 2533100"/>
              <a:gd name="connsiteX11-329" fmla="*/ 646430 w 2585764"/>
              <a:gd name="connsiteY11-330" fmla="*/ 2533051 h 2533100"/>
              <a:gd name="connsiteX12-331" fmla="*/ 646430 w 2585764"/>
              <a:gd name="connsiteY12-332" fmla="*/ 2533051 h 2533100"/>
              <a:gd name="connsiteX13-333" fmla="*/ 646430 w 2585764"/>
              <a:gd name="connsiteY13-334" fmla="*/ 1069249 h 2533100"/>
              <a:gd name="connsiteX14-335" fmla="*/ 646430 w 2585764"/>
              <a:gd name="connsiteY14-336" fmla="*/ 1069298 h 2533100"/>
              <a:gd name="connsiteX15-337" fmla="*/ 0 w 2585764"/>
              <a:gd name="connsiteY15-338" fmla="*/ 1069298 h 2533100"/>
              <a:gd name="connsiteX16-339" fmla="*/ 0 w 2585764"/>
              <a:gd name="connsiteY16-340" fmla="*/ 1069299 h 2533100"/>
              <a:gd name="connsiteX0-341" fmla="*/ 0 w 2585764"/>
              <a:gd name="connsiteY0-342" fmla="*/ 1069299 h 2533100"/>
              <a:gd name="connsiteX1-343" fmla="*/ 0 w 2585764"/>
              <a:gd name="connsiteY1-344" fmla="*/ 1069299 h 2533100"/>
              <a:gd name="connsiteX2-345" fmla="*/ 1292905 w 2585764"/>
              <a:gd name="connsiteY2-346" fmla="*/ 0 h 2533100"/>
              <a:gd name="connsiteX3-347" fmla="*/ 1292860 w 2585764"/>
              <a:gd name="connsiteY3-348" fmla="*/ 36 h 2533100"/>
              <a:gd name="connsiteX4-349" fmla="*/ 2585764 w 2585764"/>
              <a:gd name="connsiteY4-350" fmla="*/ 1069335 h 2533100"/>
              <a:gd name="connsiteX5-351" fmla="*/ 2585720 w 2585764"/>
              <a:gd name="connsiteY5-352" fmla="*/ 1069298 h 2533100"/>
              <a:gd name="connsiteX6-353" fmla="*/ 2585720 w 2585764"/>
              <a:gd name="connsiteY6-354" fmla="*/ 1069298 h 2533100"/>
              <a:gd name="connsiteX7-355" fmla="*/ 1939290 w 2585764"/>
              <a:gd name="connsiteY7-356" fmla="*/ 1069298 h 2533100"/>
              <a:gd name="connsiteX8-357" fmla="*/ 1939290 w 2585764"/>
              <a:gd name="connsiteY8-358" fmla="*/ 1069298 h 2533100"/>
              <a:gd name="connsiteX9-359" fmla="*/ 1939290 w 2585764"/>
              <a:gd name="connsiteY9-360" fmla="*/ 2533100 h 2533100"/>
              <a:gd name="connsiteX10-361" fmla="*/ 1939290 w 2585764"/>
              <a:gd name="connsiteY10-362" fmla="*/ 2533051 h 2533100"/>
              <a:gd name="connsiteX11-363" fmla="*/ 646430 w 2585764"/>
              <a:gd name="connsiteY11-364" fmla="*/ 2533051 h 2533100"/>
              <a:gd name="connsiteX12-365" fmla="*/ 646430 w 2585764"/>
              <a:gd name="connsiteY12-366" fmla="*/ 2533051 h 2533100"/>
              <a:gd name="connsiteX13-367" fmla="*/ 646430 w 2585764"/>
              <a:gd name="connsiteY13-368" fmla="*/ 1069249 h 2533100"/>
              <a:gd name="connsiteX14-369" fmla="*/ 646430 w 2585764"/>
              <a:gd name="connsiteY14-370" fmla="*/ 1069298 h 2533100"/>
              <a:gd name="connsiteX15-371" fmla="*/ 0 w 2585764"/>
              <a:gd name="connsiteY15-372" fmla="*/ 1069298 h 2533100"/>
              <a:gd name="connsiteX16-373" fmla="*/ 0 w 2585764"/>
              <a:gd name="connsiteY16-374" fmla="*/ 1069299 h 2533100"/>
              <a:gd name="connsiteX0-375" fmla="*/ 0 w 2585764"/>
              <a:gd name="connsiteY0-376" fmla="*/ 1069299 h 2533100"/>
              <a:gd name="connsiteX1-377" fmla="*/ 0 w 2585764"/>
              <a:gd name="connsiteY1-378" fmla="*/ 1069299 h 2533100"/>
              <a:gd name="connsiteX2-379" fmla="*/ 1292905 w 2585764"/>
              <a:gd name="connsiteY2-380" fmla="*/ 0 h 2533100"/>
              <a:gd name="connsiteX3-381" fmla="*/ 1292860 w 2585764"/>
              <a:gd name="connsiteY3-382" fmla="*/ 36 h 2533100"/>
              <a:gd name="connsiteX4-383" fmla="*/ 2585764 w 2585764"/>
              <a:gd name="connsiteY4-384" fmla="*/ 1069335 h 2533100"/>
              <a:gd name="connsiteX5-385" fmla="*/ 2585720 w 2585764"/>
              <a:gd name="connsiteY5-386" fmla="*/ 1069298 h 2533100"/>
              <a:gd name="connsiteX6-387" fmla="*/ 2585720 w 2585764"/>
              <a:gd name="connsiteY6-388" fmla="*/ 1069298 h 2533100"/>
              <a:gd name="connsiteX7-389" fmla="*/ 1939290 w 2585764"/>
              <a:gd name="connsiteY7-390" fmla="*/ 1069298 h 2533100"/>
              <a:gd name="connsiteX8-391" fmla="*/ 1939290 w 2585764"/>
              <a:gd name="connsiteY8-392" fmla="*/ 1069298 h 2533100"/>
              <a:gd name="connsiteX9-393" fmla="*/ 1939290 w 2585764"/>
              <a:gd name="connsiteY9-394" fmla="*/ 2533100 h 2533100"/>
              <a:gd name="connsiteX10-395" fmla="*/ 1939290 w 2585764"/>
              <a:gd name="connsiteY10-396" fmla="*/ 2533051 h 2533100"/>
              <a:gd name="connsiteX11-397" fmla="*/ 646430 w 2585764"/>
              <a:gd name="connsiteY11-398" fmla="*/ 2533051 h 2533100"/>
              <a:gd name="connsiteX12-399" fmla="*/ 646430 w 2585764"/>
              <a:gd name="connsiteY12-400" fmla="*/ 2533051 h 2533100"/>
              <a:gd name="connsiteX13-401" fmla="*/ 646430 w 2585764"/>
              <a:gd name="connsiteY13-402" fmla="*/ 1069249 h 2533100"/>
              <a:gd name="connsiteX14-403" fmla="*/ 646430 w 2585764"/>
              <a:gd name="connsiteY14-404" fmla="*/ 1069298 h 2533100"/>
              <a:gd name="connsiteX15-405" fmla="*/ 0 w 2585764"/>
              <a:gd name="connsiteY15-406" fmla="*/ 1069298 h 2533100"/>
              <a:gd name="connsiteX16-407" fmla="*/ 0 w 2585764"/>
              <a:gd name="connsiteY16-408" fmla="*/ 1069299 h 2533100"/>
              <a:gd name="connsiteX0-409" fmla="*/ 0 w 2585764"/>
              <a:gd name="connsiteY0-410" fmla="*/ 1069299 h 2533100"/>
              <a:gd name="connsiteX1-411" fmla="*/ 0 w 2585764"/>
              <a:gd name="connsiteY1-412" fmla="*/ 1069299 h 2533100"/>
              <a:gd name="connsiteX2-413" fmla="*/ 1292905 w 2585764"/>
              <a:gd name="connsiteY2-414" fmla="*/ 0 h 2533100"/>
              <a:gd name="connsiteX3-415" fmla="*/ 1292860 w 2585764"/>
              <a:gd name="connsiteY3-416" fmla="*/ 36 h 2533100"/>
              <a:gd name="connsiteX4-417" fmla="*/ 2585764 w 2585764"/>
              <a:gd name="connsiteY4-418" fmla="*/ 1069335 h 2533100"/>
              <a:gd name="connsiteX5-419" fmla="*/ 2585720 w 2585764"/>
              <a:gd name="connsiteY5-420" fmla="*/ 1069298 h 2533100"/>
              <a:gd name="connsiteX6-421" fmla="*/ 2585720 w 2585764"/>
              <a:gd name="connsiteY6-422" fmla="*/ 1069298 h 2533100"/>
              <a:gd name="connsiteX7-423" fmla="*/ 1939290 w 2585764"/>
              <a:gd name="connsiteY7-424" fmla="*/ 1069298 h 2533100"/>
              <a:gd name="connsiteX8-425" fmla="*/ 1939290 w 2585764"/>
              <a:gd name="connsiteY8-426" fmla="*/ 1069298 h 2533100"/>
              <a:gd name="connsiteX9-427" fmla="*/ 1939290 w 2585764"/>
              <a:gd name="connsiteY9-428" fmla="*/ 2533100 h 2533100"/>
              <a:gd name="connsiteX10-429" fmla="*/ 1939290 w 2585764"/>
              <a:gd name="connsiteY10-430" fmla="*/ 2533051 h 2533100"/>
              <a:gd name="connsiteX11-431" fmla="*/ 646430 w 2585764"/>
              <a:gd name="connsiteY11-432" fmla="*/ 2533051 h 2533100"/>
              <a:gd name="connsiteX12-433" fmla="*/ 646430 w 2585764"/>
              <a:gd name="connsiteY12-434" fmla="*/ 2533051 h 2533100"/>
              <a:gd name="connsiteX13-435" fmla="*/ 646430 w 2585764"/>
              <a:gd name="connsiteY13-436" fmla="*/ 1069249 h 2533100"/>
              <a:gd name="connsiteX14-437" fmla="*/ 646430 w 2585764"/>
              <a:gd name="connsiteY14-438" fmla="*/ 1069298 h 2533100"/>
              <a:gd name="connsiteX15-439" fmla="*/ 0 w 2585764"/>
              <a:gd name="connsiteY15-440" fmla="*/ 1069298 h 2533100"/>
              <a:gd name="connsiteX16-441" fmla="*/ 0 w 2585764"/>
              <a:gd name="connsiteY16-442" fmla="*/ 1069299 h 2533100"/>
              <a:gd name="connsiteX0-443" fmla="*/ 0 w 2585764"/>
              <a:gd name="connsiteY0-444" fmla="*/ 1069299 h 2533100"/>
              <a:gd name="connsiteX1-445" fmla="*/ 0 w 2585764"/>
              <a:gd name="connsiteY1-446" fmla="*/ 1069299 h 2533100"/>
              <a:gd name="connsiteX2-447" fmla="*/ 1292905 w 2585764"/>
              <a:gd name="connsiteY2-448" fmla="*/ 0 h 2533100"/>
              <a:gd name="connsiteX3-449" fmla="*/ 1292860 w 2585764"/>
              <a:gd name="connsiteY3-450" fmla="*/ 36 h 2533100"/>
              <a:gd name="connsiteX4-451" fmla="*/ 2585764 w 2585764"/>
              <a:gd name="connsiteY4-452" fmla="*/ 1069335 h 2533100"/>
              <a:gd name="connsiteX5-453" fmla="*/ 2585720 w 2585764"/>
              <a:gd name="connsiteY5-454" fmla="*/ 1069298 h 2533100"/>
              <a:gd name="connsiteX6-455" fmla="*/ 2585720 w 2585764"/>
              <a:gd name="connsiteY6-456" fmla="*/ 1069298 h 2533100"/>
              <a:gd name="connsiteX7-457" fmla="*/ 1939290 w 2585764"/>
              <a:gd name="connsiteY7-458" fmla="*/ 1069298 h 2533100"/>
              <a:gd name="connsiteX8-459" fmla="*/ 1939290 w 2585764"/>
              <a:gd name="connsiteY8-460" fmla="*/ 1069298 h 2533100"/>
              <a:gd name="connsiteX9-461" fmla="*/ 1939290 w 2585764"/>
              <a:gd name="connsiteY9-462" fmla="*/ 2533100 h 2533100"/>
              <a:gd name="connsiteX10-463" fmla="*/ 1939290 w 2585764"/>
              <a:gd name="connsiteY10-464" fmla="*/ 2533051 h 2533100"/>
              <a:gd name="connsiteX11-465" fmla="*/ 646430 w 2585764"/>
              <a:gd name="connsiteY11-466" fmla="*/ 2533051 h 2533100"/>
              <a:gd name="connsiteX12-467" fmla="*/ 646430 w 2585764"/>
              <a:gd name="connsiteY12-468" fmla="*/ 2533051 h 2533100"/>
              <a:gd name="connsiteX13-469" fmla="*/ 646430 w 2585764"/>
              <a:gd name="connsiteY13-470" fmla="*/ 1069249 h 2533100"/>
              <a:gd name="connsiteX14-471" fmla="*/ 646430 w 2585764"/>
              <a:gd name="connsiteY14-472" fmla="*/ 1069298 h 2533100"/>
              <a:gd name="connsiteX15-473" fmla="*/ 0 w 2585764"/>
              <a:gd name="connsiteY15-474" fmla="*/ 1069298 h 2533100"/>
              <a:gd name="connsiteX16-475" fmla="*/ 0 w 2585764"/>
              <a:gd name="connsiteY16-476" fmla="*/ 1069299 h 2533100"/>
              <a:gd name="connsiteX0-477" fmla="*/ 0 w 2585764"/>
              <a:gd name="connsiteY0-478" fmla="*/ 1069299 h 2533100"/>
              <a:gd name="connsiteX1-479" fmla="*/ 0 w 2585764"/>
              <a:gd name="connsiteY1-480" fmla="*/ 1069299 h 2533100"/>
              <a:gd name="connsiteX2-481" fmla="*/ 1292905 w 2585764"/>
              <a:gd name="connsiteY2-482" fmla="*/ 0 h 2533100"/>
              <a:gd name="connsiteX3-483" fmla="*/ 1292860 w 2585764"/>
              <a:gd name="connsiteY3-484" fmla="*/ 36 h 2533100"/>
              <a:gd name="connsiteX4-485" fmla="*/ 2585764 w 2585764"/>
              <a:gd name="connsiteY4-486" fmla="*/ 1069335 h 2533100"/>
              <a:gd name="connsiteX5-487" fmla="*/ 2585720 w 2585764"/>
              <a:gd name="connsiteY5-488" fmla="*/ 1069298 h 2533100"/>
              <a:gd name="connsiteX6-489" fmla="*/ 2585720 w 2585764"/>
              <a:gd name="connsiteY6-490" fmla="*/ 1069298 h 2533100"/>
              <a:gd name="connsiteX7-491" fmla="*/ 1939290 w 2585764"/>
              <a:gd name="connsiteY7-492" fmla="*/ 1069298 h 2533100"/>
              <a:gd name="connsiteX8-493" fmla="*/ 1939290 w 2585764"/>
              <a:gd name="connsiteY8-494" fmla="*/ 1069298 h 2533100"/>
              <a:gd name="connsiteX9-495" fmla="*/ 1939290 w 2585764"/>
              <a:gd name="connsiteY9-496" fmla="*/ 2533100 h 2533100"/>
              <a:gd name="connsiteX10-497" fmla="*/ 1939290 w 2585764"/>
              <a:gd name="connsiteY10-498" fmla="*/ 2533051 h 2533100"/>
              <a:gd name="connsiteX11-499" fmla="*/ 646430 w 2585764"/>
              <a:gd name="connsiteY11-500" fmla="*/ 2533051 h 2533100"/>
              <a:gd name="connsiteX12-501" fmla="*/ 646430 w 2585764"/>
              <a:gd name="connsiteY12-502" fmla="*/ 2533051 h 2533100"/>
              <a:gd name="connsiteX13-503" fmla="*/ 646430 w 2585764"/>
              <a:gd name="connsiteY13-504" fmla="*/ 1069249 h 2533100"/>
              <a:gd name="connsiteX14-505" fmla="*/ 646430 w 2585764"/>
              <a:gd name="connsiteY14-506" fmla="*/ 1069298 h 2533100"/>
              <a:gd name="connsiteX15-507" fmla="*/ 0 w 2585764"/>
              <a:gd name="connsiteY15-508" fmla="*/ 1069298 h 2533100"/>
              <a:gd name="connsiteX16-509" fmla="*/ 0 w 2585764"/>
              <a:gd name="connsiteY16-510" fmla="*/ 1069299 h 2533100"/>
              <a:gd name="connsiteX0-511" fmla="*/ 0 w 2585764"/>
              <a:gd name="connsiteY0-512" fmla="*/ 1069299 h 2533100"/>
              <a:gd name="connsiteX1-513" fmla="*/ 0 w 2585764"/>
              <a:gd name="connsiteY1-514" fmla="*/ 1069299 h 2533100"/>
              <a:gd name="connsiteX2-515" fmla="*/ 1292905 w 2585764"/>
              <a:gd name="connsiteY2-516" fmla="*/ 0 h 2533100"/>
              <a:gd name="connsiteX3-517" fmla="*/ 1292860 w 2585764"/>
              <a:gd name="connsiteY3-518" fmla="*/ 36 h 2533100"/>
              <a:gd name="connsiteX4-519" fmla="*/ 2585764 w 2585764"/>
              <a:gd name="connsiteY4-520" fmla="*/ 1069335 h 2533100"/>
              <a:gd name="connsiteX5-521" fmla="*/ 2585720 w 2585764"/>
              <a:gd name="connsiteY5-522" fmla="*/ 1069298 h 2533100"/>
              <a:gd name="connsiteX6-523" fmla="*/ 2585720 w 2585764"/>
              <a:gd name="connsiteY6-524" fmla="*/ 1069298 h 2533100"/>
              <a:gd name="connsiteX7-525" fmla="*/ 1939290 w 2585764"/>
              <a:gd name="connsiteY7-526" fmla="*/ 1069298 h 2533100"/>
              <a:gd name="connsiteX8-527" fmla="*/ 1939290 w 2585764"/>
              <a:gd name="connsiteY8-528" fmla="*/ 1069298 h 2533100"/>
              <a:gd name="connsiteX9-529" fmla="*/ 1939290 w 2585764"/>
              <a:gd name="connsiteY9-530" fmla="*/ 2533100 h 2533100"/>
              <a:gd name="connsiteX10-531" fmla="*/ 1939290 w 2585764"/>
              <a:gd name="connsiteY10-532" fmla="*/ 2533051 h 2533100"/>
              <a:gd name="connsiteX11-533" fmla="*/ 646430 w 2585764"/>
              <a:gd name="connsiteY11-534" fmla="*/ 2533051 h 2533100"/>
              <a:gd name="connsiteX12-535" fmla="*/ 646430 w 2585764"/>
              <a:gd name="connsiteY12-536" fmla="*/ 2533051 h 2533100"/>
              <a:gd name="connsiteX13-537" fmla="*/ 646430 w 2585764"/>
              <a:gd name="connsiteY13-538" fmla="*/ 1069249 h 2533100"/>
              <a:gd name="connsiteX14-539" fmla="*/ 646430 w 2585764"/>
              <a:gd name="connsiteY14-540" fmla="*/ 1069298 h 2533100"/>
              <a:gd name="connsiteX15-541" fmla="*/ 0 w 2585764"/>
              <a:gd name="connsiteY15-542" fmla="*/ 1069298 h 2533100"/>
              <a:gd name="connsiteX16-543" fmla="*/ 0 w 2585764"/>
              <a:gd name="connsiteY16-544" fmla="*/ 1069299 h 2533100"/>
              <a:gd name="connsiteX0-545" fmla="*/ 0 w 2585764"/>
              <a:gd name="connsiteY0-546" fmla="*/ 1069299 h 2533100"/>
              <a:gd name="connsiteX1-547" fmla="*/ 0 w 2585764"/>
              <a:gd name="connsiteY1-548" fmla="*/ 1069299 h 2533100"/>
              <a:gd name="connsiteX2-549" fmla="*/ 1292905 w 2585764"/>
              <a:gd name="connsiteY2-550" fmla="*/ 0 h 2533100"/>
              <a:gd name="connsiteX3-551" fmla="*/ 1292860 w 2585764"/>
              <a:gd name="connsiteY3-552" fmla="*/ 36 h 2533100"/>
              <a:gd name="connsiteX4-553" fmla="*/ 2585764 w 2585764"/>
              <a:gd name="connsiteY4-554" fmla="*/ 1069335 h 2533100"/>
              <a:gd name="connsiteX5-555" fmla="*/ 2585720 w 2585764"/>
              <a:gd name="connsiteY5-556" fmla="*/ 1069298 h 2533100"/>
              <a:gd name="connsiteX6-557" fmla="*/ 2585720 w 2585764"/>
              <a:gd name="connsiteY6-558" fmla="*/ 1069298 h 2533100"/>
              <a:gd name="connsiteX7-559" fmla="*/ 1939290 w 2585764"/>
              <a:gd name="connsiteY7-560" fmla="*/ 1069298 h 2533100"/>
              <a:gd name="connsiteX8-561" fmla="*/ 1939290 w 2585764"/>
              <a:gd name="connsiteY8-562" fmla="*/ 1069298 h 2533100"/>
              <a:gd name="connsiteX9-563" fmla="*/ 1939290 w 2585764"/>
              <a:gd name="connsiteY9-564" fmla="*/ 2533100 h 2533100"/>
              <a:gd name="connsiteX10-565" fmla="*/ 1939290 w 2585764"/>
              <a:gd name="connsiteY10-566" fmla="*/ 2533051 h 2533100"/>
              <a:gd name="connsiteX11-567" fmla="*/ 646430 w 2585764"/>
              <a:gd name="connsiteY11-568" fmla="*/ 2533051 h 2533100"/>
              <a:gd name="connsiteX12-569" fmla="*/ 646430 w 2585764"/>
              <a:gd name="connsiteY12-570" fmla="*/ 2533051 h 2533100"/>
              <a:gd name="connsiteX13-571" fmla="*/ 646430 w 2585764"/>
              <a:gd name="connsiteY13-572" fmla="*/ 1069249 h 2533100"/>
              <a:gd name="connsiteX14-573" fmla="*/ 646430 w 2585764"/>
              <a:gd name="connsiteY14-574" fmla="*/ 1069298 h 2533100"/>
              <a:gd name="connsiteX15-575" fmla="*/ 0 w 2585764"/>
              <a:gd name="connsiteY15-576" fmla="*/ 1069298 h 2533100"/>
              <a:gd name="connsiteX16-577" fmla="*/ 0 w 2585764"/>
              <a:gd name="connsiteY16-578" fmla="*/ 1069299 h 2533100"/>
              <a:gd name="connsiteX0-579" fmla="*/ 0 w 2585764"/>
              <a:gd name="connsiteY0-580" fmla="*/ 1069299 h 2533100"/>
              <a:gd name="connsiteX1-581" fmla="*/ 0 w 2585764"/>
              <a:gd name="connsiteY1-582" fmla="*/ 1069299 h 2533100"/>
              <a:gd name="connsiteX2-583" fmla="*/ 1292905 w 2585764"/>
              <a:gd name="connsiteY2-584" fmla="*/ 0 h 2533100"/>
              <a:gd name="connsiteX3-585" fmla="*/ 1292860 w 2585764"/>
              <a:gd name="connsiteY3-586" fmla="*/ 36 h 2533100"/>
              <a:gd name="connsiteX4-587" fmla="*/ 2585764 w 2585764"/>
              <a:gd name="connsiteY4-588" fmla="*/ 1069335 h 2533100"/>
              <a:gd name="connsiteX5-589" fmla="*/ 2585720 w 2585764"/>
              <a:gd name="connsiteY5-590" fmla="*/ 1069298 h 2533100"/>
              <a:gd name="connsiteX6-591" fmla="*/ 2585720 w 2585764"/>
              <a:gd name="connsiteY6-592" fmla="*/ 1069298 h 2533100"/>
              <a:gd name="connsiteX7-593" fmla="*/ 1939290 w 2585764"/>
              <a:gd name="connsiteY7-594" fmla="*/ 1069298 h 2533100"/>
              <a:gd name="connsiteX8-595" fmla="*/ 1939290 w 2585764"/>
              <a:gd name="connsiteY8-596" fmla="*/ 1069298 h 2533100"/>
              <a:gd name="connsiteX9-597" fmla="*/ 1939290 w 2585764"/>
              <a:gd name="connsiteY9-598" fmla="*/ 2533100 h 2533100"/>
              <a:gd name="connsiteX10-599" fmla="*/ 1939290 w 2585764"/>
              <a:gd name="connsiteY10-600" fmla="*/ 2533051 h 2533100"/>
              <a:gd name="connsiteX11-601" fmla="*/ 646430 w 2585764"/>
              <a:gd name="connsiteY11-602" fmla="*/ 2533051 h 2533100"/>
              <a:gd name="connsiteX12-603" fmla="*/ 646430 w 2585764"/>
              <a:gd name="connsiteY12-604" fmla="*/ 2533051 h 2533100"/>
              <a:gd name="connsiteX13-605" fmla="*/ 646430 w 2585764"/>
              <a:gd name="connsiteY13-606" fmla="*/ 1069249 h 2533100"/>
              <a:gd name="connsiteX14-607" fmla="*/ 646430 w 2585764"/>
              <a:gd name="connsiteY14-608" fmla="*/ 1069298 h 2533100"/>
              <a:gd name="connsiteX15-609" fmla="*/ 0 w 2585764"/>
              <a:gd name="connsiteY15-610" fmla="*/ 1069298 h 2533100"/>
              <a:gd name="connsiteX16-611" fmla="*/ 0 w 2585764"/>
              <a:gd name="connsiteY16-612" fmla="*/ 1069299 h 2533100"/>
              <a:gd name="connsiteX0-613" fmla="*/ 0 w 2585764"/>
              <a:gd name="connsiteY0-614" fmla="*/ 1069299 h 2533100"/>
              <a:gd name="connsiteX1-615" fmla="*/ 0 w 2585764"/>
              <a:gd name="connsiteY1-616" fmla="*/ 1069299 h 2533100"/>
              <a:gd name="connsiteX2-617" fmla="*/ 1292905 w 2585764"/>
              <a:gd name="connsiteY2-618" fmla="*/ 0 h 2533100"/>
              <a:gd name="connsiteX3-619" fmla="*/ 1292860 w 2585764"/>
              <a:gd name="connsiteY3-620" fmla="*/ 36 h 2533100"/>
              <a:gd name="connsiteX4-621" fmla="*/ 2585764 w 2585764"/>
              <a:gd name="connsiteY4-622" fmla="*/ 1069335 h 2533100"/>
              <a:gd name="connsiteX5-623" fmla="*/ 2585720 w 2585764"/>
              <a:gd name="connsiteY5-624" fmla="*/ 1069298 h 2533100"/>
              <a:gd name="connsiteX6-625" fmla="*/ 2585720 w 2585764"/>
              <a:gd name="connsiteY6-626" fmla="*/ 1069298 h 2533100"/>
              <a:gd name="connsiteX7-627" fmla="*/ 1939290 w 2585764"/>
              <a:gd name="connsiteY7-628" fmla="*/ 1069298 h 2533100"/>
              <a:gd name="connsiteX8-629" fmla="*/ 1939290 w 2585764"/>
              <a:gd name="connsiteY8-630" fmla="*/ 1069298 h 2533100"/>
              <a:gd name="connsiteX9-631" fmla="*/ 1939290 w 2585764"/>
              <a:gd name="connsiteY9-632" fmla="*/ 2533100 h 2533100"/>
              <a:gd name="connsiteX10-633" fmla="*/ 1939290 w 2585764"/>
              <a:gd name="connsiteY10-634" fmla="*/ 2533051 h 2533100"/>
              <a:gd name="connsiteX11-635" fmla="*/ 646430 w 2585764"/>
              <a:gd name="connsiteY11-636" fmla="*/ 2533051 h 2533100"/>
              <a:gd name="connsiteX12-637" fmla="*/ 646430 w 2585764"/>
              <a:gd name="connsiteY12-638" fmla="*/ 2533051 h 2533100"/>
              <a:gd name="connsiteX13-639" fmla="*/ 646430 w 2585764"/>
              <a:gd name="connsiteY13-640" fmla="*/ 1069249 h 2533100"/>
              <a:gd name="connsiteX14-641" fmla="*/ 646430 w 2585764"/>
              <a:gd name="connsiteY14-642" fmla="*/ 1069298 h 2533100"/>
              <a:gd name="connsiteX15-643" fmla="*/ 0 w 2585764"/>
              <a:gd name="connsiteY15-644" fmla="*/ 1069298 h 2533100"/>
              <a:gd name="connsiteX16-645" fmla="*/ 0 w 2585764"/>
              <a:gd name="connsiteY16-646" fmla="*/ 1069299 h 2533100"/>
              <a:gd name="connsiteX0-647" fmla="*/ 0 w 2585764"/>
              <a:gd name="connsiteY0-648" fmla="*/ 1069299 h 2533100"/>
              <a:gd name="connsiteX1-649" fmla="*/ 0 w 2585764"/>
              <a:gd name="connsiteY1-650" fmla="*/ 1069299 h 2533100"/>
              <a:gd name="connsiteX2-651" fmla="*/ 1292905 w 2585764"/>
              <a:gd name="connsiteY2-652" fmla="*/ 0 h 2533100"/>
              <a:gd name="connsiteX3-653" fmla="*/ 1292860 w 2585764"/>
              <a:gd name="connsiteY3-654" fmla="*/ 36 h 2533100"/>
              <a:gd name="connsiteX4-655" fmla="*/ 2585764 w 2585764"/>
              <a:gd name="connsiteY4-656" fmla="*/ 1069335 h 2533100"/>
              <a:gd name="connsiteX5-657" fmla="*/ 2585720 w 2585764"/>
              <a:gd name="connsiteY5-658" fmla="*/ 1069298 h 2533100"/>
              <a:gd name="connsiteX6-659" fmla="*/ 2585720 w 2585764"/>
              <a:gd name="connsiteY6-660" fmla="*/ 1069298 h 2533100"/>
              <a:gd name="connsiteX7-661" fmla="*/ 1939290 w 2585764"/>
              <a:gd name="connsiteY7-662" fmla="*/ 1069298 h 2533100"/>
              <a:gd name="connsiteX8-663" fmla="*/ 1939290 w 2585764"/>
              <a:gd name="connsiteY8-664" fmla="*/ 1069298 h 2533100"/>
              <a:gd name="connsiteX9-665" fmla="*/ 1939290 w 2585764"/>
              <a:gd name="connsiteY9-666" fmla="*/ 2533100 h 2533100"/>
              <a:gd name="connsiteX10-667" fmla="*/ 1939290 w 2585764"/>
              <a:gd name="connsiteY10-668" fmla="*/ 2533051 h 2533100"/>
              <a:gd name="connsiteX11-669" fmla="*/ 646430 w 2585764"/>
              <a:gd name="connsiteY11-670" fmla="*/ 2533051 h 2533100"/>
              <a:gd name="connsiteX12-671" fmla="*/ 646430 w 2585764"/>
              <a:gd name="connsiteY12-672" fmla="*/ 2533051 h 2533100"/>
              <a:gd name="connsiteX13-673" fmla="*/ 646430 w 2585764"/>
              <a:gd name="connsiteY13-674" fmla="*/ 1069249 h 2533100"/>
              <a:gd name="connsiteX14-675" fmla="*/ 646430 w 2585764"/>
              <a:gd name="connsiteY14-676" fmla="*/ 1069298 h 2533100"/>
              <a:gd name="connsiteX15-677" fmla="*/ 0 w 2585764"/>
              <a:gd name="connsiteY15-678" fmla="*/ 1069298 h 2533100"/>
              <a:gd name="connsiteX16-679" fmla="*/ 0 w 2585764"/>
              <a:gd name="connsiteY16-680" fmla="*/ 1069299 h 2533100"/>
              <a:gd name="connsiteX0-681" fmla="*/ 0 w 2585764"/>
              <a:gd name="connsiteY0-682" fmla="*/ 1069299 h 2533100"/>
              <a:gd name="connsiteX1-683" fmla="*/ 0 w 2585764"/>
              <a:gd name="connsiteY1-684" fmla="*/ 1069299 h 2533100"/>
              <a:gd name="connsiteX2-685" fmla="*/ 1292905 w 2585764"/>
              <a:gd name="connsiteY2-686" fmla="*/ 0 h 2533100"/>
              <a:gd name="connsiteX3-687" fmla="*/ 1292860 w 2585764"/>
              <a:gd name="connsiteY3-688" fmla="*/ 36 h 2533100"/>
              <a:gd name="connsiteX4-689" fmla="*/ 2585764 w 2585764"/>
              <a:gd name="connsiteY4-690" fmla="*/ 1069335 h 2533100"/>
              <a:gd name="connsiteX5-691" fmla="*/ 2585720 w 2585764"/>
              <a:gd name="connsiteY5-692" fmla="*/ 1069298 h 2533100"/>
              <a:gd name="connsiteX6-693" fmla="*/ 2585720 w 2585764"/>
              <a:gd name="connsiteY6-694" fmla="*/ 1069298 h 2533100"/>
              <a:gd name="connsiteX7-695" fmla="*/ 1939290 w 2585764"/>
              <a:gd name="connsiteY7-696" fmla="*/ 1069298 h 2533100"/>
              <a:gd name="connsiteX8-697" fmla="*/ 1939290 w 2585764"/>
              <a:gd name="connsiteY8-698" fmla="*/ 1069298 h 2533100"/>
              <a:gd name="connsiteX9-699" fmla="*/ 1939290 w 2585764"/>
              <a:gd name="connsiteY9-700" fmla="*/ 2533100 h 2533100"/>
              <a:gd name="connsiteX10-701" fmla="*/ 1939290 w 2585764"/>
              <a:gd name="connsiteY10-702" fmla="*/ 2533051 h 2533100"/>
              <a:gd name="connsiteX11-703" fmla="*/ 646430 w 2585764"/>
              <a:gd name="connsiteY11-704" fmla="*/ 2533051 h 2533100"/>
              <a:gd name="connsiteX12-705" fmla="*/ 646430 w 2585764"/>
              <a:gd name="connsiteY12-706" fmla="*/ 2533051 h 2533100"/>
              <a:gd name="connsiteX13-707" fmla="*/ 646430 w 2585764"/>
              <a:gd name="connsiteY13-708" fmla="*/ 1069249 h 2533100"/>
              <a:gd name="connsiteX14-709" fmla="*/ 646430 w 2585764"/>
              <a:gd name="connsiteY14-710" fmla="*/ 1069298 h 2533100"/>
              <a:gd name="connsiteX15-711" fmla="*/ 0 w 2585764"/>
              <a:gd name="connsiteY15-712" fmla="*/ 1069298 h 2533100"/>
              <a:gd name="connsiteX16-713" fmla="*/ 0 w 2585764"/>
              <a:gd name="connsiteY16-714" fmla="*/ 1069299 h 2533100"/>
              <a:gd name="connsiteX0-715" fmla="*/ 0 w 2585764"/>
              <a:gd name="connsiteY0-716" fmla="*/ 1069299 h 2533100"/>
              <a:gd name="connsiteX1-717" fmla="*/ 0 w 2585764"/>
              <a:gd name="connsiteY1-718" fmla="*/ 1069299 h 2533100"/>
              <a:gd name="connsiteX2-719" fmla="*/ 1292905 w 2585764"/>
              <a:gd name="connsiteY2-720" fmla="*/ 0 h 2533100"/>
              <a:gd name="connsiteX3-721" fmla="*/ 1292860 w 2585764"/>
              <a:gd name="connsiteY3-722" fmla="*/ 36 h 2533100"/>
              <a:gd name="connsiteX4-723" fmla="*/ 2585764 w 2585764"/>
              <a:gd name="connsiteY4-724" fmla="*/ 1069335 h 2533100"/>
              <a:gd name="connsiteX5-725" fmla="*/ 2585720 w 2585764"/>
              <a:gd name="connsiteY5-726" fmla="*/ 1069298 h 2533100"/>
              <a:gd name="connsiteX6-727" fmla="*/ 2585720 w 2585764"/>
              <a:gd name="connsiteY6-728" fmla="*/ 1069298 h 2533100"/>
              <a:gd name="connsiteX7-729" fmla="*/ 1939290 w 2585764"/>
              <a:gd name="connsiteY7-730" fmla="*/ 1069298 h 2533100"/>
              <a:gd name="connsiteX8-731" fmla="*/ 1939290 w 2585764"/>
              <a:gd name="connsiteY8-732" fmla="*/ 1069298 h 2533100"/>
              <a:gd name="connsiteX9-733" fmla="*/ 1939290 w 2585764"/>
              <a:gd name="connsiteY9-734" fmla="*/ 2533100 h 2533100"/>
              <a:gd name="connsiteX10-735" fmla="*/ 1939290 w 2585764"/>
              <a:gd name="connsiteY10-736" fmla="*/ 2533051 h 2533100"/>
              <a:gd name="connsiteX11-737" fmla="*/ 646430 w 2585764"/>
              <a:gd name="connsiteY11-738" fmla="*/ 2533051 h 2533100"/>
              <a:gd name="connsiteX12-739" fmla="*/ 646430 w 2585764"/>
              <a:gd name="connsiteY12-740" fmla="*/ 2533051 h 2533100"/>
              <a:gd name="connsiteX13-741" fmla="*/ 646430 w 2585764"/>
              <a:gd name="connsiteY13-742" fmla="*/ 1069249 h 2533100"/>
              <a:gd name="connsiteX14-743" fmla="*/ 646430 w 2585764"/>
              <a:gd name="connsiteY14-744" fmla="*/ 1069298 h 2533100"/>
              <a:gd name="connsiteX15-745" fmla="*/ 0 w 2585764"/>
              <a:gd name="connsiteY15-746" fmla="*/ 1069298 h 2533100"/>
              <a:gd name="connsiteX16-747" fmla="*/ 0 w 2585764"/>
              <a:gd name="connsiteY16-748" fmla="*/ 1069299 h 2533100"/>
              <a:gd name="connsiteX0-749" fmla="*/ 0 w 2585764"/>
              <a:gd name="connsiteY0-750" fmla="*/ 1069299 h 2533100"/>
              <a:gd name="connsiteX1-751" fmla="*/ 0 w 2585764"/>
              <a:gd name="connsiteY1-752" fmla="*/ 1069299 h 2533100"/>
              <a:gd name="connsiteX2-753" fmla="*/ 1292905 w 2585764"/>
              <a:gd name="connsiteY2-754" fmla="*/ 0 h 2533100"/>
              <a:gd name="connsiteX3-755" fmla="*/ 1292860 w 2585764"/>
              <a:gd name="connsiteY3-756" fmla="*/ 36 h 2533100"/>
              <a:gd name="connsiteX4-757" fmla="*/ 2585764 w 2585764"/>
              <a:gd name="connsiteY4-758" fmla="*/ 1069335 h 2533100"/>
              <a:gd name="connsiteX5-759" fmla="*/ 2585720 w 2585764"/>
              <a:gd name="connsiteY5-760" fmla="*/ 1069298 h 2533100"/>
              <a:gd name="connsiteX6-761" fmla="*/ 2585720 w 2585764"/>
              <a:gd name="connsiteY6-762" fmla="*/ 1069298 h 2533100"/>
              <a:gd name="connsiteX7-763" fmla="*/ 1939290 w 2585764"/>
              <a:gd name="connsiteY7-764" fmla="*/ 1069298 h 2533100"/>
              <a:gd name="connsiteX8-765" fmla="*/ 1939290 w 2585764"/>
              <a:gd name="connsiteY8-766" fmla="*/ 1069298 h 2533100"/>
              <a:gd name="connsiteX9-767" fmla="*/ 1939290 w 2585764"/>
              <a:gd name="connsiteY9-768" fmla="*/ 2533100 h 2533100"/>
              <a:gd name="connsiteX10-769" fmla="*/ 1939290 w 2585764"/>
              <a:gd name="connsiteY10-770" fmla="*/ 2533051 h 2533100"/>
              <a:gd name="connsiteX11-771" fmla="*/ 646430 w 2585764"/>
              <a:gd name="connsiteY11-772" fmla="*/ 2533051 h 2533100"/>
              <a:gd name="connsiteX12-773" fmla="*/ 646430 w 2585764"/>
              <a:gd name="connsiteY12-774" fmla="*/ 2533051 h 2533100"/>
              <a:gd name="connsiteX13-775" fmla="*/ 646430 w 2585764"/>
              <a:gd name="connsiteY13-776" fmla="*/ 1069249 h 2533100"/>
              <a:gd name="connsiteX14-777" fmla="*/ 646430 w 2585764"/>
              <a:gd name="connsiteY14-778" fmla="*/ 1069298 h 2533100"/>
              <a:gd name="connsiteX15-779" fmla="*/ 0 w 2585764"/>
              <a:gd name="connsiteY15-780" fmla="*/ 1069298 h 2533100"/>
              <a:gd name="connsiteX16-781" fmla="*/ 0 w 2585764"/>
              <a:gd name="connsiteY16-782" fmla="*/ 1069299 h 2533100"/>
              <a:gd name="connsiteX0-783" fmla="*/ 0 w 2585764"/>
              <a:gd name="connsiteY0-784" fmla="*/ 1069299 h 2533100"/>
              <a:gd name="connsiteX1-785" fmla="*/ 0 w 2585764"/>
              <a:gd name="connsiteY1-786" fmla="*/ 1069299 h 2533100"/>
              <a:gd name="connsiteX2-787" fmla="*/ 1292905 w 2585764"/>
              <a:gd name="connsiteY2-788" fmla="*/ 0 h 2533100"/>
              <a:gd name="connsiteX3-789" fmla="*/ 1292860 w 2585764"/>
              <a:gd name="connsiteY3-790" fmla="*/ 36 h 2533100"/>
              <a:gd name="connsiteX4-791" fmla="*/ 2585764 w 2585764"/>
              <a:gd name="connsiteY4-792" fmla="*/ 1069335 h 2533100"/>
              <a:gd name="connsiteX5-793" fmla="*/ 2585720 w 2585764"/>
              <a:gd name="connsiteY5-794" fmla="*/ 1069298 h 2533100"/>
              <a:gd name="connsiteX6-795" fmla="*/ 2585720 w 2585764"/>
              <a:gd name="connsiteY6-796" fmla="*/ 1069298 h 2533100"/>
              <a:gd name="connsiteX7-797" fmla="*/ 1939290 w 2585764"/>
              <a:gd name="connsiteY7-798" fmla="*/ 1069298 h 2533100"/>
              <a:gd name="connsiteX8-799" fmla="*/ 1939290 w 2585764"/>
              <a:gd name="connsiteY8-800" fmla="*/ 1069298 h 2533100"/>
              <a:gd name="connsiteX9-801" fmla="*/ 1939290 w 2585764"/>
              <a:gd name="connsiteY9-802" fmla="*/ 2533100 h 2533100"/>
              <a:gd name="connsiteX10-803" fmla="*/ 1939290 w 2585764"/>
              <a:gd name="connsiteY10-804" fmla="*/ 2533051 h 2533100"/>
              <a:gd name="connsiteX11-805" fmla="*/ 646430 w 2585764"/>
              <a:gd name="connsiteY11-806" fmla="*/ 2533051 h 2533100"/>
              <a:gd name="connsiteX12-807" fmla="*/ 646430 w 2585764"/>
              <a:gd name="connsiteY12-808" fmla="*/ 2533051 h 2533100"/>
              <a:gd name="connsiteX13-809" fmla="*/ 646430 w 2585764"/>
              <a:gd name="connsiteY13-810" fmla="*/ 1069249 h 2533100"/>
              <a:gd name="connsiteX14-811" fmla="*/ 646430 w 2585764"/>
              <a:gd name="connsiteY14-812" fmla="*/ 1069298 h 2533100"/>
              <a:gd name="connsiteX15-813" fmla="*/ 0 w 2585764"/>
              <a:gd name="connsiteY15-814" fmla="*/ 1069298 h 2533100"/>
              <a:gd name="connsiteX16-815" fmla="*/ 0 w 2585764"/>
              <a:gd name="connsiteY16-816" fmla="*/ 1069299 h 2533100"/>
              <a:gd name="connsiteX0-817" fmla="*/ 0 w 2585764"/>
              <a:gd name="connsiteY0-818" fmla="*/ 1069299 h 2533100"/>
              <a:gd name="connsiteX1-819" fmla="*/ 0 w 2585764"/>
              <a:gd name="connsiteY1-820" fmla="*/ 1069299 h 2533100"/>
              <a:gd name="connsiteX2-821" fmla="*/ 1292905 w 2585764"/>
              <a:gd name="connsiteY2-822" fmla="*/ 0 h 2533100"/>
              <a:gd name="connsiteX3-823" fmla="*/ 1292860 w 2585764"/>
              <a:gd name="connsiteY3-824" fmla="*/ 36 h 2533100"/>
              <a:gd name="connsiteX4-825" fmla="*/ 2585764 w 2585764"/>
              <a:gd name="connsiteY4-826" fmla="*/ 1069335 h 2533100"/>
              <a:gd name="connsiteX5-827" fmla="*/ 2585720 w 2585764"/>
              <a:gd name="connsiteY5-828" fmla="*/ 1069298 h 2533100"/>
              <a:gd name="connsiteX6-829" fmla="*/ 2585720 w 2585764"/>
              <a:gd name="connsiteY6-830" fmla="*/ 1069298 h 2533100"/>
              <a:gd name="connsiteX7-831" fmla="*/ 1939290 w 2585764"/>
              <a:gd name="connsiteY7-832" fmla="*/ 1069298 h 2533100"/>
              <a:gd name="connsiteX8-833" fmla="*/ 1939290 w 2585764"/>
              <a:gd name="connsiteY8-834" fmla="*/ 1069298 h 2533100"/>
              <a:gd name="connsiteX9-835" fmla="*/ 1939290 w 2585764"/>
              <a:gd name="connsiteY9-836" fmla="*/ 2533100 h 2533100"/>
              <a:gd name="connsiteX10-837" fmla="*/ 1939290 w 2585764"/>
              <a:gd name="connsiteY10-838" fmla="*/ 2533051 h 2533100"/>
              <a:gd name="connsiteX11-839" fmla="*/ 646430 w 2585764"/>
              <a:gd name="connsiteY11-840" fmla="*/ 2533051 h 2533100"/>
              <a:gd name="connsiteX12-841" fmla="*/ 646430 w 2585764"/>
              <a:gd name="connsiteY12-842" fmla="*/ 2533051 h 2533100"/>
              <a:gd name="connsiteX13-843" fmla="*/ 646430 w 2585764"/>
              <a:gd name="connsiteY13-844" fmla="*/ 1069249 h 2533100"/>
              <a:gd name="connsiteX14-845" fmla="*/ 646430 w 2585764"/>
              <a:gd name="connsiteY14-846" fmla="*/ 1069298 h 2533100"/>
              <a:gd name="connsiteX15-847" fmla="*/ 0 w 2585764"/>
              <a:gd name="connsiteY15-848" fmla="*/ 1069298 h 2533100"/>
              <a:gd name="connsiteX16-849" fmla="*/ 0 w 2585764"/>
              <a:gd name="connsiteY16-850" fmla="*/ 1069299 h 2533100"/>
              <a:gd name="connsiteX0-851" fmla="*/ 0 w 2585764"/>
              <a:gd name="connsiteY0-852" fmla="*/ 1069299 h 2533100"/>
              <a:gd name="connsiteX1-853" fmla="*/ 0 w 2585764"/>
              <a:gd name="connsiteY1-854" fmla="*/ 1069299 h 2533100"/>
              <a:gd name="connsiteX2-855" fmla="*/ 1292905 w 2585764"/>
              <a:gd name="connsiteY2-856" fmla="*/ 0 h 2533100"/>
              <a:gd name="connsiteX3-857" fmla="*/ 1292860 w 2585764"/>
              <a:gd name="connsiteY3-858" fmla="*/ 36 h 2533100"/>
              <a:gd name="connsiteX4-859" fmla="*/ 2585764 w 2585764"/>
              <a:gd name="connsiteY4-860" fmla="*/ 1069335 h 2533100"/>
              <a:gd name="connsiteX5-861" fmla="*/ 2585720 w 2585764"/>
              <a:gd name="connsiteY5-862" fmla="*/ 1069298 h 2533100"/>
              <a:gd name="connsiteX6-863" fmla="*/ 2585720 w 2585764"/>
              <a:gd name="connsiteY6-864" fmla="*/ 1069298 h 2533100"/>
              <a:gd name="connsiteX7-865" fmla="*/ 1939290 w 2585764"/>
              <a:gd name="connsiteY7-866" fmla="*/ 1069298 h 2533100"/>
              <a:gd name="connsiteX8-867" fmla="*/ 1939290 w 2585764"/>
              <a:gd name="connsiteY8-868" fmla="*/ 1069298 h 2533100"/>
              <a:gd name="connsiteX9-869" fmla="*/ 1939290 w 2585764"/>
              <a:gd name="connsiteY9-870" fmla="*/ 2533100 h 2533100"/>
              <a:gd name="connsiteX10-871" fmla="*/ 1939290 w 2585764"/>
              <a:gd name="connsiteY10-872" fmla="*/ 2533051 h 2533100"/>
              <a:gd name="connsiteX11-873" fmla="*/ 646430 w 2585764"/>
              <a:gd name="connsiteY11-874" fmla="*/ 2533051 h 2533100"/>
              <a:gd name="connsiteX12-875" fmla="*/ 646430 w 2585764"/>
              <a:gd name="connsiteY12-876" fmla="*/ 2533051 h 2533100"/>
              <a:gd name="connsiteX13-877" fmla="*/ 646430 w 2585764"/>
              <a:gd name="connsiteY13-878" fmla="*/ 1069249 h 2533100"/>
              <a:gd name="connsiteX14-879" fmla="*/ 646430 w 2585764"/>
              <a:gd name="connsiteY14-880" fmla="*/ 1069298 h 2533100"/>
              <a:gd name="connsiteX15-881" fmla="*/ 0 w 2585764"/>
              <a:gd name="connsiteY15-882" fmla="*/ 1069298 h 2533100"/>
              <a:gd name="connsiteX16-883" fmla="*/ 0 w 2585764"/>
              <a:gd name="connsiteY16-884" fmla="*/ 1069299 h 2533100"/>
              <a:gd name="connsiteX0-885" fmla="*/ 0 w 2585764"/>
              <a:gd name="connsiteY0-886" fmla="*/ 1069299 h 2533100"/>
              <a:gd name="connsiteX1-887" fmla="*/ 0 w 2585764"/>
              <a:gd name="connsiteY1-888" fmla="*/ 1069299 h 2533100"/>
              <a:gd name="connsiteX2-889" fmla="*/ 1292905 w 2585764"/>
              <a:gd name="connsiteY2-890" fmla="*/ 0 h 2533100"/>
              <a:gd name="connsiteX3-891" fmla="*/ 1292860 w 2585764"/>
              <a:gd name="connsiteY3-892" fmla="*/ 36 h 2533100"/>
              <a:gd name="connsiteX4-893" fmla="*/ 2585764 w 2585764"/>
              <a:gd name="connsiteY4-894" fmla="*/ 1069335 h 2533100"/>
              <a:gd name="connsiteX5-895" fmla="*/ 2585720 w 2585764"/>
              <a:gd name="connsiteY5-896" fmla="*/ 1069298 h 2533100"/>
              <a:gd name="connsiteX6-897" fmla="*/ 2585720 w 2585764"/>
              <a:gd name="connsiteY6-898" fmla="*/ 1069298 h 2533100"/>
              <a:gd name="connsiteX7-899" fmla="*/ 1939290 w 2585764"/>
              <a:gd name="connsiteY7-900" fmla="*/ 1069298 h 2533100"/>
              <a:gd name="connsiteX8-901" fmla="*/ 1939290 w 2585764"/>
              <a:gd name="connsiteY8-902" fmla="*/ 1069298 h 2533100"/>
              <a:gd name="connsiteX9-903" fmla="*/ 1939290 w 2585764"/>
              <a:gd name="connsiteY9-904" fmla="*/ 2533100 h 2533100"/>
              <a:gd name="connsiteX10-905" fmla="*/ 1939290 w 2585764"/>
              <a:gd name="connsiteY10-906" fmla="*/ 2533051 h 2533100"/>
              <a:gd name="connsiteX11-907" fmla="*/ 646430 w 2585764"/>
              <a:gd name="connsiteY11-908" fmla="*/ 2533051 h 2533100"/>
              <a:gd name="connsiteX12-909" fmla="*/ 646430 w 2585764"/>
              <a:gd name="connsiteY12-910" fmla="*/ 2533051 h 2533100"/>
              <a:gd name="connsiteX13-911" fmla="*/ 646430 w 2585764"/>
              <a:gd name="connsiteY13-912" fmla="*/ 1069249 h 2533100"/>
              <a:gd name="connsiteX14-913" fmla="*/ 646430 w 2585764"/>
              <a:gd name="connsiteY14-914" fmla="*/ 1069298 h 2533100"/>
              <a:gd name="connsiteX15-915" fmla="*/ 0 w 2585764"/>
              <a:gd name="connsiteY15-916" fmla="*/ 1069298 h 2533100"/>
              <a:gd name="connsiteX16-917" fmla="*/ 0 w 2585764"/>
              <a:gd name="connsiteY16-918" fmla="*/ 1069299 h 2533100"/>
              <a:gd name="connsiteX0-919" fmla="*/ 0 w 2585764"/>
              <a:gd name="connsiteY0-920" fmla="*/ 1069299 h 2533100"/>
              <a:gd name="connsiteX1-921" fmla="*/ 0 w 2585764"/>
              <a:gd name="connsiteY1-922" fmla="*/ 1069299 h 2533100"/>
              <a:gd name="connsiteX2-923" fmla="*/ 1292905 w 2585764"/>
              <a:gd name="connsiteY2-924" fmla="*/ 0 h 2533100"/>
              <a:gd name="connsiteX3-925" fmla="*/ 1292860 w 2585764"/>
              <a:gd name="connsiteY3-926" fmla="*/ 36 h 2533100"/>
              <a:gd name="connsiteX4-927" fmla="*/ 2585764 w 2585764"/>
              <a:gd name="connsiteY4-928" fmla="*/ 1069335 h 2533100"/>
              <a:gd name="connsiteX5-929" fmla="*/ 2585720 w 2585764"/>
              <a:gd name="connsiteY5-930" fmla="*/ 1069298 h 2533100"/>
              <a:gd name="connsiteX6-931" fmla="*/ 2585720 w 2585764"/>
              <a:gd name="connsiteY6-932" fmla="*/ 1069298 h 2533100"/>
              <a:gd name="connsiteX7-933" fmla="*/ 1939290 w 2585764"/>
              <a:gd name="connsiteY7-934" fmla="*/ 1069298 h 2533100"/>
              <a:gd name="connsiteX8-935" fmla="*/ 1939290 w 2585764"/>
              <a:gd name="connsiteY8-936" fmla="*/ 1069298 h 2533100"/>
              <a:gd name="connsiteX9-937" fmla="*/ 1939290 w 2585764"/>
              <a:gd name="connsiteY9-938" fmla="*/ 2533100 h 2533100"/>
              <a:gd name="connsiteX10-939" fmla="*/ 1939290 w 2585764"/>
              <a:gd name="connsiteY10-940" fmla="*/ 2533051 h 2533100"/>
              <a:gd name="connsiteX11-941" fmla="*/ 646430 w 2585764"/>
              <a:gd name="connsiteY11-942" fmla="*/ 2533051 h 2533100"/>
              <a:gd name="connsiteX12-943" fmla="*/ 646430 w 2585764"/>
              <a:gd name="connsiteY12-944" fmla="*/ 2533051 h 2533100"/>
              <a:gd name="connsiteX13-945" fmla="*/ 646430 w 2585764"/>
              <a:gd name="connsiteY13-946" fmla="*/ 1069249 h 2533100"/>
              <a:gd name="connsiteX14-947" fmla="*/ 646430 w 2585764"/>
              <a:gd name="connsiteY14-948" fmla="*/ 1069298 h 2533100"/>
              <a:gd name="connsiteX15-949" fmla="*/ 0 w 2585764"/>
              <a:gd name="connsiteY15-950" fmla="*/ 1069298 h 2533100"/>
              <a:gd name="connsiteX16-951" fmla="*/ 0 w 2585764"/>
              <a:gd name="connsiteY16-952" fmla="*/ 1069299 h 2533100"/>
              <a:gd name="connsiteX0-953" fmla="*/ 0 w 2585764"/>
              <a:gd name="connsiteY0-954" fmla="*/ 1069299 h 2533100"/>
              <a:gd name="connsiteX1-955" fmla="*/ 0 w 2585764"/>
              <a:gd name="connsiteY1-956" fmla="*/ 1069299 h 2533100"/>
              <a:gd name="connsiteX2-957" fmla="*/ 1292905 w 2585764"/>
              <a:gd name="connsiteY2-958" fmla="*/ 0 h 2533100"/>
              <a:gd name="connsiteX3-959" fmla="*/ 1292860 w 2585764"/>
              <a:gd name="connsiteY3-960" fmla="*/ 36 h 2533100"/>
              <a:gd name="connsiteX4-961" fmla="*/ 2585764 w 2585764"/>
              <a:gd name="connsiteY4-962" fmla="*/ 1069335 h 2533100"/>
              <a:gd name="connsiteX5-963" fmla="*/ 2585720 w 2585764"/>
              <a:gd name="connsiteY5-964" fmla="*/ 1069298 h 2533100"/>
              <a:gd name="connsiteX6-965" fmla="*/ 2585720 w 2585764"/>
              <a:gd name="connsiteY6-966" fmla="*/ 1069298 h 2533100"/>
              <a:gd name="connsiteX7-967" fmla="*/ 1939290 w 2585764"/>
              <a:gd name="connsiteY7-968" fmla="*/ 1069298 h 2533100"/>
              <a:gd name="connsiteX8-969" fmla="*/ 1939290 w 2585764"/>
              <a:gd name="connsiteY8-970" fmla="*/ 1069298 h 2533100"/>
              <a:gd name="connsiteX9-971" fmla="*/ 1939290 w 2585764"/>
              <a:gd name="connsiteY9-972" fmla="*/ 2533100 h 2533100"/>
              <a:gd name="connsiteX10-973" fmla="*/ 1939290 w 2585764"/>
              <a:gd name="connsiteY10-974" fmla="*/ 2533051 h 2533100"/>
              <a:gd name="connsiteX11-975" fmla="*/ 646430 w 2585764"/>
              <a:gd name="connsiteY11-976" fmla="*/ 2533051 h 2533100"/>
              <a:gd name="connsiteX12-977" fmla="*/ 646430 w 2585764"/>
              <a:gd name="connsiteY12-978" fmla="*/ 2533051 h 2533100"/>
              <a:gd name="connsiteX13-979" fmla="*/ 646430 w 2585764"/>
              <a:gd name="connsiteY13-980" fmla="*/ 1069249 h 2533100"/>
              <a:gd name="connsiteX14-981" fmla="*/ 646430 w 2585764"/>
              <a:gd name="connsiteY14-982" fmla="*/ 1069298 h 2533100"/>
              <a:gd name="connsiteX15-983" fmla="*/ 0 w 2585764"/>
              <a:gd name="connsiteY15-984" fmla="*/ 1069298 h 2533100"/>
              <a:gd name="connsiteX16-985" fmla="*/ 0 w 2585764"/>
              <a:gd name="connsiteY16-986" fmla="*/ 1069299 h 2533100"/>
              <a:gd name="connsiteX0-987" fmla="*/ 0 w 2585764"/>
              <a:gd name="connsiteY0-988" fmla="*/ 1069299 h 2533100"/>
              <a:gd name="connsiteX1-989" fmla="*/ 0 w 2585764"/>
              <a:gd name="connsiteY1-990" fmla="*/ 1069299 h 2533100"/>
              <a:gd name="connsiteX2-991" fmla="*/ 1292905 w 2585764"/>
              <a:gd name="connsiteY2-992" fmla="*/ 0 h 2533100"/>
              <a:gd name="connsiteX3-993" fmla="*/ 1292860 w 2585764"/>
              <a:gd name="connsiteY3-994" fmla="*/ 36 h 2533100"/>
              <a:gd name="connsiteX4-995" fmla="*/ 2585764 w 2585764"/>
              <a:gd name="connsiteY4-996" fmla="*/ 1069335 h 2533100"/>
              <a:gd name="connsiteX5-997" fmla="*/ 2585720 w 2585764"/>
              <a:gd name="connsiteY5-998" fmla="*/ 1069298 h 2533100"/>
              <a:gd name="connsiteX6-999" fmla="*/ 2585720 w 2585764"/>
              <a:gd name="connsiteY6-1000" fmla="*/ 1069298 h 2533100"/>
              <a:gd name="connsiteX7-1001" fmla="*/ 1939290 w 2585764"/>
              <a:gd name="connsiteY7-1002" fmla="*/ 1069298 h 2533100"/>
              <a:gd name="connsiteX8-1003" fmla="*/ 1939290 w 2585764"/>
              <a:gd name="connsiteY8-1004" fmla="*/ 1069298 h 2533100"/>
              <a:gd name="connsiteX9-1005" fmla="*/ 1939290 w 2585764"/>
              <a:gd name="connsiteY9-1006" fmla="*/ 2533100 h 2533100"/>
              <a:gd name="connsiteX10-1007" fmla="*/ 1939290 w 2585764"/>
              <a:gd name="connsiteY10-1008" fmla="*/ 2533051 h 2533100"/>
              <a:gd name="connsiteX11-1009" fmla="*/ 646430 w 2585764"/>
              <a:gd name="connsiteY11-1010" fmla="*/ 2533051 h 2533100"/>
              <a:gd name="connsiteX12-1011" fmla="*/ 646430 w 2585764"/>
              <a:gd name="connsiteY12-1012" fmla="*/ 2533051 h 2533100"/>
              <a:gd name="connsiteX13-1013" fmla="*/ 646430 w 2585764"/>
              <a:gd name="connsiteY13-1014" fmla="*/ 1069249 h 2533100"/>
              <a:gd name="connsiteX14-1015" fmla="*/ 646430 w 2585764"/>
              <a:gd name="connsiteY14-1016" fmla="*/ 1069298 h 2533100"/>
              <a:gd name="connsiteX15-1017" fmla="*/ 0 w 2585764"/>
              <a:gd name="connsiteY15-1018" fmla="*/ 1069298 h 2533100"/>
              <a:gd name="connsiteX16-1019" fmla="*/ 0 w 2585764"/>
              <a:gd name="connsiteY16-1020" fmla="*/ 1069299 h 2533100"/>
              <a:gd name="connsiteX0-1021" fmla="*/ 0 w 2585764"/>
              <a:gd name="connsiteY0-1022" fmla="*/ 1069299 h 2533100"/>
              <a:gd name="connsiteX1-1023" fmla="*/ 0 w 2585764"/>
              <a:gd name="connsiteY1-1024" fmla="*/ 1069299 h 2533100"/>
              <a:gd name="connsiteX2-1025" fmla="*/ 1292905 w 2585764"/>
              <a:gd name="connsiteY2-1026" fmla="*/ 0 h 2533100"/>
              <a:gd name="connsiteX3-1027" fmla="*/ 1292860 w 2585764"/>
              <a:gd name="connsiteY3-1028" fmla="*/ 36 h 2533100"/>
              <a:gd name="connsiteX4-1029" fmla="*/ 2585764 w 2585764"/>
              <a:gd name="connsiteY4-1030" fmla="*/ 1069335 h 2533100"/>
              <a:gd name="connsiteX5-1031" fmla="*/ 2585720 w 2585764"/>
              <a:gd name="connsiteY5-1032" fmla="*/ 1069298 h 2533100"/>
              <a:gd name="connsiteX6-1033" fmla="*/ 2585720 w 2585764"/>
              <a:gd name="connsiteY6-1034" fmla="*/ 1069298 h 2533100"/>
              <a:gd name="connsiteX7-1035" fmla="*/ 1939290 w 2585764"/>
              <a:gd name="connsiteY7-1036" fmla="*/ 1069298 h 2533100"/>
              <a:gd name="connsiteX8-1037" fmla="*/ 1939290 w 2585764"/>
              <a:gd name="connsiteY8-1038" fmla="*/ 1069298 h 2533100"/>
              <a:gd name="connsiteX9-1039" fmla="*/ 1939290 w 2585764"/>
              <a:gd name="connsiteY9-1040" fmla="*/ 2533100 h 2533100"/>
              <a:gd name="connsiteX10-1041" fmla="*/ 1939290 w 2585764"/>
              <a:gd name="connsiteY10-1042" fmla="*/ 2533051 h 2533100"/>
              <a:gd name="connsiteX11-1043" fmla="*/ 646430 w 2585764"/>
              <a:gd name="connsiteY11-1044" fmla="*/ 2533051 h 2533100"/>
              <a:gd name="connsiteX12-1045" fmla="*/ 646430 w 2585764"/>
              <a:gd name="connsiteY12-1046" fmla="*/ 2533051 h 2533100"/>
              <a:gd name="connsiteX13-1047" fmla="*/ 646430 w 2585764"/>
              <a:gd name="connsiteY13-1048" fmla="*/ 1069249 h 2533100"/>
              <a:gd name="connsiteX14-1049" fmla="*/ 646430 w 2585764"/>
              <a:gd name="connsiteY14-1050" fmla="*/ 1069298 h 2533100"/>
              <a:gd name="connsiteX15-1051" fmla="*/ 0 w 2585764"/>
              <a:gd name="connsiteY15-1052" fmla="*/ 1069298 h 2533100"/>
              <a:gd name="connsiteX16-1053" fmla="*/ 0 w 2585764"/>
              <a:gd name="connsiteY16-1054" fmla="*/ 1069299 h 2533100"/>
              <a:gd name="connsiteX0-1055" fmla="*/ 0 w 2585764"/>
              <a:gd name="connsiteY0-1056" fmla="*/ 1069299 h 2533100"/>
              <a:gd name="connsiteX1-1057" fmla="*/ 0 w 2585764"/>
              <a:gd name="connsiteY1-1058" fmla="*/ 1069299 h 2533100"/>
              <a:gd name="connsiteX2-1059" fmla="*/ 1292905 w 2585764"/>
              <a:gd name="connsiteY2-1060" fmla="*/ 0 h 2533100"/>
              <a:gd name="connsiteX3-1061" fmla="*/ 1292860 w 2585764"/>
              <a:gd name="connsiteY3-1062" fmla="*/ 36 h 2533100"/>
              <a:gd name="connsiteX4-1063" fmla="*/ 2585764 w 2585764"/>
              <a:gd name="connsiteY4-1064" fmla="*/ 1069335 h 2533100"/>
              <a:gd name="connsiteX5-1065" fmla="*/ 2585720 w 2585764"/>
              <a:gd name="connsiteY5-1066" fmla="*/ 1069298 h 2533100"/>
              <a:gd name="connsiteX6-1067" fmla="*/ 2585720 w 2585764"/>
              <a:gd name="connsiteY6-1068" fmla="*/ 1069298 h 2533100"/>
              <a:gd name="connsiteX7-1069" fmla="*/ 1939290 w 2585764"/>
              <a:gd name="connsiteY7-1070" fmla="*/ 1069298 h 2533100"/>
              <a:gd name="connsiteX8-1071" fmla="*/ 1939290 w 2585764"/>
              <a:gd name="connsiteY8-1072" fmla="*/ 1069298 h 2533100"/>
              <a:gd name="connsiteX9-1073" fmla="*/ 1939290 w 2585764"/>
              <a:gd name="connsiteY9-1074" fmla="*/ 2533100 h 2533100"/>
              <a:gd name="connsiteX10-1075" fmla="*/ 1939290 w 2585764"/>
              <a:gd name="connsiteY10-1076" fmla="*/ 2533051 h 2533100"/>
              <a:gd name="connsiteX11-1077" fmla="*/ 646430 w 2585764"/>
              <a:gd name="connsiteY11-1078" fmla="*/ 2533051 h 2533100"/>
              <a:gd name="connsiteX12-1079" fmla="*/ 646430 w 2585764"/>
              <a:gd name="connsiteY12-1080" fmla="*/ 2533051 h 2533100"/>
              <a:gd name="connsiteX13-1081" fmla="*/ 646430 w 2585764"/>
              <a:gd name="connsiteY13-1082" fmla="*/ 1069249 h 2533100"/>
              <a:gd name="connsiteX14-1083" fmla="*/ 646430 w 2585764"/>
              <a:gd name="connsiteY14-1084" fmla="*/ 1069298 h 2533100"/>
              <a:gd name="connsiteX15-1085" fmla="*/ 0 w 2585764"/>
              <a:gd name="connsiteY15-1086" fmla="*/ 1069298 h 2533100"/>
              <a:gd name="connsiteX16-1087" fmla="*/ 0 w 2585764"/>
              <a:gd name="connsiteY16-1088" fmla="*/ 1069299 h 2533100"/>
              <a:gd name="connsiteX0-1089" fmla="*/ 0 w 2585764"/>
              <a:gd name="connsiteY0-1090" fmla="*/ 1069299 h 2533100"/>
              <a:gd name="connsiteX1-1091" fmla="*/ 0 w 2585764"/>
              <a:gd name="connsiteY1-1092" fmla="*/ 1069299 h 2533100"/>
              <a:gd name="connsiteX2-1093" fmla="*/ 1292905 w 2585764"/>
              <a:gd name="connsiteY2-1094" fmla="*/ 0 h 2533100"/>
              <a:gd name="connsiteX3-1095" fmla="*/ 1292860 w 2585764"/>
              <a:gd name="connsiteY3-1096" fmla="*/ 36 h 2533100"/>
              <a:gd name="connsiteX4-1097" fmla="*/ 2585764 w 2585764"/>
              <a:gd name="connsiteY4-1098" fmla="*/ 1069335 h 2533100"/>
              <a:gd name="connsiteX5-1099" fmla="*/ 2585720 w 2585764"/>
              <a:gd name="connsiteY5-1100" fmla="*/ 1069298 h 2533100"/>
              <a:gd name="connsiteX6-1101" fmla="*/ 2585720 w 2585764"/>
              <a:gd name="connsiteY6-1102" fmla="*/ 1069298 h 2533100"/>
              <a:gd name="connsiteX7-1103" fmla="*/ 1939290 w 2585764"/>
              <a:gd name="connsiteY7-1104" fmla="*/ 1069298 h 2533100"/>
              <a:gd name="connsiteX8-1105" fmla="*/ 1939290 w 2585764"/>
              <a:gd name="connsiteY8-1106" fmla="*/ 1069298 h 2533100"/>
              <a:gd name="connsiteX9-1107" fmla="*/ 1939290 w 2585764"/>
              <a:gd name="connsiteY9-1108" fmla="*/ 2533100 h 2533100"/>
              <a:gd name="connsiteX10-1109" fmla="*/ 1939290 w 2585764"/>
              <a:gd name="connsiteY10-1110" fmla="*/ 2533051 h 2533100"/>
              <a:gd name="connsiteX11-1111" fmla="*/ 646430 w 2585764"/>
              <a:gd name="connsiteY11-1112" fmla="*/ 2533051 h 2533100"/>
              <a:gd name="connsiteX12-1113" fmla="*/ 646430 w 2585764"/>
              <a:gd name="connsiteY12-1114" fmla="*/ 2533051 h 2533100"/>
              <a:gd name="connsiteX13-1115" fmla="*/ 646430 w 2585764"/>
              <a:gd name="connsiteY13-1116" fmla="*/ 1069249 h 2533100"/>
              <a:gd name="connsiteX14-1117" fmla="*/ 646430 w 2585764"/>
              <a:gd name="connsiteY14-1118" fmla="*/ 1069298 h 2533100"/>
              <a:gd name="connsiteX15-1119" fmla="*/ 0 w 2585764"/>
              <a:gd name="connsiteY15-1120" fmla="*/ 1069298 h 2533100"/>
              <a:gd name="connsiteX16-1121" fmla="*/ 0 w 2585764"/>
              <a:gd name="connsiteY16-1122" fmla="*/ 1069299 h 2533100"/>
              <a:gd name="connsiteX0-1123" fmla="*/ 0 w 2585764"/>
              <a:gd name="connsiteY0-1124" fmla="*/ 1069299 h 2533100"/>
              <a:gd name="connsiteX1-1125" fmla="*/ 0 w 2585764"/>
              <a:gd name="connsiteY1-1126" fmla="*/ 1069299 h 2533100"/>
              <a:gd name="connsiteX2-1127" fmla="*/ 1292905 w 2585764"/>
              <a:gd name="connsiteY2-1128" fmla="*/ 0 h 2533100"/>
              <a:gd name="connsiteX3-1129" fmla="*/ 1292860 w 2585764"/>
              <a:gd name="connsiteY3-1130" fmla="*/ 36 h 2533100"/>
              <a:gd name="connsiteX4-1131" fmla="*/ 2585764 w 2585764"/>
              <a:gd name="connsiteY4-1132" fmla="*/ 1069335 h 2533100"/>
              <a:gd name="connsiteX5-1133" fmla="*/ 2585720 w 2585764"/>
              <a:gd name="connsiteY5-1134" fmla="*/ 1069298 h 2533100"/>
              <a:gd name="connsiteX6-1135" fmla="*/ 2585720 w 2585764"/>
              <a:gd name="connsiteY6-1136" fmla="*/ 1069298 h 2533100"/>
              <a:gd name="connsiteX7-1137" fmla="*/ 1939290 w 2585764"/>
              <a:gd name="connsiteY7-1138" fmla="*/ 1069298 h 2533100"/>
              <a:gd name="connsiteX8-1139" fmla="*/ 1939290 w 2585764"/>
              <a:gd name="connsiteY8-1140" fmla="*/ 1069298 h 2533100"/>
              <a:gd name="connsiteX9-1141" fmla="*/ 1939290 w 2585764"/>
              <a:gd name="connsiteY9-1142" fmla="*/ 2533100 h 2533100"/>
              <a:gd name="connsiteX10-1143" fmla="*/ 1939290 w 2585764"/>
              <a:gd name="connsiteY10-1144" fmla="*/ 2533051 h 2533100"/>
              <a:gd name="connsiteX11-1145" fmla="*/ 646430 w 2585764"/>
              <a:gd name="connsiteY11-1146" fmla="*/ 2533051 h 2533100"/>
              <a:gd name="connsiteX12-1147" fmla="*/ 646430 w 2585764"/>
              <a:gd name="connsiteY12-1148" fmla="*/ 2533051 h 2533100"/>
              <a:gd name="connsiteX13-1149" fmla="*/ 646430 w 2585764"/>
              <a:gd name="connsiteY13-1150" fmla="*/ 1069249 h 2533100"/>
              <a:gd name="connsiteX14-1151" fmla="*/ 646430 w 2585764"/>
              <a:gd name="connsiteY14-1152" fmla="*/ 1069298 h 2533100"/>
              <a:gd name="connsiteX15-1153" fmla="*/ 0 w 2585764"/>
              <a:gd name="connsiteY15-1154" fmla="*/ 1069298 h 2533100"/>
              <a:gd name="connsiteX16-1155" fmla="*/ 0 w 2585764"/>
              <a:gd name="connsiteY16-1156" fmla="*/ 1069299 h 2533100"/>
              <a:gd name="connsiteX0-1157" fmla="*/ 0 w 2585764"/>
              <a:gd name="connsiteY0-1158" fmla="*/ 1069299 h 2533100"/>
              <a:gd name="connsiteX1-1159" fmla="*/ 0 w 2585764"/>
              <a:gd name="connsiteY1-1160" fmla="*/ 1069299 h 2533100"/>
              <a:gd name="connsiteX2-1161" fmla="*/ 1292905 w 2585764"/>
              <a:gd name="connsiteY2-1162" fmla="*/ 0 h 2533100"/>
              <a:gd name="connsiteX3-1163" fmla="*/ 1292860 w 2585764"/>
              <a:gd name="connsiteY3-1164" fmla="*/ 36 h 2533100"/>
              <a:gd name="connsiteX4-1165" fmla="*/ 2585764 w 2585764"/>
              <a:gd name="connsiteY4-1166" fmla="*/ 1069335 h 2533100"/>
              <a:gd name="connsiteX5-1167" fmla="*/ 2585720 w 2585764"/>
              <a:gd name="connsiteY5-1168" fmla="*/ 1069298 h 2533100"/>
              <a:gd name="connsiteX6-1169" fmla="*/ 2585720 w 2585764"/>
              <a:gd name="connsiteY6-1170" fmla="*/ 1069298 h 2533100"/>
              <a:gd name="connsiteX7-1171" fmla="*/ 1939290 w 2585764"/>
              <a:gd name="connsiteY7-1172" fmla="*/ 1069298 h 2533100"/>
              <a:gd name="connsiteX8-1173" fmla="*/ 1939290 w 2585764"/>
              <a:gd name="connsiteY8-1174" fmla="*/ 1069298 h 2533100"/>
              <a:gd name="connsiteX9-1175" fmla="*/ 1939290 w 2585764"/>
              <a:gd name="connsiteY9-1176" fmla="*/ 2533100 h 2533100"/>
              <a:gd name="connsiteX10-1177" fmla="*/ 1939290 w 2585764"/>
              <a:gd name="connsiteY10-1178" fmla="*/ 2533051 h 2533100"/>
              <a:gd name="connsiteX11-1179" fmla="*/ 646430 w 2585764"/>
              <a:gd name="connsiteY11-1180" fmla="*/ 2533051 h 2533100"/>
              <a:gd name="connsiteX12-1181" fmla="*/ 646430 w 2585764"/>
              <a:gd name="connsiteY12-1182" fmla="*/ 2533051 h 2533100"/>
              <a:gd name="connsiteX13-1183" fmla="*/ 646430 w 2585764"/>
              <a:gd name="connsiteY13-1184" fmla="*/ 1069249 h 2533100"/>
              <a:gd name="connsiteX14-1185" fmla="*/ 646430 w 2585764"/>
              <a:gd name="connsiteY14-1186" fmla="*/ 1069298 h 2533100"/>
              <a:gd name="connsiteX15-1187" fmla="*/ 0 w 2585764"/>
              <a:gd name="connsiteY15-1188" fmla="*/ 1069298 h 2533100"/>
              <a:gd name="connsiteX16-1189" fmla="*/ 0 w 2585764"/>
              <a:gd name="connsiteY16-1190" fmla="*/ 1069299 h 2533100"/>
              <a:gd name="connsiteX0-1191" fmla="*/ 0 w 2585764"/>
              <a:gd name="connsiteY0-1192" fmla="*/ 1069299 h 2533100"/>
              <a:gd name="connsiteX1-1193" fmla="*/ 0 w 2585764"/>
              <a:gd name="connsiteY1-1194" fmla="*/ 1069299 h 2533100"/>
              <a:gd name="connsiteX2-1195" fmla="*/ 1292905 w 2585764"/>
              <a:gd name="connsiteY2-1196" fmla="*/ 0 h 2533100"/>
              <a:gd name="connsiteX3-1197" fmla="*/ 1292860 w 2585764"/>
              <a:gd name="connsiteY3-1198" fmla="*/ 36 h 2533100"/>
              <a:gd name="connsiteX4-1199" fmla="*/ 2585764 w 2585764"/>
              <a:gd name="connsiteY4-1200" fmla="*/ 1069335 h 2533100"/>
              <a:gd name="connsiteX5-1201" fmla="*/ 2585720 w 2585764"/>
              <a:gd name="connsiteY5-1202" fmla="*/ 1069298 h 2533100"/>
              <a:gd name="connsiteX6-1203" fmla="*/ 2585720 w 2585764"/>
              <a:gd name="connsiteY6-1204" fmla="*/ 1069298 h 2533100"/>
              <a:gd name="connsiteX7-1205" fmla="*/ 1939290 w 2585764"/>
              <a:gd name="connsiteY7-1206" fmla="*/ 1069298 h 2533100"/>
              <a:gd name="connsiteX8-1207" fmla="*/ 1939290 w 2585764"/>
              <a:gd name="connsiteY8-1208" fmla="*/ 1069298 h 2533100"/>
              <a:gd name="connsiteX9-1209" fmla="*/ 1939290 w 2585764"/>
              <a:gd name="connsiteY9-1210" fmla="*/ 2533100 h 2533100"/>
              <a:gd name="connsiteX10-1211" fmla="*/ 1939290 w 2585764"/>
              <a:gd name="connsiteY10-1212" fmla="*/ 2533051 h 2533100"/>
              <a:gd name="connsiteX11-1213" fmla="*/ 646430 w 2585764"/>
              <a:gd name="connsiteY11-1214" fmla="*/ 2533051 h 2533100"/>
              <a:gd name="connsiteX12-1215" fmla="*/ 646430 w 2585764"/>
              <a:gd name="connsiteY12-1216" fmla="*/ 2533051 h 2533100"/>
              <a:gd name="connsiteX13-1217" fmla="*/ 646430 w 2585764"/>
              <a:gd name="connsiteY13-1218" fmla="*/ 1069249 h 2533100"/>
              <a:gd name="connsiteX14-1219" fmla="*/ 646430 w 2585764"/>
              <a:gd name="connsiteY14-1220" fmla="*/ 1069298 h 2533100"/>
              <a:gd name="connsiteX15-1221" fmla="*/ 0 w 2585764"/>
              <a:gd name="connsiteY15-1222" fmla="*/ 1069298 h 2533100"/>
              <a:gd name="connsiteX16-1223" fmla="*/ 0 w 2585764"/>
              <a:gd name="connsiteY16-1224" fmla="*/ 1069299 h 2533100"/>
              <a:gd name="connsiteX0-1225" fmla="*/ 0 w 2585764"/>
              <a:gd name="connsiteY0-1226" fmla="*/ 1069299 h 2533100"/>
              <a:gd name="connsiteX1-1227" fmla="*/ 0 w 2585764"/>
              <a:gd name="connsiteY1-1228" fmla="*/ 1069299 h 2533100"/>
              <a:gd name="connsiteX2-1229" fmla="*/ 1292905 w 2585764"/>
              <a:gd name="connsiteY2-1230" fmla="*/ 0 h 2533100"/>
              <a:gd name="connsiteX3-1231" fmla="*/ 1292860 w 2585764"/>
              <a:gd name="connsiteY3-1232" fmla="*/ 36 h 2533100"/>
              <a:gd name="connsiteX4-1233" fmla="*/ 2585764 w 2585764"/>
              <a:gd name="connsiteY4-1234" fmla="*/ 1069335 h 2533100"/>
              <a:gd name="connsiteX5-1235" fmla="*/ 2585720 w 2585764"/>
              <a:gd name="connsiteY5-1236" fmla="*/ 1069298 h 2533100"/>
              <a:gd name="connsiteX6-1237" fmla="*/ 2585720 w 2585764"/>
              <a:gd name="connsiteY6-1238" fmla="*/ 1069298 h 2533100"/>
              <a:gd name="connsiteX7-1239" fmla="*/ 1939290 w 2585764"/>
              <a:gd name="connsiteY7-1240" fmla="*/ 1069298 h 2533100"/>
              <a:gd name="connsiteX8-1241" fmla="*/ 1939290 w 2585764"/>
              <a:gd name="connsiteY8-1242" fmla="*/ 1069298 h 2533100"/>
              <a:gd name="connsiteX9-1243" fmla="*/ 1939290 w 2585764"/>
              <a:gd name="connsiteY9-1244" fmla="*/ 2533100 h 2533100"/>
              <a:gd name="connsiteX10-1245" fmla="*/ 1939290 w 2585764"/>
              <a:gd name="connsiteY10-1246" fmla="*/ 2533051 h 2533100"/>
              <a:gd name="connsiteX11-1247" fmla="*/ 646430 w 2585764"/>
              <a:gd name="connsiteY11-1248" fmla="*/ 2533051 h 2533100"/>
              <a:gd name="connsiteX12-1249" fmla="*/ 646430 w 2585764"/>
              <a:gd name="connsiteY12-1250" fmla="*/ 2533051 h 2533100"/>
              <a:gd name="connsiteX13-1251" fmla="*/ 646430 w 2585764"/>
              <a:gd name="connsiteY13-1252" fmla="*/ 1069249 h 2533100"/>
              <a:gd name="connsiteX14-1253" fmla="*/ 646430 w 2585764"/>
              <a:gd name="connsiteY14-1254" fmla="*/ 1069298 h 2533100"/>
              <a:gd name="connsiteX15-1255" fmla="*/ 0 w 2585764"/>
              <a:gd name="connsiteY15-1256" fmla="*/ 1069298 h 2533100"/>
              <a:gd name="connsiteX16-1257" fmla="*/ 0 w 2585764"/>
              <a:gd name="connsiteY16-1258" fmla="*/ 1069299 h 2533100"/>
              <a:gd name="connsiteX0-1259" fmla="*/ 0 w 2585764"/>
              <a:gd name="connsiteY0-1260" fmla="*/ 1069299 h 2533100"/>
              <a:gd name="connsiteX1-1261" fmla="*/ 0 w 2585764"/>
              <a:gd name="connsiteY1-1262" fmla="*/ 1069299 h 2533100"/>
              <a:gd name="connsiteX2-1263" fmla="*/ 1292905 w 2585764"/>
              <a:gd name="connsiteY2-1264" fmla="*/ 0 h 2533100"/>
              <a:gd name="connsiteX3-1265" fmla="*/ 1292860 w 2585764"/>
              <a:gd name="connsiteY3-1266" fmla="*/ 36 h 2533100"/>
              <a:gd name="connsiteX4-1267" fmla="*/ 2585764 w 2585764"/>
              <a:gd name="connsiteY4-1268" fmla="*/ 1069335 h 2533100"/>
              <a:gd name="connsiteX5-1269" fmla="*/ 2585720 w 2585764"/>
              <a:gd name="connsiteY5-1270" fmla="*/ 1069298 h 2533100"/>
              <a:gd name="connsiteX6-1271" fmla="*/ 2585720 w 2585764"/>
              <a:gd name="connsiteY6-1272" fmla="*/ 1069298 h 2533100"/>
              <a:gd name="connsiteX7-1273" fmla="*/ 1939290 w 2585764"/>
              <a:gd name="connsiteY7-1274" fmla="*/ 1069298 h 2533100"/>
              <a:gd name="connsiteX8-1275" fmla="*/ 1939290 w 2585764"/>
              <a:gd name="connsiteY8-1276" fmla="*/ 1069298 h 2533100"/>
              <a:gd name="connsiteX9-1277" fmla="*/ 1939290 w 2585764"/>
              <a:gd name="connsiteY9-1278" fmla="*/ 2533100 h 2533100"/>
              <a:gd name="connsiteX10-1279" fmla="*/ 1939290 w 2585764"/>
              <a:gd name="connsiteY10-1280" fmla="*/ 2533051 h 2533100"/>
              <a:gd name="connsiteX11-1281" fmla="*/ 646430 w 2585764"/>
              <a:gd name="connsiteY11-1282" fmla="*/ 2533051 h 2533100"/>
              <a:gd name="connsiteX12-1283" fmla="*/ 646430 w 2585764"/>
              <a:gd name="connsiteY12-1284" fmla="*/ 2533051 h 2533100"/>
              <a:gd name="connsiteX13-1285" fmla="*/ 646430 w 2585764"/>
              <a:gd name="connsiteY13-1286" fmla="*/ 1069249 h 2533100"/>
              <a:gd name="connsiteX14-1287" fmla="*/ 646430 w 2585764"/>
              <a:gd name="connsiteY14-1288" fmla="*/ 1069298 h 2533100"/>
              <a:gd name="connsiteX15-1289" fmla="*/ 0 w 2585764"/>
              <a:gd name="connsiteY15-1290" fmla="*/ 1069298 h 2533100"/>
              <a:gd name="connsiteX16-1291" fmla="*/ 0 w 2585764"/>
              <a:gd name="connsiteY16-1292" fmla="*/ 1069299 h 2533100"/>
              <a:gd name="connsiteX0-1293" fmla="*/ 0 w 2585764"/>
              <a:gd name="connsiteY0-1294" fmla="*/ 1069299 h 2533100"/>
              <a:gd name="connsiteX1-1295" fmla="*/ 0 w 2585764"/>
              <a:gd name="connsiteY1-1296" fmla="*/ 1069299 h 2533100"/>
              <a:gd name="connsiteX2-1297" fmla="*/ 1292905 w 2585764"/>
              <a:gd name="connsiteY2-1298" fmla="*/ 0 h 2533100"/>
              <a:gd name="connsiteX3-1299" fmla="*/ 1292860 w 2585764"/>
              <a:gd name="connsiteY3-1300" fmla="*/ 36 h 2533100"/>
              <a:gd name="connsiteX4-1301" fmla="*/ 2585764 w 2585764"/>
              <a:gd name="connsiteY4-1302" fmla="*/ 1069335 h 2533100"/>
              <a:gd name="connsiteX5-1303" fmla="*/ 2585720 w 2585764"/>
              <a:gd name="connsiteY5-1304" fmla="*/ 1069298 h 2533100"/>
              <a:gd name="connsiteX6-1305" fmla="*/ 2585720 w 2585764"/>
              <a:gd name="connsiteY6-1306" fmla="*/ 1069298 h 2533100"/>
              <a:gd name="connsiteX7-1307" fmla="*/ 1939290 w 2585764"/>
              <a:gd name="connsiteY7-1308" fmla="*/ 1069298 h 2533100"/>
              <a:gd name="connsiteX8-1309" fmla="*/ 1939290 w 2585764"/>
              <a:gd name="connsiteY8-1310" fmla="*/ 1069298 h 2533100"/>
              <a:gd name="connsiteX9-1311" fmla="*/ 1939290 w 2585764"/>
              <a:gd name="connsiteY9-1312" fmla="*/ 2533100 h 2533100"/>
              <a:gd name="connsiteX10-1313" fmla="*/ 1939290 w 2585764"/>
              <a:gd name="connsiteY10-1314" fmla="*/ 2533051 h 2533100"/>
              <a:gd name="connsiteX11-1315" fmla="*/ 646430 w 2585764"/>
              <a:gd name="connsiteY11-1316" fmla="*/ 2533051 h 2533100"/>
              <a:gd name="connsiteX12-1317" fmla="*/ 646430 w 2585764"/>
              <a:gd name="connsiteY12-1318" fmla="*/ 2533051 h 2533100"/>
              <a:gd name="connsiteX13-1319" fmla="*/ 646430 w 2585764"/>
              <a:gd name="connsiteY13-1320" fmla="*/ 1069249 h 2533100"/>
              <a:gd name="connsiteX14-1321" fmla="*/ 646430 w 2585764"/>
              <a:gd name="connsiteY14-1322" fmla="*/ 1069298 h 2533100"/>
              <a:gd name="connsiteX15-1323" fmla="*/ 0 w 2585764"/>
              <a:gd name="connsiteY15-1324" fmla="*/ 1069298 h 2533100"/>
              <a:gd name="connsiteX16-1325" fmla="*/ 0 w 2585764"/>
              <a:gd name="connsiteY16-1326" fmla="*/ 1069299 h 2533100"/>
              <a:gd name="connsiteX0-1327" fmla="*/ 0 w 2585764"/>
              <a:gd name="connsiteY0-1328" fmla="*/ 1069299 h 2533100"/>
              <a:gd name="connsiteX1-1329" fmla="*/ 0 w 2585764"/>
              <a:gd name="connsiteY1-1330" fmla="*/ 1069299 h 2533100"/>
              <a:gd name="connsiteX2-1331" fmla="*/ 1292905 w 2585764"/>
              <a:gd name="connsiteY2-1332" fmla="*/ 0 h 2533100"/>
              <a:gd name="connsiteX3-1333" fmla="*/ 1292860 w 2585764"/>
              <a:gd name="connsiteY3-1334" fmla="*/ 36 h 2533100"/>
              <a:gd name="connsiteX4-1335" fmla="*/ 2585764 w 2585764"/>
              <a:gd name="connsiteY4-1336" fmla="*/ 1069335 h 2533100"/>
              <a:gd name="connsiteX5-1337" fmla="*/ 2585720 w 2585764"/>
              <a:gd name="connsiteY5-1338" fmla="*/ 1069298 h 2533100"/>
              <a:gd name="connsiteX6-1339" fmla="*/ 2585720 w 2585764"/>
              <a:gd name="connsiteY6-1340" fmla="*/ 1069298 h 2533100"/>
              <a:gd name="connsiteX7-1341" fmla="*/ 1939290 w 2585764"/>
              <a:gd name="connsiteY7-1342" fmla="*/ 1069298 h 2533100"/>
              <a:gd name="connsiteX8-1343" fmla="*/ 1939290 w 2585764"/>
              <a:gd name="connsiteY8-1344" fmla="*/ 1069298 h 2533100"/>
              <a:gd name="connsiteX9-1345" fmla="*/ 1939290 w 2585764"/>
              <a:gd name="connsiteY9-1346" fmla="*/ 2533100 h 2533100"/>
              <a:gd name="connsiteX10-1347" fmla="*/ 1939290 w 2585764"/>
              <a:gd name="connsiteY10-1348" fmla="*/ 2533051 h 2533100"/>
              <a:gd name="connsiteX11-1349" fmla="*/ 646430 w 2585764"/>
              <a:gd name="connsiteY11-1350" fmla="*/ 2533051 h 2533100"/>
              <a:gd name="connsiteX12-1351" fmla="*/ 646430 w 2585764"/>
              <a:gd name="connsiteY12-1352" fmla="*/ 2533051 h 2533100"/>
              <a:gd name="connsiteX13-1353" fmla="*/ 646430 w 2585764"/>
              <a:gd name="connsiteY13-1354" fmla="*/ 1069249 h 2533100"/>
              <a:gd name="connsiteX14-1355" fmla="*/ 646430 w 2585764"/>
              <a:gd name="connsiteY14-1356" fmla="*/ 1069298 h 2533100"/>
              <a:gd name="connsiteX15-1357" fmla="*/ 0 w 2585764"/>
              <a:gd name="connsiteY15-1358" fmla="*/ 1069298 h 2533100"/>
              <a:gd name="connsiteX16-1359" fmla="*/ 0 w 2585764"/>
              <a:gd name="connsiteY16-1360" fmla="*/ 1069299 h 2533100"/>
              <a:gd name="connsiteX0-1361" fmla="*/ 0 w 2585764"/>
              <a:gd name="connsiteY0-1362" fmla="*/ 1069299 h 2533100"/>
              <a:gd name="connsiteX1-1363" fmla="*/ 0 w 2585764"/>
              <a:gd name="connsiteY1-1364" fmla="*/ 1069299 h 2533100"/>
              <a:gd name="connsiteX2-1365" fmla="*/ 1292905 w 2585764"/>
              <a:gd name="connsiteY2-1366" fmla="*/ 0 h 2533100"/>
              <a:gd name="connsiteX3-1367" fmla="*/ 1292860 w 2585764"/>
              <a:gd name="connsiteY3-1368" fmla="*/ 36 h 2533100"/>
              <a:gd name="connsiteX4-1369" fmla="*/ 2585764 w 2585764"/>
              <a:gd name="connsiteY4-1370" fmla="*/ 1069335 h 2533100"/>
              <a:gd name="connsiteX5-1371" fmla="*/ 2585720 w 2585764"/>
              <a:gd name="connsiteY5-1372" fmla="*/ 1069298 h 2533100"/>
              <a:gd name="connsiteX6-1373" fmla="*/ 2585720 w 2585764"/>
              <a:gd name="connsiteY6-1374" fmla="*/ 1069298 h 2533100"/>
              <a:gd name="connsiteX7-1375" fmla="*/ 1939290 w 2585764"/>
              <a:gd name="connsiteY7-1376" fmla="*/ 1069298 h 2533100"/>
              <a:gd name="connsiteX8-1377" fmla="*/ 1939290 w 2585764"/>
              <a:gd name="connsiteY8-1378" fmla="*/ 1069298 h 2533100"/>
              <a:gd name="connsiteX9-1379" fmla="*/ 1939290 w 2585764"/>
              <a:gd name="connsiteY9-1380" fmla="*/ 2533100 h 2533100"/>
              <a:gd name="connsiteX10-1381" fmla="*/ 1939290 w 2585764"/>
              <a:gd name="connsiteY10-1382" fmla="*/ 2533051 h 2533100"/>
              <a:gd name="connsiteX11-1383" fmla="*/ 646430 w 2585764"/>
              <a:gd name="connsiteY11-1384" fmla="*/ 2533051 h 2533100"/>
              <a:gd name="connsiteX12-1385" fmla="*/ 646430 w 2585764"/>
              <a:gd name="connsiteY12-1386" fmla="*/ 2533051 h 2533100"/>
              <a:gd name="connsiteX13-1387" fmla="*/ 646430 w 2585764"/>
              <a:gd name="connsiteY13-1388" fmla="*/ 1069249 h 2533100"/>
              <a:gd name="connsiteX14-1389" fmla="*/ 646430 w 2585764"/>
              <a:gd name="connsiteY14-1390" fmla="*/ 1069298 h 2533100"/>
              <a:gd name="connsiteX15-1391" fmla="*/ 0 w 2585764"/>
              <a:gd name="connsiteY15-1392" fmla="*/ 1069298 h 2533100"/>
              <a:gd name="connsiteX16-1393" fmla="*/ 0 w 2585764"/>
              <a:gd name="connsiteY16-1394" fmla="*/ 1069299 h 2533100"/>
              <a:gd name="connsiteX0-1395" fmla="*/ 0 w 2585764"/>
              <a:gd name="connsiteY0-1396" fmla="*/ 1069299 h 2533100"/>
              <a:gd name="connsiteX1-1397" fmla="*/ 0 w 2585764"/>
              <a:gd name="connsiteY1-1398" fmla="*/ 1069299 h 2533100"/>
              <a:gd name="connsiteX2-1399" fmla="*/ 1292905 w 2585764"/>
              <a:gd name="connsiteY2-1400" fmla="*/ 0 h 2533100"/>
              <a:gd name="connsiteX3-1401" fmla="*/ 1292860 w 2585764"/>
              <a:gd name="connsiteY3-1402" fmla="*/ 36 h 2533100"/>
              <a:gd name="connsiteX4-1403" fmla="*/ 2585764 w 2585764"/>
              <a:gd name="connsiteY4-1404" fmla="*/ 1069335 h 2533100"/>
              <a:gd name="connsiteX5-1405" fmla="*/ 2585720 w 2585764"/>
              <a:gd name="connsiteY5-1406" fmla="*/ 1069298 h 2533100"/>
              <a:gd name="connsiteX6-1407" fmla="*/ 2585720 w 2585764"/>
              <a:gd name="connsiteY6-1408" fmla="*/ 1069298 h 2533100"/>
              <a:gd name="connsiteX7-1409" fmla="*/ 1939290 w 2585764"/>
              <a:gd name="connsiteY7-1410" fmla="*/ 1069298 h 2533100"/>
              <a:gd name="connsiteX8-1411" fmla="*/ 1939290 w 2585764"/>
              <a:gd name="connsiteY8-1412" fmla="*/ 1069298 h 2533100"/>
              <a:gd name="connsiteX9-1413" fmla="*/ 1939290 w 2585764"/>
              <a:gd name="connsiteY9-1414" fmla="*/ 2533100 h 2533100"/>
              <a:gd name="connsiteX10-1415" fmla="*/ 1939290 w 2585764"/>
              <a:gd name="connsiteY10-1416" fmla="*/ 2533051 h 2533100"/>
              <a:gd name="connsiteX11-1417" fmla="*/ 646430 w 2585764"/>
              <a:gd name="connsiteY11-1418" fmla="*/ 2533051 h 2533100"/>
              <a:gd name="connsiteX12-1419" fmla="*/ 646430 w 2585764"/>
              <a:gd name="connsiteY12-1420" fmla="*/ 2533051 h 2533100"/>
              <a:gd name="connsiteX13-1421" fmla="*/ 646430 w 2585764"/>
              <a:gd name="connsiteY13-1422" fmla="*/ 1069249 h 2533100"/>
              <a:gd name="connsiteX14-1423" fmla="*/ 646430 w 2585764"/>
              <a:gd name="connsiteY14-1424" fmla="*/ 1069298 h 2533100"/>
              <a:gd name="connsiteX15-1425" fmla="*/ 0 w 2585764"/>
              <a:gd name="connsiteY15-1426" fmla="*/ 1069298 h 2533100"/>
              <a:gd name="connsiteX16-1427" fmla="*/ 0 w 2585764"/>
              <a:gd name="connsiteY16-1428" fmla="*/ 1069299 h 2533100"/>
              <a:gd name="connsiteX0-1429" fmla="*/ 0 w 2585764"/>
              <a:gd name="connsiteY0-1430" fmla="*/ 1069299 h 2533100"/>
              <a:gd name="connsiteX1-1431" fmla="*/ 0 w 2585764"/>
              <a:gd name="connsiteY1-1432" fmla="*/ 1069299 h 2533100"/>
              <a:gd name="connsiteX2-1433" fmla="*/ 1292905 w 2585764"/>
              <a:gd name="connsiteY2-1434" fmla="*/ 0 h 2533100"/>
              <a:gd name="connsiteX3-1435" fmla="*/ 1292860 w 2585764"/>
              <a:gd name="connsiteY3-1436" fmla="*/ 36 h 2533100"/>
              <a:gd name="connsiteX4-1437" fmla="*/ 2585764 w 2585764"/>
              <a:gd name="connsiteY4-1438" fmla="*/ 1069335 h 2533100"/>
              <a:gd name="connsiteX5-1439" fmla="*/ 2585720 w 2585764"/>
              <a:gd name="connsiteY5-1440" fmla="*/ 1069298 h 2533100"/>
              <a:gd name="connsiteX6-1441" fmla="*/ 2585720 w 2585764"/>
              <a:gd name="connsiteY6-1442" fmla="*/ 1069298 h 2533100"/>
              <a:gd name="connsiteX7-1443" fmla="*/ 1939290 w 2585764"/>
              <a:gd name="connsiteY7-1444" fmla="*/ 1069298 h 2533100"/>
              <a:gd name="connsiteX8-1445" fmla="*/ 1939290 w 2585764"/>
              <a:gd name="connsiteY8-1446" fmla="*/ 1069298 h 2533100"/>
              <a:gd name="connsiteX9-1447" fmla="*/ 1939290 w 2585764"/>
              <a:gd name="connsiteY9-1448" fmla="*/ 2533100 h 2533100"/>
              <a:gd name="connsiteX10-1449" fmla="*/ 1939290 w 2585764"/>
              <a:gd name="connsiteY10-1450" fmla="*/ 2533051 h 2533100"/>
              <a:gd name="connsiteX11-1451" fmla="*/ 646430 w 2585764"/>
              <a:gd name="connsiteY11-1452" fmla="*/ 2533051 h 2533100"/>
              <a:gd name="connsiteX12-1453" fmla="*/ 646430 w 2585764"/>
              <a:gd name="connsiteY12-1454" fmla="*/ 2533051 h 2533100"/>
              <a:gd name="connsiteX13-1455" fmla="*/ 646430 w 2585764"/>
              <a:gd name="connsiteY13-1456" fmla="*/ 1069249 h 2533100"/>
              <a:gd name="connsiteX14-1457" fmla="*/ 646430 w 2585764"/>
              <a:gd name="connsiteY14-1458" fmla="*/ 1069298 h 2533100"/>
              <a:gd name="connsiteX15-1459" fmla="*/ 0 w 2585764"/>
              <a:gd name="connsiteY15-1460" fmla="*/ 1069298 h 2533100"/>
              <a:gd name="connsiteX16-1461" fmla="*/ 0 w 2585764"/>
              <a:gd name="connsiteY16-1462" fmla="*/ 1069299 h 2533100"/>
              <a:gd name="connsiteX0-1463" fmla="*/ 0 w 2585764"/>
              <a:gd name="connsiteY0-1464" fmla="*/ 1069299 h 2533100"/>
              <a:gd name="connsiteX1-1465" fmla="*/ 0 w 2585764"/>
              <a:gd name="connsiteY1-1466" fmla="*/ 1069299 h 2533100"/>
              <a:gd name="connsiteX2-1467" fmla="*/ 1292905 w 2585764"/>
              <a:gd name="connsiteY2-1468" fmla="*/ 0 h 2533100"/>
              <a:gd name="connsiteX3-1469" fmla="*/ 1292860 w 2585764"/>
              <a:gd name="connsiteY3-1470" fmla="*/ 36 h 2533100"/>
              <a:gd name="connsiteX4-1471" fmla="*/ 2585764 w 2585764"/>
              <a:gd name="connsiteY4-1472" fmla="*/ 1069335 h 2533100"/>
              <a:gd name="connsiteX5-1473" fmla="*/ 2585720 w 2585764"/>
              <a:gd name="connsiteY5-1474" fmla="*/ 1069298 h 2533100"/>
              <a:gd name="connsiteX6-1475" fmla="*/ 2585720 w 2585764"/>
              <a:gd name="connsiteY6-1476" fmla="*/ 1069298 h 2533100"/>
              <a:gd name="connsiteX7-1477" fmla="*/ 1939290 w 2585764"/>
              <a:gd name="connsiteY7-1478" fmla="*/ 1069298 h 2533100"/>
              <a:gd name="connsiteX8-1479" fmla="*/ 1939290 w 2585764"/>
              <a:gd name="connsiteY8-1480" fmla="*/ 1069298 h 2533100"/>
              <a:gd name="connsiteX9-1481" fmla="*/ 1939290 w 2585764"/>
              <a:gd name="connsiteY9-1482" fmla="*/ 2533100 h 2533100"/>
              <a:gd name="connsiteX10-1483" fmla="*/ 1939290 w 2585764"/>
              <a:gd name="connsiteY10-1484" fmla="*/ 2533051 h 2533100"/>
              <a:gd name="connsiteX11-1485" fmla="*/ 646430 w 2585764"/>
              <a:gd name="connsiteY11-1486" fmla="*/ 2533051 h 2533100"/>
              <a:gd name="connsiteX12-1487" fmla="*/ 646430 w 2585764"/>
              <a:gd name="connsiteY12-1488" fmla="*/ 2533051 h 2533100"/>
              <a:gd name="connsiteX13-1489" fmla="*/ 646430 w 2585764"/>
              <a:gd name="connsiteY13-1490" fmla="*/ 1069249 h 2533100"/>
              <a:gd name="connsiteX14-1491" fmla="*/ 646430 w 2585764"/>
              <a:gd name="connsiteY14-1492" fmla="*/ 1069298 h 2533100"/>
              <a:gd name="connsiteX15-1493" fmla="*/ 0 w 2585764"/>
              <a:gd name="connsiteY15-1494" fmla="*/ 1069298 h 2533100"/>
              <a:gd name="connsiteX16-1495" fmla="*/ 0 w 2585764"/>
              <a:gd name="connsiteY16-1496" fmla="*/ 1069299 h 2533100"/>
              <a:gd name="connsiteX0-1497" fmla="*/ 0 w 2585764"/>
              <a:gd name="connsiteY0-1498" fmla="*/ 1069299 h 2533100"/>
              <a:gd name="connsiteX1-1499" fmla="*/ 0 w 2585764"/>
              <a:gd name="connsiteY1-1500" fmla="*/ 1069299 h 2533100"/>
              <a:gd name="connsiteX2-1501" fmla="*/ 1292905 w 2585764"/>
              <a:gd name="connsiteY2-1502" fmla="*/ 0 h 2533100"/>
              <a:gd name="connsiteX3-1503" fmla="*/ 1292860 w 2585764"/>
              <a:gd name="connsiteY3-1504" fmla="*/ 36 h 2533100"/>
              <a:gd name="connsiteX4-1505" fmla="*/ 2585764 w 2585764"/>
              <a:gd name="connsiteY4-1506" fmla="*/ 1069335 h 2533100"/>
              <a:gd name="connsiteX5-1507" fmla="*/ 2585720 w 2585764"/>
              <a:gd name="connsiteY5-1508" fmla="*/ 1069298 h 2533100"/>
              <a:gd name="connsiteX6-1509" fmla="*/ 2585720 w 2585764"/>
              <a:gd name="connsiteY6-1510" fmla="*/ 1069298 h 2533100"/>
              <a:gd name="connsiteX7-1511" fmla="*/ 1939290 w 2585764"/>
              <a:gd name="connsiteY7-1512" fmla="*/ 1069298 h 2533100"/>
              <a:gd name="connsiteX8-1513" fmla="*/ 1939290 w 2585764"/>
              <a:gd name="connsiteY8-1514" fmla="*/ 1069298 h 2533100"/>
              <a:gd name="connsiteX9-1515" fmla="*/ 1939290 w 2585764"/>
              <a:gd name="connsiteY9-1516" fmla="*/ 2533100 h 2533100"/>
              <a:gd name="connsiteX10-1517" fmla="*/ 1939290 w 2585764"/>
              <a:gd name="connsiteY10-1518" fmla="*/ 2533051 h 2533100"/>
              <a:gd name="connsiteX11-1519" fmla="*/ 646430 w 2585764"/>
              <a:gd name="connsiteY11-1520" fmla="*/ 2533051 h 2533100"/>
              <a:gd name="connsiteX12-1521" fmla="*/ 646430 w 2585764"/>
              <a:gd name="connsiteY12-1522" fmla="*/ 2533051 h 2533100"/>
              <a:gd name="connsiteX13-1523" fmla="*/ 646430 w 2585764"/>
              <a:gd name="connsiteY13-1524" fmla="*/ 1069249 h 2533100"/>
              <a:gd name="connsiteX14-1525" fmla="*/ 646430 w 2585764"/>
              <a:gd name="connsiteY14-1526" fmla="*/ 1069298 h 2533100"/>
              <a:gd name="connsiteX15-1527" fmla="*/ 0 w 2585764"/>
              <a:gd name="connsiteY15-1528" fmla="*/ 1069298 h 2533100"/>
              <a:gd name="connsiteX16-1529" fmla="*/ 0 w 2585764"/>
              <a:gd name="connsiteY16-1530" fmla="*/ 1069299 h 2533100"/>
              <a:gd name="connsiteX0-1531" fmla="*/ 0 w 2585764"/>
              <a:gd name="connsiteY0-1532" fmla="*/ 1069299 h 2533100"/>
              <a:gd name="connsiteX1-1533" fmla="*/ 0 w 2585764"/>
              <a:gd name="connsiteY1-1534" fmla="*/ 1069299 h 2533100"/>
              <a:gd name="connsiteX2-1535" fmla="*/ 1292905 w 2585764"/>
              <a:gd name="connsiteY2-1536" fmla="*/ 0 h 2533100"/>
              <a:gd name="connsiteX3-1537" fmla="*/ 1292860 w 2585764"/>
              <a:gd name="connsiteY3-1538" fmla="*/ 36 h 2533100"/>
              <a:gd name="connsiteX4-1539" fmla="*/ 2585764 w 2585764"/>
              <a:gd name="connsiteY4-1540" fmla="*/ 1069335 h 2533100"/>
              <a:gd name="connsiteX5-1541" fmla="*/ 2585720 w 2585764"/>
              <a:gd name="connsiteY5-1542" fmla="*/ 1069298 h 2533100"/>
              <a:gd name="connsiteX6-1543" fmla="*/ 2585720 w 2585764"/>
              <a:gd name="connsiteY6-1544" fmla="*/ 1069298 h 2533100"/>
              <a:gd name="connsiteX7-1545" fmla="*/ 1939290 w 2585764"/>
              <a:gd name="connsiteY7-1546" fmla="*/ 1069298 h 2533100"/>
              <a:gd name="connsiteX8-1547" fmla="*/ 1939290 w 2585764"/>
              <a:gd name="connsiteY8-1548" fmla="*/ 1069298 h 2533100"/>
              <a:gd name="connsiteX9-1549" fmla="*/ 1939290 w 2585764"/>
              <a:gd name="connsiteY9-1550" fmla="*/ 2533100 h 2533100"/>
              <a:gd name="connsiteX10-1551" fmla="*/ 1939290 w 2585764"/>
              <a:gd name="connsiteY10-1552" fmla="*/ 2533051 h 2533100"/>
              <a:gd name="connsiteX11-1553" fmla="*/ 646430 w 2585764"/>
              <a:gd name="connsiteY11-1554" fmla="*/ 2533051 h 2533100"/>
              <a:gd name="connsiteX12-1555" fmla="*/ 646430 w 2585764"/>
              <a:gd name="connsiteY12-1556" fmla="*/ 2533051 h 2533100"/>
              <a:gd name="connsiteX13-1557" fmla="*/ 646430 w 2585764"/>
              <a:gd name="connsiteY13-1558" fmla="*/ 1069249 h 2533100"/>
              <a:gd name="connsiteX14-1559" fmla="*/ 646430 w 2585764"/>
              <a:gd name="connsiteY14-1560" fmla="*/ 1069298 h 2533100"/>
              <a:gd name="connsiteX15-1561" fmla="*/ 0 w 2585764"/>
              <a:gd name="connsiteY15-1562" fmla="*/ 1069298 h 2533100"/>
              <a:gd name="connsiteX16-1563" fmla="*/ 0 w 2585764"/>
              <a:gd name="connsiteY16-1564" fmla="*/ 1069299 h 2533100"/>
              <a:gd name="connsiteX0-1565" fmla="*/ 0 w 2585764"/>
              <a:gd name="connsiteY0-1566" fmla="*/ 1069299 h 2533100"/>
              <a:gd name="connsiteX1-1567" fmla="*/ 0 w 2585764"/>
              <a:gd name="connsiteY1-1568" fmla="*/ 1069299 h 2533100"/>
              <a:gd name="connsiteX2-1569" fmla="*/ 1292905 w 2585764"/>
              <a:gd name="connsiteY2-1570" fmla="*/ 0 h 2533100"/>
              <a:gd name="connsiteX3-1571" fmla="*/ 1292860 w 2585764"/>
              <a:gd name="connsiteY3-1572" fmla="*/ 36 h 2533100"/>
              <a:gd name="connsiteX4-1573" fmla="*/ 2585764 w 2585764"/>
              <a:gd name="connsiteY4-1574" fmla="*/ 1069335 h 2533100"/>
              <a:gd name="connsiteX5-1575" fmla="*/ 2585720 w 2585764"/>
              <a:gd name="connsiteY5-1576" fmla="*/ 1069298 h 2533100"/>
              <a:gd name="connsiteX6-1577" fmla="*/ 2585720 w 2585764"/>
              <a:gd name="connsiteY6-1578" fmla="*/ 1069298 h 2533100"/>
              <a:gd name="connsiteX7-1579" fmla="*/ 1939290 w 2585764"/>
              <a:gd name="connsiteY7-1580" fmla="*/ 1069298 h 2533100"/>
              <a:gd name="connsiteX8-1581" fmla="*/ 1939290 w 2585764"/>
              <a:gd name="connsiteY8-1582" fmla="*/ 1069298 h 2533100"/>
              <a:gd name="connsiteX9-1583" fmla="*/ 1939290 w 2585764"/>
              <a:gd name="connsiteY9-1584" fmla="*/ 2533100 h 2533100"/>
              <a:gd name="connsiteX10-1585" fmla="*/ 1939290 w 2585764"/>
              <a:gd name="connsiteY10-1586" fmla="*/ 2533051 h 2533100"/>
              <a:gd name="connsiteX11-1587" fmla="*/ 646430 w 2585764"/>
              <a:gd name="connsiteY11-1588" fmla="*/ 2533051 h 2533100"/>
              <a:gd name="connsiteX12-1589" fmla="*/ 646430 w 2585764"/>
              <a:gd name="connsiteY12-1590" fmla="*/ 2533051 h 2533100"/>
              <a:gd name="connsiteX13-1591" fmla="*/ 646430 w 2585764"/>
              <a:gd name="connsiteY13-1592" fmla="*/ 1069249 h 2533100"/>
              <a:gd name="connsiteX14-1593" fmla="*/ 646430 w 2585764"/>
              <a:gd name="connsiteY14-1594" fmla="*/ 1069298 h 2533100"/>
              <a:gd name="connsiteX15-1595" fmla="*/ 0 w 2585764"/>
              <a:gd name="connsiteY15-1596" fmla="*/ 1069298 h 2533100"/>
              <a:gd name="connsiteX16-1597" fmla="*/ 0 w 2585764"/>
              <a:gd name="connsiteY16-1598" fmla="*/ 1069299 h 2533100"/>
              <a:gd name="connsiteX0-1599" fmla="*/ 0 w 2585764"/>
              <a:gd name="connsiteY0-1600" fmla="*/ 1069299 h 2533100"/>
              <a:gd name="connsiteX1-1601" fmla="*/ 0 w 2585764"/>
              <a:gd name="connsiteY1-1602" fmla="*/ 1069299 h 2533100"/>
              <a:gd name="connsiteX2-1603" fmla="*/ 1292905 w 2585764"/>
              <a:gd name="connsiteY2-1604" fmla="*/ 0 h 2533100"/>
              <a:gd name="connsiteX3-1605" fmla="*/ 1292860 w 2585764"/>
              <a:gd name="connsiteY3-1606" fmla="*/ 36 h 2533100"/>
              <a:gd name="connsiteX4-1607" fmla="*/ 2585764 w 2585764"/>
              <a:gd name="connsiteY4-1608" fmla="*/ 1069335 h 2533100"/>
              <a:gd name="connsiteX5-1609" fmla="*/ 2585720 w 2585764"/>
              <a:gd name="connsiteY5-1610" fmla="*/ 1069298 h 2533100"/>
              <a:gd name="connsiteX6-1611" fmla="*/ 2585720 w 2585764"/>
              <a:gd name="connsiteY6-1612" fmla="*/ 1069298 h 2533100"/>
              <a:gd name="connsiteX7-1613" fmla="*/ 1939290 w 2585764"/>
              <a:gd name="connsiteY7-1614" fmla="*/ 1069298 h 2533100"/>
              <a:gd name="connsiteX8-1615" fmla="*/ 1939290 w 2585764"/>
              <a:gd name="connsiteY8-1616" fmla="*/ 1069298 h 2533100"/>
              <a:gd name="connsiteX9-1617" fmla="*/ 1939290 w 2585764"/>
              <a:gd name="connsiteY9-1618" fmla="*/ 2533100 h 2533100"/>
              <a:gd name="connsiteX10-1619" fmla="*/ 1939290 w 2585764"/>
              <a:gd name="connsiteY10-1620" fmla="*/ 2533051 h 2533100"/>
              <a:gd name="connsiteX11-1621" fmla="*/ 646430 w 2585764"/>
              <a:gd name="connsiteY11-1622" fmla="*/ 2533051 h 2533100"/>
              <a:gd name="connsiteX12-1623" fmla="*/ 646430 w 2585764"/>
              <a:gd name="connsiteY12-1624" fmla="*/ 2533051 h 2533100"/>
              <a:gd name="connsiteX13-1625" fmla="*/ 646430 w 2585764"/>
              <a:gd name="connsiteY13-1626" fmla="*/ 1069249 h 2533100"/>
              <a:gd name="connsiteX14-1627" fmla="*/ 646430 w 2585764"/>
              <a:gd name="connsiteY14-1628" fmla="*/ 1069298 h 2533100"/>
              <a:gd name="connsiteX15-1629" fmla="*/ 0 w 2585764"/>
              <a:gd name="connsiteY15-1630" fmla="*/ 1069298 h 2533100"/>
              <a:gd name="connsiteX16-1631" fmla="*/ 0 w 2585764"/>
              <a:gd name="connsiteY16-1632" fmla="*/ 1069299 h 2533100"/>
              <a:gd name="connsiteX0-1633" fmla="*/ 0 w 2585764"/>
              <a:gd name="connsiteY0-1634" fmla="*/ 1069299 h 2533100"/>
              <a:gd name="connsiteX1-1635" fmla="*/ 0 w 2585764"/>
              <a:gd name="connsiteY1-1636" fmla="*/ 1069299 h 2533100"/>
              <a:gd name="connsiteX2-1637" fmla="*/ 1292905 w 2585764"/>
              <a:gd name="connsiteY2-1638" fmla="*/ 0 h 2533100"/>
              <a:gd name="connsiteX3-1639" fmla="*/ 1292860 w 2585764"/>
              <a:gd name="connsiteY3-1640" fmla="*/ 36 h 2533100"/>
              <a:gd name="connsiteX4-1641" fmla="*/ 2585764 w 2585764"/>
              <a:gd name="connsiteY4-1642" fmla="*/ 1069335 h 2533100"/>
              <a:gd name="connsiteX5-1643" fmla="*/ 2585720 w 2585764"/>
              <a:gd name="connsiteY5-1644" fmla="*/ 1069298 h 2533100"/>
              <a:gd name="connsiteX6-1645" fmla="*/ 2585720 w 2585764"/>
              <a:gd name="connsiteY6-1646" fmla="*/ 1069298 h 2533100"/>
              <a:gd name="connsiteX7-1647" fmla="*/ 1939290 w 2585764"/>
              <a:gd name="connsiteY7-1648" fmla="*/ 1069298 h 2533100"/>
              <a:gd name="connsiteX8-1649" fmla="*/ 1939290 w 2585764"/>
              <a:gd name="connsiteY8-1650" fmla="*/ 1069298 h 2533100"/>
              <a:gd name="connsiteX9-1651" fmla="*/ 1939290 w 2585764"/>
              <a:gd name="connsiteY9-1652" fmla="*/ 2533100 h 2533100"/>
              <a:gd name="connsiteX10-1653" fmla="*/ 1939290 w 2585764"/>
              <a:gd name="connsiteY10-1654" fmla="*/ 2533051 h 2533100"/>
              <a:gd name="connsiteX11-1655" fmla="*/ 646430 w 2585764"/>
              <a:gd name="connsiteY11-1656" fmla="*/ 2533051 h 2533100"/>
              <a:gd name="connsiteX12-1657" fmla="*/ 646430 w 2585764"/>
              <a:gd name="connsiteY12-1658" fmla="*/ 2533051 h 2533100"/>
              <a:gd name="connsiteX13-1659" fmla="*/ 646430 w 2585764"/>
              <a:gd name="connsiteY13-1660" fmla="*/ 1069249 h 2533100"/>
              <a:gd name="connsiteX14-1661" fmla="*/ 646430 w 2585764"/>
              <a:gd name="connsiteY14-1662" fmla="*/ 1069298 h 2533100"/>
              <a:gd name="connsiteX15-1663" fmla="*/ 0 w 2585764"/>
              <a:gd name="connsiteY15-1664" fmla="*/ 1069298 h 2533100"/>
              <a:gd name="connsiteX16-1665" fmla="*/ 0 w 2585764"/>
              <a:gd name="connsiteY16-1666" fmla="*/ 1069299 h 2533100"/>
              <a:gd name="connsiteX0-1667" fmla="*/ 0 w 2585764"/>
              <a:gd name="connsiteY0-1668" fmla="*/ 1069299 h 2533100"/>
              <a:gd name="connsiteX1-1669" fmla="*/ 0 w 2585764"/>
              <a:gd name="connsiteY1-1670" fmla="*/ 1069299 h 2533100"/>
              <a:gd name="connsiteX2-1671" fmla="*/ 1292905 w 2585764"/>
              <a:gd name="connsiteY2-1672" fmla="*/ 0 h 2533100"/>
              <a:gd name="connsiteX3-1673" fmla="*/ 1292860 w 2585764"/>
              <a:gd name="connsiteY3-1674" fmla="*/ 36 h 2533100"/>
              <a:gd name="connsiteX4-1675" fmla="*/ 2585764 w 2585764"/>
              <a:gd name="connsiteY4-1676" fmla="*/ 1069335 h 2533100"/>
              <a:gd name="connsiteX5-1677" fmla="*/ 2585720 w 2585764"/>
              <a:gd name="connsiteY5-1678" fmla="*/ 1069298 h 2533100"/>
              <a:gd name="connsiteX6-1679" fmla="*/ 2585720 w 2585764"/>
              <a:gd name="connsiteY6-1680" fmla="*/ 1069298 h 2533100"/>
              <a:gd name="connsiteX7-1681" fmla="*/ 1939290 w 2585764"/>
              <a:gd name="connsiteY7-1682" fmla="*/ 1069298 h 2533100"/>
              <a:gd name="connsiteX8-1683" fmla="*/ 1939290 w 2585764"/>
              <a:gd name="connsiteY8-1684" fmla="*/ 1069298 h 2533100"/>
              <a:gd name="connsiteX9-1685" fmla="*/ 1939290 w 2585764"/>
              <a:gd name="connsiteY9-1686" fmla="*/ 2533100 h 2533100"/>
              <a:gd name="connsiteX10-1687" fmla="*/ 1939290 w 2585764"/>
              <a:gd name="connsiteY10-1688" fmla="*/ 2533051 h 2533100"/>
              <a:gd name="connsiteX11-1689" fmla="*/ 646430 w 2585764"/>
              <a:gd name="connsiteY11-1690" fmla="*/ 2533051 h 2533100"/>
              <a:gd name="connsiteX12-1691" fmla="*/ 646430 w 2585764"/>
              <a:gd name="connsiteY12-1692" fmla="*/ 2533051 h 2533100"/>
              <a:gd name="connsiteX13-1693" fmla="*/ 646430 w 2585764"/>
              <a:gd name="connsiteY13-1694" fmla="*/ 1069249 h 2533100"/>
              <a:gd name="connsiteX14-1695" fmla="*/ 646430 w 2585764"/>
              <a:gd name="connsiteY14-1696" fmla="*/ 1069298 h 2533100"/>
              <a:gd name="connsiteX15-1697" fmla="*/ 0 w 2585764"/>
              <a:gd name="connsiteY15-1698" fmla="*/ 1069298 h 2533100"/>
              <a:gd name="connsiteX16-1699" fmla="*/ 23342 w 2585764"/>
              <a:gd name="connsiteY16-1700" fmla="*/ 1060893 h 2533100"/>
              <a:gd name="connsiteX0-1701" fmla="*/ 23342 w 2585764"/>
              <a:gd name="connsiteY0-1702" fmla="*/ 1060893 h 2533100"/>
              <a:gd name="connsiteX1-1703" fmla="*/ 0 w 2585764"/>
              <a:gd name="connsiteY1-1704" fmla="*/ 1069299 h 2533100"/>
              <a:gd name="connsiteX2-1705" fmla="*/ 1292905 w 2585764"/>
              <a:gd name="connsiteY2-1706" fmla="*/ 0 h 2533100"/>
              <a:gd name="connsiteX3-1707" fmla="*/ 1292860 w 2585764"/>
              <a:gd name="connsiteY3-1708" fmla="*/ 36 h 2533100"/>
              <a:gd name="connsiteX4-1709" fmla="*/ 2585764 w 2585764"/>
              <a:gd name="connsiteY4-1710" fmla="*/ 1069335 h 2533100"/>
              <a:gd name="connsiteX5-1711" fmla="*/ 2585720 w 2585764"/>
              <a:gd name="connsiteY5-1712" fmla="*/ 1069298 h 2533100"/>
              <a:gd name="connsiteX6-1713" fmla="*/ 2585720 w 2585764"/>
              <a:gd name="connsiteY6-1714" fmla="*/ 1069298 h 2533100"/>
              <a:gd name="connsiteX7-1715" fmla="*/ 1939290 w 2585764"/>
              <a:gd name="connsiteY7-1716" fmla="*/ 1069298 h 2533100"/>
              <a:gd name="connsiteX8-1717" fmla="*/ 1939290 w 2585764"/>
              <a:gd name="connsiteY8-1718" fmla="*/ 1069298 h 2533100"/>
              <a:gd name="connsiteX9-1719" fmla="*/ 1939290 w 2585764"/>
              <a:gd name="connsiteY9-1720" fmla="*/ 2533100 h 2533100"/>
              <a:gd name="connsiteX10-1721" fmla="*/ 1939290 w 2585764"/>
              <a:gd name="connsiteY10-1722" fmla="*/ 2533051 h 2533100"/>
              <a:gd name="connsiteX11-1723" fmla="*/ 646430 w 2585764"/>
              <a:gd name="connsiteY11-1724" fmla="*/ 2533051 h 2533100"/>
              <a:gd name="connsiteX12-1725" fmla="*/ 646430 w 2585764"/>
              <a:gd name="connsiteY12-1726" fmla="*/ 2533051 h 2533100"/>
              <a:gd name="connsiteX13-1727" fmla="*/ 646430 w 2585764"/>
              <a:gd name="connsiteY13-1728" fmla="*/ 1069249 h 2533100"/>
              <a:gd name="connsiteX14-1729" fmla="*/ 646430 w 2585764"/>
              <a:gd name="connsiteY14-1730" fmla="*/ 1069298 h 2533100"/>
              <a:gd name="connsiteX15-1731" fmla="*/ 0 w 2585764"/>
              <a:gd name="connsiteY15-1732" fmla="*/ 1069298 h 2533100"/>
              <a:gd name="connsiteX16-1733" fmla="*/ 23342 w 2585764"/>
              <a:gd name="connsiteY16-1734" fmla="*/ 1060893 h 2533100"/>
              <a:gd name="connsiteX0-1735" fmla="*/ 23342 w 2585764"/>
              <a:gd name="connsiteY0-1736" fmla="*/ 1060893 h 2533100"/>
              <a:gd name="connsiteX1-1737" fmla="*/ 0 w 2585764"/>
              <a:gd name="connsiteY1-1738" fmla="*/ 1069299 h 2533100"/>
              <a:gd name="connsiteX2-1739" fmla="*/ 1292905 w 2585764"/>
              <a:gd name="connsiteY2-1740" fmla="*/ 0 h 2533100"/>
              <a:gd name="connsiteX3-1741" fmla="*/ 1292860 w 2585764"/>
              <a:gd name="connsiteY3-1742" fmla="*/ 36 h 2533100"/>
              <a:gd name="connsiteX4-1743" fmla="*/ 2585764 w 2585764"/>
              <a:gd name="connsiteY4-1744" fmla="*/ 1069335 h 2533100"/>
              <a:gd name="connsiteX5-1745" fmla="*/ 2585720 w 2585764"/>
              <a:gd name="connsiteY5-1746" fmla="*/ 1069298 h 2533100"/>
              <a:gd name="connsiteX6-1747" fmla="*/ 2585720 w 2585764"/>
              <a:gd name="connsiteY6-1748" fmla="*/ 1069298 h 2533100"/>
              <a:gd name="connsiteX7-1749" fmla="*/ 1939290 w 2585764"/>
              <a:gd name="connsiteY7-1750" fmla="*/ 1069298 h 2533100"/>
              <a:gd name="connsiteX8-1751" fmla="*/ 1939290 w 2585764"/>
              <a:gd name="connsiteY8-1752" fmla="*/ 1069298 h 2533100"/>
              <a:gd name="connsiteX9-1753" fmla="*/ 1939290 w 2585764"/>
              <a:gd name="connsiteY9-1754" fmla="*/ 2533100 h 2533100"/>
              <a:gd name="connsiteX10-1755" fmla="*/ 1939290 w 2585764"/>
              <a:gd name="connsiteY10-1756" fmla="*/ 2533051 h 2533100"/>
              <a:gd name="connsiteX11-1757" fmla="*/ 646430 w 2585764"/>
              <a:gd name="connsiteY11-1758" fmla="*/ 2533051 h 2533100"/>
              <a:gd name="connsiteX12-1759" fmla="*/ 646430 w 2585764"/>
              <a:gd name="connsiteY12-1760" fmla="*/ 2533051 h 2533100"/>
              <a:gd name="connsiteX13-1761" fmla="*/ 646430 w 2585764"/>
              <a:gd name="connsiteY13-1762" fmla="*/ 1069249 h 2533100"/>
              <a:gd name="connsiteX14-1763" fmla="*/ 646430 w 2585764"/>
              <a:gd name="connsiteY14-1764" fmla="*/ 1069298 h 2533100"/>
              <a:gd name="connsiteX15-1765" fmla="*/ 0 w 2585764"/>
              <a:gd name="connsiteY15-1766" fmla="*/ 1069298 h 2533100"/>
              <a:gd name="connsiteX16-1767" fmla="*/ 23342 w 2585764"/>
              <a:gd name="connsiteY16-1768" fmla="*/ 1060893 h 2533100"/>
              <a:gd name="connsiteX0-1769" fmla="*/ 23342 w 2585764"/>
              <a:gd name="connsiteY0-1770" fmla="*/ 1060893 h 2533100"/>
              <a:gd name="connsiteX1-1771" fmla="*/ 0 w 2585764"/>
              <a:gd name="connsiteY1-1772" fmla="*/ 1069299 h 2533100"/>
              <a:gd name="connsiteX2-1773" fmla="*/ 1292905 w 2585764"/>
              <a:gd name="connsiteY2-1774" fmla="*/ 0 h 2533100"/>
              <a:gd name="connsiteX3-1775" fmla="*/ 1292860 w 2585764"/>
              <a:gd name="connsiteY3-1776" fmla="*/ 36 h 2533100"/>
              <a:gd name="connsiteX4-1777" fmla="*/ 2585764 w 2585764"/>
              <a:gd name="connsiteY4-1778" fmla="*/ 1069335 h 2533100"/>
              <a:gd name="connsiteX5-1779" fmla="*/ 2585720 w 2585764"/>
              <a:gd name="connsiteY5-1780" fmla="*/ 1069298 h 2533100"/>
              <a:gd name="connsiteX6-1781" fmla="*/ 2585720 w 2585764"/>
              <a:gd name="connsiteY6-1782" fmla="*/ 1069298 h 2533100"/>
              <a:gd name="connsiteX7-1783" fmla="*/ 1939290 w 2585764"/>
              <a:gd name="connsiteY7-1784" fmla="*/ 1069298 h 2533100"/>
              <a:gd name="connsiteX8-1785" fmla="*/ 1939290 w 2585764"/>
              <a:gd name="connsiteY8-1786" fmla="*/ 1069298 h 2533100"/>
              <a:gd name="connsiteX9-1787" fmla="*/ 1939290 w 2585764"/>
              <a:gd name="connsiteY9-1788" fmla="*/ 2533100 h 2533100"/>
              <a:gd name="connsiteX10-1789" fmla="*/ 1939290 w 2585764"/>
              <a:gd name="connsiteY10-1790" fmla="*/ 2533051 h 2533100"/>
              <a:gd name="connsiteX11-1791" fmla="*/ 646430 w 2585764"/>
              <a:gd name="connsiteY11-1792" fmla="*/ 2533051 h 2533100"/>
              <a:gd name="connsiteX12-1793" fmla="*/ 646430 w 2585764"/>
              <a:gd name="connsiteY12-1794" fmla="*/ 2533051 h 2533100"/>
              <a:gd name="connsiteX13-1795" fmla="*/ 646430 w 2585764"/>
              <a:gd name="connsiteY13-1796" fmla="*/ 1069249 h 2533100"/>
              <a:gd name="connsiteX14-1797" fmla="*/ 646430 w 2585764"/>
              <a:gd name="connsiteY14-1798" fmla="*/ 1069298 h 2533100"/>
              <a:gd name="connsiteX15-1799" fmla="*/ 0 w 2585764"/>
              <a:gd name="connsiteY15-1800" fmla="*/ 1069298 h 2533100"/>
              <a:gd name="connsiteX16-1801" fmla="*/ 23342 w 2585764"/>
              <a:gd name="connsiteY16-1802" fmla="*/ 1060893 h 2533100"/>
              <a:gd name="connsiteX0-1803" fmla="*/ 23342 w 2585764"/>
              <a:gd name="connsiteY0-1804" fmla="*/ 1060893 h 2533100"/>
              <a:gd name="connsiteX1-1805" fmla="*/ 27197 w 2585764"/>
              <a:gd name="connsiteY1-1806" fmla="*/ 1046805 h 2533100"/>
              <a:gd name="connsiteX2-1807" fmla="*/ 1292905 w 2585764"/>
              <a:gd name="connsiteY2-1808" fmla="*/ 0 h 2533100"/>
              <a:gd name="connsiteX3-1809" fmla="*/ 1292860 w 2585764"/>
              <a:gd name="connsiteY3-1810" fmla="*/ 36 h 2533100"/>
              <a:gd name="connsiteX4-1811" fmla="*/ 2585764 w 2585764"/>
              <a:gd name="connsiteY4-1812" fmla="*/ 1069335 h 2533100"/>
              <a:gd name="connsiteX5-1813" fmla="*/ 2585720 w 2585764"/>
              <a:gd name="connsiteY5-1814" fmla="*/ 1069298 h 2533100"/>
              <a:gd name="connsiteX6-1815" fmla="*/ 2585720 w 2585764"/>
              <a:gd name="connsiteY6-1816" fmla="*/ 1069298 h 2533100"/>
              <a:gd name="connsiteX7-1817" fmla="*/ 1939290 w 2585764"/>
              <a:gd name="connsiteY7-1818" fmla="*/ 1069298 h 2533100"/>
              <a:gd name="connsiteX8-1819" fmla="*/ 1939290 w 2585764"/>
              <a:gd name="connsiteY8-1820" fmla="*/ 1069298 h 2533100"/>
              <a:gd name="connsiteX9-1821" fmla="*/ 1939290 w 2585764"/>
              <a:gd name="connsiteY9-1822" fmla="*/ 2533100 h 2533100"/>
              <a:gd name="connsiteX10-1823" fmla="*/ 1939290 w 2585764"/>
              <a:gd name="connsiteY10-1824" fmla="*/ 2533051 h 2533100"/>
              <a:gd name="connsiteX11-1825" fmla="*/ 646430 w 2585764"/>
              <a:gd name="connsiteY11-1826" fmla="*/ 2533051 h 2533100"/>
              <a:gd name="connsiteX12-1827" fmla="*/ 646430 w 2585764"/>
              <a:gd name="connsiteY12-1828" fmla="*/ 2533051 h 2533100"/>
              <a:gd name="connsiteX13-1829" fmla="*/ 646430 w 2585764"/>
              <a:gd name="connsiteY13-1830" fmla="*/ 1069249 h 2533100"/>
              <a:gd name="connsiteX14-1831" fmla="*/ 646430 w 2585764"/>
              <a:gd name="connsiteY14-1832" fmla="*/ 1069298 h 2533100"/>
              <a:gd name="connsiteX15-1833" fmla="*/ 0 w 2585764"/>
              <a:gd name="connsiteY15-1834" fmla="*/ 1069298 h 2533100"/>
              <a:gd name="connsiteX16-1835" fmla="*/ 23342 w 2585764"/>
              <a:gd name="connsiteY16-1836" fmla="*/ 1060893 h 2533100"/>
              <a:gd name="connsiteX0-1837" fmla="*/ 23342 w 2585764"/>
              <a:gd name="connsiteY0-1838" fmla="*/ 1060893 h 2533100"/>
              <a:gd name="connsiteX1-1839" fmla="*/ 27197 w 2585764"/>
              <a:gd name="connsiteY1-1840" fmla="*/ 1046805 h 2533100"/>
              <a:gd name="connsiteX2-1841" fmla="*/ 1292905 w 2585764"/>
              <a:gd name="connsiteY2-1842" fmla="*/ 0 h 2533100"/>
              <a:gd name="connsiteX3-1843" fmla="*/ 1292860 w 2585764"/>
              <a:gd name="connsiteY3-1844" fmla="*/ 36 h 2533100"/>
              <a:gd name="connsiteX4-1845" fmla="*/ 2585764 w 2585764"/>
              <a:gd name="connsiteY4-1846" fmla="*/ 1069335 h 2533100"/>
              <a:gd name="connsiteX5-1847" fmla="*/ 2585720 w 2585764"/>
              <a:gd name="connsiteY5-1848" fmla="*/ 1069298 h 2533100"/>
              <a:gd name="connsiteX6-1849" fmla="*/ 2585720 w 2585764"/>
              <a:gd name="connsiteY6-1850" fmla="*/ 1069298 h 2533100"/>
              <a:gd name="connsiteX7-1851" fmla="*/ 1939290 w 2585764"/>
              <a:gd name="connsiteY7-1852" fmla="*/ 1069298 h 2533100"/>
              <a:gd name="connsiteX8-1853" fmla="*/ 1939290 w 2585764"/>
              <a:gd name="connsiteY8-1854" fmla="*/ 1069298 h 2533100"/>
              <a:gd name="connsiteX9-1855" fmla="*/ 1939290 w 2585764"/>
              <a:gd name="connsiteY9-1856" fmla="*/ 2533100 h 2533100"/>
              <a:gd name="connsiteX10-1857" fmla="*/ 1939290 w 2585764"/>
              <a:gd name="connsiteY10-1858" fmla="*/ 2533051 h 2533100"/>
              <a:gd name="connsiteX11-1859" fmla="*/ 646430 w 2585764"/>
              <a:gd name="connsiteY11-1860" fmla="*/ 2533051 h 2533100"/>
              <a:gd name="connsiteX12-1861" fmla="*/ 646430 w 2585764"/>
              <a:gd name="connsiteY12-1862" fmla="*/ 2533051 h 2533100"/>
              <a:gd name="connsiteX13-1863" fmla="*/ 646430 w 2585764"/>
              <a:gd name="connsiteY13-1864" fmla="*/ 1069249 h 2533100"/>
              <a:gd name="connsiteX14-1865" fmla="*/ 646430 w 2585764"/>
              <a:gd name="connsiteY14-1866" fmla="*/ 1069298 h 2533100"/>
              <a:gd name="connsiteX15-1867" fmla="*/ 0 w 2585764"/>
              <a:gd name="connsiteY15-1868" fmla="*/ 1069298 h 2533100"/>
              <a:gd name="connsiteX16-1869" fmla="*/ 23342 w 2585764"/>
              <a:gd name="connsiteY16-1870" fmla="*/ 1060893 h 2533100"/>
              <a:gd name="connsiteX0-1871" fmla="*/ 23342 w 2585764"/>
              <a:gd name="connsiteY0-1872" fmla="*/ 1060893 h 2533100"/>
              <a:gd name="connsiteX1-1873" fmla="*/ 27197 w 2585764"/>
              <a:gd name="connsiteY1-1874" fmla="*/ 1046805 h 2533100"/>
              <a:gd name="connsiteX2-1875" fmla="*/ 1292905 w 2585764"/>
              <a:gd name="connsiteY2-1876" fmla="*/ 0 h 2533100"/>
              <a:gd name="connsiteX3-1877" fmla="*/ 1292860 w 2585764"/>
              <a:gd name="connsiteY3-1878" fmla="*/ 36 h 2533100"/>
              <a:gd name="connsiteX4-1879" fmla="*/ 2585764 w 2585764"/>
              <a:gd name="connsiteY4-1880" fmla="*/ 1069335 h 2533100"/>
              <a:gd name="connsiteX5-1881" fmla="*/ 2585720 w 2585764"/>
              <a:gd name="connsiteY5-1882" fmla="*/ 1069298 h 2533100"/>
              <a:gd name="connsiteX6-1883" fmla="*/ 2585720 w 2585764"/>
              <a:gd name="connsiteY6-1884" fmla="*/ 1069298 h 2533100"/>
              <a:gd name="connsiteX7-1885" fmla="*/ 1939290 w 2585764"/>
              <a:gd name="connsiteY7-1886" fmla="*/ 1069298 h 2533100"/>
              <a:gd name="connsiteX8-1887" fmla="*/ 1939290 w 2585764"/>
              <a:gd name="connsiteY8-1888" fmla="*/ 1069298 h 2533100"/>
              <a:gd name="connsiteX9-1889" fmla="*/ 1939290 w 2585764"/>
              <a:gd name="connsiteY9-1890" fmla="*/ 2533100 h 2533100"/>
              <a:gd name="connsiteX10-1891" fmla="*/ 1939290 w 2585764"/>
              <a:gd name="connsiteY10-1892" fmla="*/ 2533051 h 2533100"/>
              <a:gd name="connsiteX11-1893" fmla="*/ 646430 w 2585764"/>
              <a:gd name="connsiteY11-1894" fmla="*/ 2533051 h 2533100"/>
              <a:gd name="connsiteX12-1895" fmla="*/ 646430 w 2585764"/>
              <a:gd name="connsiteY12-1896" fmla="*/ 2533051 h 2533100"/>
              <a:gd name="connsiteX13-1897" fmla="*/ 646430 w 2585764"/>
              <a:gd name="connsiteY13-1898" fmla="*/ 1069249 h 2533100"/>
              <a:gd name="connsiteX14-1899" fmla="*/ 646430 w 2585764"/>
              <a:gd name="connsiteY14-1900" fmla="*/ 1069298 h 2533100"/>
              <a:gd name="connsiteX15-1901" fmla="*/ 0 w 2585764"/>
              <a:gd name="connsiteY15-1902" fmla="*/ 1069298 h 2533100"/>
              <a:gd name="connsiteX16-1903" fmla="*/ 23342 w 2585764"/>
              <a:gd name="connsiteY16-1904" fmla="*/ 1060893 h 2533100"/>
              <a:gd name="connsiteX0-1905" fmla="*/ 23342 w 2585764"/>
              <a:gd name="connsiteY0-1906" fmla="*/ 1060858 h 2533065"/>
              <a:gd name="connsiteX1-1907" fmla="*/ 27197 w 2585764"/>
              <a:gd name="connsiteY1-1908" fmla="*/ 1046770 h 2533065"/>
              <a:gd name="connsiteX2-1909" fmla="*/ 1284810 w 2585764"/>
              <a:gd name="connsiteY2-1910" fmla="*/ 6659 h 2533065"/>
              <a:gd name="connsiteX3-1911" fmla="*/ 1292860 w 2585764"/>
              <a:gd name="connsiteY3-1912" fmla="*/ 1 h 2533065"/>
              <a:gd name="connsiteX4-1913" fmla="*/ 2585764 w 2585764"/>
              <a:gd name="connsiteY4-1914" fmla="*/ 1069300 h 2533065"/>
              <a:gd name="connsiteX5-1915" fmla="*/ 2585720 w 2585764"/>
              <a:gd name="connsiteY5-1916" fmla="*/ 1069263 h 2533065"/>
              <a:gd name="connsiteX6-1917" fmla="*/ 2585720 w 2585764"/>
              <a:gd name="connsiteY6-1918" fmla="*/ 1069263 h 2533065"/>
              <a:gd name="connsiteX7-1919" fmla="*/ 1939290 w 2585764"/>
              <a:gd name="connsiteY7-1920" fmla="*/ 1069263 h 2533065"/>
              <a:gd name="connsiteX8-1921" fmla="*/ 1939290 w 2585764"/>
              <a:gd name="connsiteY8-1922" fmla="*/ 1069263 h 2533065"/>
              <a:gd name="connsiteX9-1923" fmla="*/ 1939290 w 2585764"/>
              <a:gd name="connsiteY9-1924" fmla="*/ 2533065 h 2533065"/>
              <a:gd name="connsiteX10-1925" fmla="*/ 1939290 w 2585764"/>
              <a:gd name="connsiteY10-1926" fmla="*/ 2533016 h 2533065"/>
              <a:gd name="connsiteX11-1927" fmla="*/ 646430 w 2585764"/>
              <a:gd name="connsiteY11-1928" fmla="*/ 2533016 h 2533065"/>
              <a:gd name="connsiteX12-1929" fmla="*/ 646430 w 2585764"/>
              <a:gd name="connsiteY12-1930" fmla="*/ 2533016 h 2533065"/>
              <a:gd name="connsiteX13-1931" fmla="*/ 646430 w 2585764"/>
              <a:gd name="connsiteY13-1932" fmla="*/ 1069214 h 2533065"/>
              <a:gd name="connsiteX14-1933" fmla="*/ 646430 w 2585764"/>
              <a:gd name="connsiteY14-1934" fmla="*/ 1069263 h 2533065"/>
              <a:gd name="connsiteX15-1935" fmla="*/ 0 w 2585764"/>
              <a:gd name="connsiteY15-1936" fmla="*/ 1069263 h 2533065"/>
              <a:gd name="connsiteX16-1937" fmla="*/ 23342 w 2585764"/>
              <a:gd name="connsiteY16-1938" fmla="*/ 1060858 h 2533065"/>
              <a:gd name="connsiteX0-1939" fmla="*/ 23342 w 2585764"/>
              <a:gd name="connsiteY0-1940" fmla="*/ 1060857 h 2533064"/>
              <a:gd name="connsiteX1-1941" fmla="*/ 27197 w 2585764"/>
              <a:gd name="connsiteY1-1942" fmla="*/ 1046769 h 2533064"/>
              <a:gd name="connsiteX2-1943" fmla="*/ 1284810 w 2585764"/>
              <a:gd name="connsiteY2-1944" fmla="*/ 6658 h 2533064"/>
              <a:gd name="connsiteX3-1945" fmla="*/ 1292860 w 2585764"/>
              <a:gd name="connsiteY3-1946" fmla="*/ 0 h 2533064"/>
              <a:gd name="connsiteX4-1947" fmla="*/ 2585764 w 2585764"/>
              <a:gd name="connsiteY4-1948" fmla="*/ 1069299 h 2533064"/>
              <a:gd name="connsiteX5-1949" fmla="*/ 2585720 w 2585764"/>
              <a:gd name="connsiteY5-1950" fmla="*/ 1069262 h 2533064"/>
              <a:gd name="connsiteX6-1951" fmla="*/ 2585720 w 2585764"/>
              <a:gd name="connsiteY6-1952" fmla="*/ 1069262 h 2533064"/>
              <a:gd name="connsiteX7-1953" fmla="*/ 1939290 w 2585764"/>
              <a:gd name="connsiteY7-1954" fmla="*/ 1069262 h 2533064"/>
              <a:gd name="connsiteX8-1955" fmla="*/ 1939290 w 2585764"/>
              <a:gd name="connsiteY8-1956" fmla="*/ 1069262 h 2533064"/>
              <a:gd name="connsiteX9-1957" fmla="*/ 1939290 w 2585764"/>
              <a:gd name="connsiteY9-1958" fmla="*/ 2533064 h 2533064"/>
              <a:gd name="connsiteX10-1959" fmla="*/ 1939290 w 2585764"/>
              <a:gd name="connsiteY10-1960" fmla="*/ 2533015 h 2533064"/>
              <a:gd name="connsiteX11-1961" fmla="*/ 646430 w 2585764"/>
              <a:gd name="connsiteY11-1962" fmla="*/ 2533015 h 2533064"/>
              <a:gd name="connsiteX12-1963" fmla="*/ 646430 w 2585764"/>
              <a:gd name="connsiteY12-1964" fmla="*/ 2533015 h 2533064"/>
              <a:gd name="connsiteX13-1965" fmla="*/ 646430 w 2585764"/>
              <a:gd name="connsiteY13-1966" fmla="*/ 1069213 h 2533064"/>
              <a:gd name="connsiteX14-1967" fmla="*/ 646430 w 2585764"/>
              <a:gd name="connsiteY14-1968" fmla="*/ 1069262 h 2533064"/>
              <a:gd name="connsiteX15-1969" fmla="*/ 0 w 2585764"/>
              <a:gd name="connsiteY15-1970" fmla="*/ 1069262 h 2533064"/>
              <a:gd name="connsiteX16-1971" fmla="*/ 23342 w 2585764"/>
              <a:gd name="connsiteY16-1972" fmla="*/ 1060857 h 2533064"/>
              <a:gd name="connsiteX0-1973" fmla="*/ 23342 w 2585764"/>
              <a:gd name="connsiteY0-1974" fmla="*/ 1060857 h 2533064"/>
              <a:gd name="connsiteX1-1975" fmla="*/ 27197 w 2585764"/>
              <a:gd name="connsiteY1-1976" fmla="*/ 1046769 h 2533064"/>
              <a:gd name="connsiteX2-1977" fmla="*/ 1284810 w 2585764"/>
              <a:gd name="connsiteY2-1978" fmla="*/ 6658 h 2533064"/>
              <a:gd name="connsiteX3-1979" fmla="*/ 1292860 w 2585764"/>
              <a:gd name="connsiteY3-1980" fmla="*/ 0 h 2533064"/>
              <a:gd name="connsiteX4-1981" fmla="*/ 2585764 w 2585764"/>
              <a:gd name="connsiteY4-1982" fmla="*/ 1069299 h 2533064"/>
              <a:gd name="connsiteX5-1983" fmla="*/ 2585720 w 2585764"/>
              <a:gd name="connsiteY5-1984" fmla="*/ 1069262 h 2533064"/>
              <a:gd name="connsiteX6-1985" fmla="*/ 2585720 w 2585764"/>
              <a:gd name="connsiteY6-1986" fmla="*/ 1069262 h 2533064"/>
              <a:gd name="connsiteX7-1987" fmla="*/ 1939290 w 2585764"/>
              <a:gd name="connsiteY7-1988" fmla="*/ 1069262 h 2533064"/>
              <a:gd name="connsiteX8-1989" fmla="*/ 1939290 w 2585764"/>
              <a:gd name="connsiteY8-1990" fmla="*/ 1069262 h 2533064"/>
              <a:gd name="connsiteX9-1991" fmla="*/ 1939290 w 2585764"/>
              <a:gd name="connsiteY9-1992" fmla="*/ 2533064 h 2533064"/>
              <a:gd name="connsiteX10-1993" fmla="*/ 1939290 w 2585764"/>
              <a:gd name="connsiteY10-1994" fmla="*/ 2533015 h 2533064"/>
              <a:gd name="connsiteX11-1995" fmla="*/ 646430 w 2585764"/>
              <a:gd name="connsiteY11-1996" fmla="*/ 2533015 h 2533064"/>
              <a:gd name="connsiteX12-1997" fmla="*/ 646430 w 2585764"/>
              <a:gd name="connsiteY12-1998" fmla="*/ 2533015 h 2533064"/>
              <a:gd name="connsiteX13-1999" fmla="*/ 646430 w 2585764"/>
              <a:gd name="connsiteY13-2000" fmla="*/ 1069213 h 2533064"/>
              <a:gd name="connsiteX14-2001" fmla="*/ 646430 w 2585764"/>
              <a:gd name="connsiteY14-2002" fmla="*/ 1069262 h 2533064"/>
              <a:gd name="connsiteX15-2003" fmla="*/ 0 w 2585764"/>
              <a:gd name="connsiteY15-2004" fmla="*/ 1069262 h 2533064"/>
              <a:gd name="connsiteX16-2005" fmla="*/ 23342 w 2585764"/>
              <a:gd name="connsiteY16-2006" fmla="*/ 1060857 h 2533064"/>
              <a:gd name="connsiteX0-2007" fmla="*/ 23342 w 2585764"/>
              <a:gd name="connsiteY0-2008" fmla="*/ 1057227 h 2529434"/>
              <a:gd name="connsiteX1-2009" fmla="*/ 27197 w 2585764"/>
              <a:gd name="connsiteY1-2010" fmla="*/ 1043139 h 2529434"/>
              <a:gd name="connsiteX2-2011" fmla="*/ 1284810 w 2585764"/>
              <a:gd name="connsiteY2-2012" fmla="*/ 3028 h 2529434"/>
              <a:gd name="connsiteX3-2013" fmla="*/ 1300955 w 2585764"/>
              <a:gd name="connsiteY3-2014" fmla="*/ 3064 h 2529434"/>
              <a:gd name="connsiteX4-2015" fmla="*/ 2585764 w 2585764"/>
              <a:gd name="connsiteY4-2016" fmla="*/ 1065669 h 2529434"/>
              <a:gd name="connsiteX5-2017" fmla="*/ 2585720 w 2585764"/>
              <a:gd name="connsiteY5-2018" fmla="*/ 1065632 h 2529434"/>
              <a:gd name="connsiteX6-2019" fmla="*/ 2585720 w 2585764"/>
              <a:gd name="connsiteY6-2020" fmla="*/ 1065632 h 2529434"/>
              <a:gd name="connsiteX7-2021" fmla="*/ 1939290 w 2585764"/>
              <a:gd name="connsiteY7-2022" fmla="*/ 1065632 h 2529434"/>
              <a:gd name="connsiteX8-2023" fmla="*/ 1939290 w 2585764"/>
              <a:gd name="connsiteY8-2024" fmla="*/ 1065632 h 2529434"/>
              <a:gd name="connsiteX9-2025" fmla="*/ 1939290 w 2585764"/>
              <a:gd name="connsiteY9-2026" fmla="*/ 2529434 h 2529434"/>
              <a:gd name="connsiteX10-2027" fmla="*/ 1939290 w 2585764"/>
              <a:gd name="connsiteY10-2028" fmla="*/ 2529385 h 2529434"/>
              <a:gd name="connsiteX11-2029" fmla="*/ 646430 w 2585764"/>
              <a:gd name="connsiteY11-2030" fmla="*/ 2529385 h 2529434"/>
              <a:gd name="connsiteX12-2031" fmla="*/ 646430 w 2585764"/>
              <a:gd name="connsiteY12-2032" fmla="*/ 2529385 h 2529434"/>
              <a:gd name="connsiteX13-2033" fmla="*/ 646430 w 2585764"/>
              <a:gd name="connsiteY13-2034" fmla="*/ 1065583 h 2529434"/>
              <a:gd name="connsiteX14-2035" fmla="*/ 646430 w 2585764"/>
              <a:gd name="connsiteY14-2036" fmla="*/ 1065632 h 2529434"/>
              <a:gd name="connsiteX15-2037" fmla="*/ 0 w 2585764"/>
              <a:gd name="connsiteY15-2038" fmla="*/ 1065632 h 2529434"/>
              <a:gd name="connsiteX16-2039" fmla="*/ 23342 w 2585764"/>
              <a:gd name="connsiteY16-2040" fmla="*/ 1057227 h 2529434"/>
              <a:gd name="connsiteX0-2041" fmla="*/ 23342 w 2585764"/>
              <a:gd name="connsiteY0-2042" fmla="*/ 1057227 h 2529434"/>
              <a:gd name="connsiteX1-2043" fmla="*/ 27197 w 2585764"/>
              <a:gd name="connsiteY1-2044" fmla="*/ 1043139 h 2529434"/>
              <a:gd name="connsiteX2-2045" fmla="*/ 1284810 w 2585764"/>
              <a:gd name="connsiteY2-2046" fmla="*/ 3028 h 2529434"/>
              <a:gd name="connsiteX3-2047" fmla="*/ 1300955 w 2585764"/>
              <a:gd name="connsiteY3-2048" fmla="*/ 3064 h 2529434"/>
              <a:gd name="connsiteX4-2049" fmla="*/ 2585764 w 2585764"/>
              <a:gd name="connsiteY4-2050" fmla="*/ 1065669 h 2529434"/>
              <a:gd name="connsiteX5-2051" fmla="*/ 2585720 w 2585764"/>
              <a:gd name="connsiteY5-2052" fmla="*/ 1065632 h 2529434"/>
              <a:gd name="connsiteX6-2053" fmla="*/ 2585720 w 2585764"/>
              <a:gd name="connsiteY6-2054" fmla="*/ 1065632 h 2529434"/>
              <a:gd name="connsiteX7-2055" fmla="*/ 1939290 w 2585764"/>
              <a:gd name="connsiteY7-2056" fmla="*/ 1065632 h 2529434"/>
              <a:gd name="connsiteX8-2057" fmla="*/ 1939290 w 2585764"/>
              <a:gd name="connsiteY8-2058" fmla="*/ 1065632 h 2529434"/>
              <a:gd name="connsiteX9-2059" fmla="*/ 1939290 w 2585764"/>
              <a:gd name="connsiteY9-2060" fmla="*/ 2529434 h 2529434"/>
              <a:gd name="connsiteX10-2061" fmla="*/ 1939290 w 2585764"/>
              <a:gd name="connsiteY10-2062" fmla="*/ 2529385 h 2529434"/>
              <a:gd name="connsiteX11-2063" fmla="*/ 646430 w 2585764"/>
              <a:gd name="connsiteY11-2064" fmla="*/ 2529385 h 2529434"/>
              <a:gd name="connsiteX12-2065" fmla="*/ 646430 w 2585764"/>
              <a:gd name="connsiteY12-2066" fmla="*/ 2529385 h 2529434"/>
              <a:gd name="connsiteX13-2067" fmla="*/ 646430 w 2585764"/>
              <a:gd name="connsiteY13-2068" fmla="*/ 1065583 h 2529434"/>
              <a:gd name="connsiteX14-2069" fmla="*/ 646430 w 2585764"/>
              <a:gd name="connsiteY14-2070" fmla="*/ 1065632 h 2529434"/>
              <a:gd name="connsiteX15-2071" fmla="*/ 0 w 2585764"/>
              <a:gd name="connsiteY15-2072" fmla="*/ 1065632 h 2529434"/>
              <a:gd name="connsiteX16-2073" fmla="*/ 23342 w 2585764"/>
              <a:gd name="connsiteY16-2074" fmla="*/ 1057227 h 2529434"/>
              <a:gd name="connsiteX0-2075" fmla="*/ 23342 w 2585764"/>
              <a:gd name="connsiteY0-2076" fmla="*/ 1057227 h 2529434"/>
              <a:gd name="connsiteX1-2077" fmla="*/ 27197 w 2585764"/>
              <a:gd name="connsiteY1-2078" fmla="*/ 1043139 h 2529434"/>
              <a:gd name="connsiteX2-2079" fmla="*/ 1284810 w 2585764"/>
              <a:gd name="connsiteY2-2080" fmla="*/ 3028 h 2529434"/>
              <a:gd name="connsiteX3-2081" fmla="*/ 1300955 w 2585764"/>
              <a:gd name="connsiteY3-2082" fmla="*/ 3064 h 2529434"/>
              <a:gd name="connsiteX4-2083" fmla="*/ 2585764 w 2585764"/>
              <a:gd name="connsiteY4-2084" fmla="*/ 1065669 h 2529434"/>
              <a:gd name="connsiteX5-2085" fmla="*/ 2585720 w 2585764"/>
              <a:gd name="connsiteY5-2086" fmla="*/ 1065632 h 2529434"/>
              <a:gd name="connsiteX6-2087" fmla="*/ 2585720 w 2585764"/>
              <a:gd name="connsiteY6-2088" fmla="*/ 1065632 h 2529434"/>
              <a:gd name="connsiteX7-2089" fmla="*/ 1939290 w 2585764"/>
              <a:gd name="connsiteY7-2090" fmla="*/ 1065632 h 2529434"/>
              <a:gd name="connsiteX8-2091" fmla="*/ 1939290 w 2585764"/>
              <a:gd name="connsiteY8-2092" fmla="*/ 1065632 h 2529434"/>
              <a:gd name="connsiteX9-2093" fmla="*/ 1939290 w 2585764"/>
              <a:gd name="connsiteY9-2094" fmla="*/ 2529434 h 2529434"/>
              <a:gd name="connsiteX10-2095" fmla="*/ 1939290 w 2585764"/>
              <a:gd name="connsiteY10-2096" fmla="*/ 2529385 h 2529434"/>
              <a:gd name="connsiteX11-2097" fmla="*/ 646430 w 2585764"/>
              <a:gd name="connsiteY11-2098" fmla="*/ 2529385 h 2529434"/>
              <a:gd name="connsiteX12-2099" fmla="*/ 646430 w 2585764"/>
              <a:gd name="connsiteY12-2100" fmla="*/ 2529385 h 2529434"/>
              <a:gd name="connsiteX13-2101" fmla="*/ 646430 w 2585764"/>
              <a:gd name="connsiteY13-2102" fmla="*/ 1065583 h 2529434"/>
              <a:gd name="connsiteX14-2103" fmla="*/ 646430 w 2585764"/>
              <a:gd name="connsiteY14-2104" fmla="*/ 1065632 h 2529434"/>
              <a:gd name="connsiteX15-2105" fmla="*/ 0 w 2585764"/>
              <a:gd name="connsiteY15-2106" fmla="*/ 1065632 h 2529434"/>
              <a:gd name="connsiteX16-2107" fmla="*/ 23342 w 2585764"/>
              <a:gd name="connsiteY16-2108" fmla="*/ 1057227 h 2529434"/>
              <a:gd name="connsiteX0-2109" fmla="*/ 23342 w 2585720"/>
              <a:gd name="connsiteY0-2110" fmla="*/ 1057227 h 2529434"/>
              <a:gd name="connsiteX1-2111" fmla="*/ 27197 w 2585720"/>
              <a:gd name="connsiteY1-2112" fmla="*/ 1043139 h 2529434"/>
              <a:gd name="connsiteX2-2113" fmla="*/ 1284810 w 2585720"/>
              <a:gd name="connsiteY2-2114" fmla="*/ 3028 h 2529434"/>
              <a:gd name="connsiteX3-2115" fmla="*/ 1300955 w 2585720"/>
              <a:gd name="connsiteY3-2116" fmla="*/ 3064 h 2529434"/>
              <a:gd name="connsiteX4-2117" fmla="*/ 2558568 w 2585720"/>
              <a:gd name="connsiteY4-2118" fmla="*/ 1043175 h 2529434"/>
              <a:gd name="connsiteX5-2119" fmla="*/ 2585720 w 2585720"/>
              <a:gd name="connsiteY5-2120" fmla="*/ 1065632 h 2529434"/>
              <a:gd name="connsiteX6-2121" fmla="*/ 2585720 w 2585720"/>
              <a:gd name="connsiteY6-2122" fmla="*/ 1065632 h 2529434"/>
              <a:gd name="connsiteX7-2123" fmla="*/ 1939290 w 2585720"/>
              <a:gd name="connsiteY7-2124" fmla="*/ 1065632 h 2529434"/>
              <a:gd name="connsiteX8-2125" fmla="*/ 1939290 w 2585720"/>
              <a:gd name="connsiteY8-2126" fmla="*/ 1065632 h 2529434"/>
              <a:gd name="connsiteX9-2127" fmla="*/ 1939290 w 2585720"/>
              <a:gd name="connsiteY9-2128" fmla="*/ 2529434 h 2529434"/>
              <a:gd name="connsiteX10-2129" fmla="*/ 1939290 w 2585720"/>
              <a:gd name="connsiteY10-2130" fmla="*/ 2529385 h 2529434"/>
              <a:gd name="connsiteX11-2131" fmla="*/ 646430 w 2585720"/>
              <a:gd name="connsiteY11-2132" fmla="*/ 2529385 h 2529434"/>
              <a:gd name="connsiteX12-2133" fmla="*/ 646430 w 2585720"/>
              <a:gd name="connsiteY12-2134" fmla="*/ 2529385 h 2529434"/>
              <a:gd name="connsiteX13-2135" fmla="*/ 646430 w 2585720"/>
              <a:gd name="connsiteY13-2136" fmla="*/ 1065583 h 2529434"/>
              <a:gd name="connsiteX14-2137" fmla="*/ 646430 w 2585720"/>
              <a:gd name="connsiteY14-2138" fmla="*/ 1065632 h 2529434"/>
              <a:gd name="connsiteX15-2139" fmla="*/ 0 w 2585720"/>
              <a:gd name="connsiteY15-2140" fmla="*/ 1065632 h 2529434"/>
              <a:gd name="connsiteX16-2141" fmla="*/ 23342 w 2585720"/>
              <a:gd name="connsiteY16-2142" fmla="*/ 1057227 h 2529434"/>
              <a:gd name="connsiteX0-2143" fmla="*/ 23342 w 2585720"/>
              <a:gd name="connsiteY0-2144" fmla="*/ 1057227 h 2529434"/>
              <a:gd name="connsiteX1-2145" fmla="*/ 27197 w 2585720"/>
              <a:gd name="connsiteY1-2146" fmla="*/ 1043139 h 2529434"/>
              <a:gd name="connsiteX2-2147" fmla="*/ 1284810 w 2585720"/>
              <a:gd name="connsiteY2-2148" fmla="*/ 3028 h 2529434"/>
              <a:gd name="connsiteX3-2149" fmla="*/ 1300955 w 2585720"/>
              <a:gd name="connsiteY3-2150" fmla="*/ 3064 h 2529434"/>
              <a:gd name="connsiteX4-2151" fmla="*/ 2558568 w 2585720"/>
              <a:gd name="connsiteY4-2152" fmla="*/ 1043175 h 2529434"/>
              <a:gd name="connsiteX5-2153" fmla="*/ 2585720 w 2585720"/>
              <a:gd name="connsiteY5-2154" fmla="*/ 1065632 h 2529434"/>
              <a:gd name="connsiteX6-2155" fmla="*/ 2585720 w 2585720"/>
              <a:gd name="connsiteY6-2156" fmla="*/ 1065632 h 2529434"/>
              <a:gd name="connsiteX7-2157" fmla="*/ 1939290 w 2585720"/>
              <a:gd name="connsiteY7-2158" fmla="*/ 1065632 h 2529434"/>
              <a:gd name="connsiteX8-2159" fmla="*/ 1939290 w 2585720"/>
              <a:gd name="connsiteY8-2160" fmla="*/ 1065632 h 2529434"/>
              <a:gd name="connsiteX9-2161" fmla="*/ 1939290 w 2585720"/>
              <a:gd name="connsiteY9-2162" fmla="*/ 2529434 h 2529434"/>
              <a:gd name="connsiteX10-2163" fmla="*/ 1939290 w 2585720"/>
              <a:gd name="connsiteY10-2164" fmla="*/ 2529385 h 2529434"/>
              <a:gd name="connsiteX11-2165" fmla="*/ 646430 w 2585720"/>
              <a:gd name="connsiteY11-2166" fmla="*/ 2529385 h 2529434"/>
              <a:gd name="connsiteX12-2167" fmla="*/ 646430 w 2585720"/>
              <a:gd name="connsiteY12-2168" fmla="*/ 2529385 h 2529434"/>
              <a:gd name="connsiteX13-2169" fmla="*/ 646430 w 2585720"/>
              <a:gd name="connsiteY13-2170" fmla="*/ 1065583 h 2529434"/>
              <a:gd name="connsiteX14-2171" fmla="*/ 646430 w 2585720"/>
              <a:gd name="connsiteY14-2172" fmla="*/ 1065632 h 2529434"/>
              <a:gd name="connsiteX15-2173" fmla="*/ 0 w 2585720"/>
              <a:gd name="connsiteY15-2174" fmla="*/ 1065632 h 2529434"/>
              <a:gd name="connsiteX16-2175" fmla="*/ 23342 w 2585720"/>
              <a:gd name="connsiteY16-2176" fmla="*/ 1057227 h 2529434"/>
              <a:gd name="connsiteX0-2177" fmla="*/ 23342 w 2585720"/>
              <a:gd name="connsiteY0-2178" fmla="*/ 1057227 h 2529434"/>
              <a:gd name="connsiteX1-2179" fmla="*/ 27197 w 2585720"/>
              <a:gd name="connsiteY1-2180" fmla="*/ 1043139 h 2529434"/>
              <a:gd name="connsiteX2-2181" fmla="*/ 1284810 w 2585720"/>
              <a:gd name="connsiteY2-2182" fmla="*/ 3028 h 2529434"/>
              <a:gd name="connsiteX3-2183" fmla="*/ 1300955 w 2585720"/>
              <a:gd name="connsiteY3-2184" fmla="*/ 3064 h 2529434"/>
              <a:gd name="connsiteX4-2185" fmla="*/ 2558568 w 2585720"/>
              <a:gd name="connsiteY4-2186" fmla="*/ 1043175 h 2529434"/>
              <a:gd name="connsiteX5-2187" fmla="*/ 2585720 w 2585720"/>
              <a:gd name="connsiteY5-2188" fmla="*/ 1065632 h 2529434"/>
              <a:gd name="connsiteX6-2189" fmla="*/ 2585720 w 2585720"/>
              <a:gd name="connsiteY6-2190" fmla="*/ 1065632 h 2529434"/>
              <a:gd name="connsiteX7-2191" fmla="*/ 1939290 w 2585720"/>
              <a:gd name="connsiteY7-2192" fmla="*/ 1065632 h 2529434"/>
              <a:gd name="connsiteX8-2193" fmla="*/ 1939290 w 2585720"/>
              <a:gd name="connsiteY8-2194" fmla="*/ 1065632 h 2529434"/>
              <a:gd name="connsiteX9-2195" fmla="*/ 1939290 w 2585720"/>
              <a:gd name="connsiteY9-2196" fmla="*/ 2529434 h 2529434"/>
              <a:gd name="connsiteX10-2197" fmla="*/ 1939290 w 2585720"/>
              <a:gd name="connsiteY10-2198" fmla="*/ 2529385 h 2529434"/>
              <a:gd name="connsiteX11-2199" fmla="*/ 646430 w 2585720"/>
              <a:gd name="connsiteY11-2200" fmla="*/ 2529385 h 2529434"/>
              <a:gd name="connsiteX12-2201" fmla="*/ 646430 w 2585720"/>
              <a:gd name="connsiteY12-2202" fmla="*/ 2529385 h 2529434"/>
              <a:gd name="connsiteX13-2203" fmla="*/ 646430 w 2585720"/>
              <a:gd name="connsiteY13-2204" fmla="*/ 1065583 h 2529434"/>
              <a:gd name="connsiteX14-2205" fmla="*/ 646430 w 2585720"/>
              <a:gd name="connsiteY14-2206" fmla="*/ 1065632 h 2529434"/>
              <a:gd name="connsiteX15-2207" fmla="*/ 0 w 2585720"/>
              <a:gd name="connsiteY15-2208" fmla="*/ 1065632 h 2529434"/>
              <a:gd name="connsiteX16-2209" fmla="*/ 23342 w 2585720"/>
              <a:gd name="connsiteY16-2210" fmla="*/ 1057227 h 2529434"/>
              <a:gd name="connsiteX0-2211" fmla="*/ 23342 w 2585720"/>
              <a:gd name="connsiteY0-2212" fmla="*/ 1057227 h 2529434"/>
              <a:gd name="connsiteX1-2213" fmla="*/ 27197 w 2585720"/>
              <a:gd name="connsiteY1-2214" fmla="*/ 1043139 h 2529434"/>
              <a:gd name="connsiteX2-2215" fmla="*/ 1284810 w 2585720"/>
              <a:gd name="connsiteY2-2216" fmla="*/ 3028 h 2529434"/>
              <a:gd name="connsiteX3-2217" fmla="*/ 1300955 w 2585720"/>
              <a:gd name="connsiteY3-2218" fmla="*/ 3064 h 2529434"/>
              <a:gd name="connsiteX4-2219" fmla="*/ 2558568 w 2585720"/>
              <a:gd name="connsiteY4-2220" fmla="*/ 1043175 h 2529434"/>
              <a:gd name="connsiteX5-2221" fmla="*/ 2562377 w 2585720"/>
              <a:gd name="connsiteY5-2222" fmla="*/ 1057231 h 2529434"/>
              <a:gd name="connsiteX6-2223" fmla="*/ 2585720 w 2585720"/>
              <a:gd name="connsiteY6-2224" fmla="*/ 1065632 h 2529434"/>
              <a:gd name="connsiteX7-2225" fmla="*/ 1939290 w 2585720"/>
              <a:gd name="connsiteY7-2226" fmla="*/ 1065632 h 2529434"/>
              <a:gd name="connsiteX8-2227" fmla="*/ 1939290 w 2585720"/>
              <a:gd name="connsiteY8-2228" fmla="*/ 1065632 h 2529434"/>
              <a:gd name="connsiteX9-2229" fmla="*/ 1939290 w 2585720"/>
              <a:gd name="connsiteY9-2230" fmla="*/ 2529434 h 2529434"/>
              <a:gd name="connsiteX10-2231" fmla="*/ 1939290 w 2585720"/>
              <a:gd name="connsiteY10-2232" fmla="*/ 2529385 h 2529434"/>
              <a:gd name="connsiteX11-2233" fmla="*/ 646430 w 2585720"/>
              <a:gd name="connsiteY11-2234" fmla="*/ 2529385 h 2529434"/>
              <a:gd name="connsiteX12-2235" fmla="*/ 646430 w 2585720"/>
              <a:gd name="connsiteY12-2236" fmla="*/ 2529385 h 2529434"/>
              <a:gd name="connsiteX13-2237" fmla="*/ 646430 w 2585720"/>
              <a:gd name="connsiteY13-2238" fmla="*/ 1065583 h 2529434"/>
              <a:gd name="connsiteX14-2239" fmla="*/ 646430 w 2585720"/>
              <a:gd name="connsiteY14-2240" fmla="*/ 1065632 h 2529434"/>
              <a:gd name="connsiteX15-2241" fmla="*/ 0 w 2585720"/>
              <a:gd name="connsiteY15-2242" fmla="*/ 1065632 h 2529434"/>
              <a:gd name="connsiteX16-2243" fmla="*/ 23342 w 2585720"/>
              <a:gd name="connsiteY16-2244" fmla="*/ 1057227 h 2529434"/>
              <a:gd name="connsiteX0-2245" fmla="*/ 23342 w 2585720"/>
              <a:gd name="connsiteY0-2246" fmla="*/ 1057227 h 2529434"/>
              <a:gd name="connsiteX1-2247" fmla="*/ 27197 w 2585720"/>
              <a:gd name="connsiteY1-2248" fmla="*/ 1043139 h 2529434"/>
              <a:gd name="connsiteX2-2249" fmla="*/ 1284810 w 2585720"/>
              <a:gd name="connsiteY2-2250" fmla="*/ 3028 h 2529434"/>
              <a:gd name="connsiteX3-2251" fmla="*/ 1300955 w 2585720"/>
              <a:gd name="connsiteY3-2252" fmla="*/ 3064 h 2529434"/>
              <a:gd name="connsiteX4-2253" fmla="*/ 2558568 w 2585720"/>
              <a:gd name="connsiteY4-2254" fmla="*/ 1043175 h 2529434"/>
              <a:gd name="connsiteX5-2255" fmla="*/ 2562377 w 2585720"/>
              <a:gd name="connsiteY5-2256" fmla="*/ 1057231 h 2529434"/>
              <a:gd name="connsiteX6-2257" fmla="*/ 2585720 w 2585720"/>
              <a:gd name="connsiteY6-2258" fmla="*/ 1065632 h 2529434"/>
              <a:gd name="connsiteX7-2259" fmla="*/ 1939290 w 2585720"/>
              <a:gd name="connsiteY7-2260" fmla="*/ 1065632 h 2529434"/>
              <a:gd name="connsiteX8-2261" fmla="*/ 1939290 w 2585720"/>
              <a:gd name="connsiteY8-2262" fmla="*/ 1065632 h 2529434"/>
              <a:gd name="connsiteX9-2263" fmla="*/ 1939290 w 2585720"/>
              <a:gd name="connsiteY9-2264" fmla="*/ 2529434 h 2529434"/>
              <a:gd name="connsiteX10-2265" fmla="*/ 1939290 w 2585720"/>
              <a:gd name="connsiteY10-2266" fmla="*/ 2529385 h 2529434"/>
              <a:gd name="connsiteX11-2267" fmla="*/ 646430 w 2585720"/>
              <a:gd name="connsiteY11-2268" fmla="*/ 2529385 h 2529434"/>
              <a:gd name="connsiteX12-2269" fmla="*/ 646430 w 2585720"/>
              <a:gd name="connsiteY12-2270" fmla="*/ 2529385 h 2529434"/>
              <a:gd name="connsiteX13-2271" fmla="*/ 646430 w 2585720"/>
              <a:gd name="connsiteY13-2272" fmla="*/ 1065583 h 2529434"/>
              <a:gd name="connsiteX14-2273" fmla="*/ 646430 w 2585720"/>
              <a:gd name="connsiteY14-2274" fmla="*/ 1065632 h 2529434"/>
              <a:gd name="connsiteX15-2275" fmla="*/ 0 w 2585720"/>
              <a:gd name="connsiteY15-2276" fmla="*/ 1065632 h 2529434"/>
              <a:gd name="connsiteX16-2277" fmla="*/ 23342 w 2585720"/>
              <a:gd name="connsiteY16-2278" fmla="*/ 1057227 h 2529434"/>
              <a:gd name="connsiteX0-2279" fmla="*/ 23342 w 2585720"/>
              <a:gd name="connsiteY0-2280" fmla="*/ 1057227 h 2529434"/>
              <a:gd name="connsiteX1-2281" fmla="*/ 27197 w 2585720"/>
              <a:gd name="connsiteY1-2282" fmla="*/ 1043139 h 2529434"/>
              <a:gd name="connsiteX2-2283" fmla="*/ 1284810 w 2585720"/>
              <a:gd name="connsiteY2-2284" fmla="*/ 3028 h 2529434"/>
              <a:gd name="connsiteX3-2285" fmla="*/ 1300955 w 2585720"/>
              <a:gd name="connsiteY3-2286" fmla="*/ 3064 h 2529434"/>
              <a:gd name="connsiteX4-2287" fmla="*/ 2558568 w 2585720"/>
              <a:gd name="connsiteY4-2288" fmla="*/ 1043175 h 2529434"/>
              <a:gd name="connsiteX5-2289" fmla="*/ 2562377 w 2585720"/>
              <a:gd name="connsiteY5-2290" fmla="*/ 1057231 h 2529434"/>
              <a:gd name="connsiteX6-2291" fmla="*/ 2585720 w 2585720"/>
              <a:gd name="connsiteY6-2292" fmla="*/ 1065632 h 2529434"/>
              <a:gd name="connsiteX7-2293" fmla="*/ 1939290 w 2585720"/>
              <a:gd name="connsiteY7-2294" fmla="*/ 1065632 h 2529434"/>
              <a:gd name="connsiteX8-2295" fmla="*/ 1939290 w 2585720"/>
              <a:gd name="connsiteY8-2296" fmla="*/ 1065632 h 2529434"/>
              <a:gd name="connsiteX9-2297" fmla="*/ 1939290 w 2585720"/>
              <a:gd name="connsiteY9-2298" fmla="*/ 2529434 h 2529434"/>
              <a:gd name="connsiteX10-2299" fmla="*/ 1939290 w 2585720"/>
              <a:gd name="connsiteY10-2300" fmla="*/ 2529385 h 2529434"/>
              <a:gd name="connsiteX11-2301" fmla="*/ 646430 w 2585720"/>
              <a:gd name="connsiteY11-2302" fmla="*/ 2529385 h 2529434"/>
              <a:gd name="connsiteX12-2303" fmla="*/ 646430 w 2585720"/>
              <a:gd name="connsiteY12-2304" fmla="*/ 2529385 h 2529434"/>
              <a:gd name="connsiteX13-2305" fmla="*/ 646430 w 2585720"/>
              <a:gd name="connsiteY13-2306" fmla="*/ 1065583 h 2529434"/>
              <a:gd name="connsiteX14-2307" fmla="*/ 646430 w 2585720"/>
              <a:gd name="connsiteY14-2308" fmla="*/ 1065632 h 2529434"/>
              <a:gd name="connsiteX15-2309" fmla="*/ 0 w 2585720"/>
              <a:gd name="connsiteY15-2310" fmla="*/ 1065632 h 2529434"/>
              <a:gd name="connsiteX16-2311" fmla="*/ 23342 w 2585720"/>
              <a:gd name="connsiteY16-2312" fmla="*/ 1057227 h 2529434"/>
              <a:gd name="connsiteX0-2313" fmla="*/ 23342 w 2563018"/>
              <a:gd name="connsiteY0-2314" fmla="*/ 1057227 h 2529434"/>
              <a:gd name="connsiteX1-2315" fmla="*/ 27197 w 2563018"/>
              <a:gd name="connsiteY1-2316" fmla="*/ 1043139 h 2529434"/>
              <a:gd name="connsiteX2-2317" fmla="*/ 1284810 w 2563018"/>
              <a:gd name="connsiteY2-2318" fmla="*/ 3028 h 2529434"/>
              <a:gd name="connsiteX3-2319" fmla="*/ 1300955 w 2563018"/>
              <a:gd name="connsiteY3-2320" fmla="*/ 3064 h 2529434"/>
              <a:gd name="connsiteX4-2321" fmla="*/ 2558568 w 2563018"/>
              <a:gd name="connsiteY4-2322" fmla="*/ 1043175 h 2529434"/>
              <a:gd name="connsiteX5-2323" fmla="*/ 2562377 w 2563018"/>
              <a:gd name="connsiteY5-2324" fmla="*/ 1057231 h 2529434"/>
              <a:gd name="connsiteX6-2325" fmla="*/ 2550427 w 2563018"/>
              <a:gd name="connsiteY6-2326" fmla="*/ 1065631 h 2529434"/>
              <a:gd name="connsiteX7-2327" fmla="*/ 1939290 w 2563018"/>
              <a:gd name="connsiteY7-2328" fmla="*/ 1065632 h 2529434"/>
              <a:gd name="connsiteX8-2329" fmla="*/ 1939290 w 2563018"/>
              <a:gd name="connsiteY8-2330" fmla="*/ 1065632 h 2529434"/>
              <a:gd name="connsiteX9-2331" fmla="*/ 1939290 w 2563018"/>
              <a:gd name="connsiteY9-2332" fmla="*/ 2529434 h 2529434"/>
              <a:gd name="connsiteX10-2333" fmla="*/ 1939290 w 2563018"/>
              <a:gd name="connsiteY10-2334" fmla="*/ 2529385 h 2529434"/>
              <a:gd name="connsiteX11-2335" fmla="*/ 646430 w 2563018"/>
              <a:gd name="connsiteY11-2336" fmla="*/ 2529385 h 2529434"/>
              <a:gd name="connsiteX12-2337" fmla="*/ 646430 w 2563018"/>
              <a:gd name="connsiteY12-2338" fmla="*/ 2529385 h 2529434"/>
              <a:gd name="connsiteX13-2339" fmla="*/ 646430 w 2563018"/>
              <a:gd name="connsiteY13-2340" fmla="*/ 1065583 h 2529434"/>
              <a:gd name="connsiteX14-2341" fmla="*/ 646430 w 2563018"/>
              <a:gd name="connsiteY14-2342" fmla="*/ 1065632 h 2529434"/>
              <a:gd name="connsiteX15-2343" fmla="*/ 0 w 2563018"/>
              <a:gd name="connsiteY15-2344" fmla="*/ 1065632 h 2529434"/>
              <a:gd name="connsiteX16-2345" fmla="*/ 23342 w 2563018"/>
              <a:gd name="connsiteY16-2346" fmla="*/ 1057227 h 2529434"/>
              <a:gd name="connsiteX0-2347" fmla="*/ 23342 w 2563018"/>
              <a:gd name="connsiteY0-2348" fmla="*/ 1057227 h 2529434"/>
              <a:gd name="connsiteX1-2349" fmla="*/ 27197 w 2563018"/>
              <a:gd name="connsiteY1-2350" fmla="*/ 1043139 h 2529434"/>
              <a:gd name="connsiteX2-2351" fmla="*/ 1284810 w 2563018"/>
              <a:gd name="connsiteY2-2352" fmla="*/ 3028 h 2529434"/>
              <a:gd name="connsiteX3-2353" fmla="*/ 1300955 w 2563018"/>
              <a:gd name="connsiteY3-2354" fmla="*/ 3064 h 2529434"/>
              <a:gd name="connsiteX4-2355" fmla="*/ 2558568 w 2563018"/>
              <a:gd name="connsiteY4-2356" fmla="*/ 1043175 h 2529434"/>
              <a:gd name="connsiteX5-2357" fmla="*/ 2562377 w 2563018"/>
              <a:gd name="connsiteY5-2358" fmla="*/ 1057231 h 2529434"/>
              <a:gd name="connsiteX6-2359" fmla="*/ 2550427 w 2563018"/>
              <a:gd name="connsiteY6-2360" fmla="*/ 1065631 h 2529434"/>
              <a:gd name="connsiteX7-2361" fmla="*/ 1939290 w 2563018"/>
              <a:gd name="connsiteY7-2362" fmla="*/ 1065632 h 2529434"/>
              <a:gd name="connsiteX8-2363" fmla="*/ 1939290 w 2563018"/>
              <a:gd name="connsiteY8-2364" fmla="*/ 1065632 h 2529434"/>
              <a:gd name="connsiteX9-2365" fmla="*/ 1939290 w 2563018"/>
              <a:gd name="connsiteY9-2366" fmla="*/ 2529434 h 2529434"/>
              <a:gd name="connsiteX10-2367" fmla="*/ 1939290 w 2563018"/>
              <a:gd name="connsiteY10-2368" fmla="*/ 2529385 h 2529434"/>
              <a:gd name="connsiteX11-2369" fmla="*/ 646430 w 2563018"/>
              <a:gd name="connsiteY11-2370" fmla="*/ 2529385 h 2529434"/>
              <a:gd name="connsiteX12-2371" fmla="*/ 646430 w 2563018"/>
              <a:gd name="connsiteY12-2372" fmla="*/ 2529385 h 2529434"/>
              <a:gd name="connsiteX13-2373" fmla="*/ 646430 w 2563018"/>
              <a:gd name="connsiteY13-2374" fmla="*/ 1065583 h 2529434"/>
              <a:gd name="connsiteX14-2375" fmla="*/ 646430 w 2563018"/>
              <a:gd name="connsiteY14-2376" fmla="*/ 1065632 h 2529434"/>
              <a:gd name="connsiteX15-2377" fmla="*/ 0 w 2563018"/>
              <a:gd name="connsiteY15-2378" fmla="*/ 1065632 h 2529434"/>
              <a:gd name="connsiteX16-2379" fmla="*/ 23342 w 2563018"/>
              <a:gd name="connsiteY16-2380" fmla="*/ 1057227 h 2529434"/>
              <a:gd name="connsiteX0-2381" fmla="*/ 23342 w 2563018"/>
              <a:gd name="connsiteY0-2382" fmla="*/ 1057227 h 2529434"/>
              <a:gd name="connsiteX1-2383" fmla="*/ 27197 w 2563018"/>
              <a:gd name="connsiteY1-2384" fmla="*/ 1043139 h 2529434"/>
              <a:gd name="connsiteX2-2385" fmla="*/ 1284810 w 2563018"/>
              <a:gd name="connsiteY2-2386" fmla="*/ 3028 h 2529434"/>
              <a:gd name="connsiteX3-2387" fmla="*/ 1300955 w 2563018"/>
              <a:gd name="connsiteY3-2388" fmla="*/ 3064 h 2529434"/>
              <a:gd name="connsiteX4-2389" fmla="*/ 2558568 w 2563018"/>
              <a:gd name="connsiteY4-2390" fmla="*/ 1043175 h 2529434"/>
              <a:gd name="connsiteX5-2391" fmla="*/ 2562377 w 2563018"/>
              <a:gd name="connsiteY5-2392" fmla="*/ 1057231 h 2529434"/>
              <a:gd name="connsiteX6-2393" fmla="*/ 2550427 w 2563018"/>
              <a:gd name="connsiteY6-2394" fmla="*/ 1065631 h 2529434"/>
              <a:gd name="connsiteX7-2395" fmla="*/ 1939290 w 2563018"/>
              <a:gd name="connsiteY7-2396" fmla="*/ 1065632 h 2529434"/>
              <a:gd name="connsiteX8-2397" fmla="*/ 1939290 w 2563018"/>
              <a:gd name="connsiteY8-2398" fmla="*/ 1065632 h 2529434"/>
              <a:gd name="connsiteX9-2399" fmla="*/ 1939290 w 2563018"/>
              <a:gd name="connsiteY9-2400" fmla="*/ 2529434 h 2529434"/>
              <a:gd name="connsiteX10-2401" fmla="*/ 1939290 w 2563018"/>
              <a:gd name="connsiteY10-2402" fmla="*/ 2529385 h 2529434"/>
              <a:gd name="connsiteX11-2403" fmla="*/ 646430 w 2563018"/>
              <a:gd name="connsiteY11-2404" fmla="*/ 2529385 h 2529434"/>
              <a:gd name="connsiteX12-2405" fmla="*/ 646430 w 2563018"/>
              <a:gd name="connsiteY12-2406" fmla="*/ 2529385 h 2529434"/>
              <a:gd name="connsiteX13-2407" fmla="*/ 646430 w 2563018"/>
              <a:gd name="connsiteY13-2408" fmla="*/ 1065583 h 2529434"/>
              <a:gd name="connsiteX14-2409" fmla="*/ 646430 w 2563018"/>
              <a:gd name="connsiteY14-2410" fmla="*/ 1065632 h 2529434"/>
              <a:gd name="connsiteX15-2411" fmla="*/ 0 w 2563018"/>
              <a:gd name="connsiteY15-2412" fmla="*/ 1065632 h 2529434"/>
              <a:gd name="connsiteX16-2413" fmla="*/ 23342 w 2563018"/>
              <a:gd name="connsiteY16-2414" fmla="*/ 1057227 h 2529434"/>
              <a:gd name="connsiteX0-2415" fmla="*/ 23342 w 2563018"/>
              <a:gd name="connsiteY0-2416" fmla="*/ 1057227 h 2529434"/>
              <a:gd name="connsiteX1-2417" fmla="*/ 27197 w 2563018"/>
              <a:gd name="connsiteY1-2418" fmla="*/ 1043139 h 2529434"/>
              <a:gd name="connsiteX2-2419" fmla="*/ 1284810 w 2563018"/>
              <a:gd name="connsiteY2-2420" fmla="*/ 3028 h 2529434"/>
              <a:gd name="connsiteX3-2421" fmla="*/ 1300955 w 2563018"/>
              <a:gd name="connsiteY3-2422" fmla="*/ 3064 h 2529434"/>
              <a:gd name="connsiteX4-2423" fmla="*/ 2558568 w 2563018"/>
              <a:gd name="connsiteY4-2424" fmla="*/ 1043175 h 2529434"/>
              <a:gd name="connsiteX5-2425" fmla="*/ 2562377 w 2563018"/>
              <a:gd name="connsiteY5-2426" fmla="*/ 1057231 h 2529434"/>
              <a:gd name="connsiteX6-2427" fmla="*/ 2550427 w 2563018"/>
              <a:gd name="connsiteY6-2428" fmla="*/ 1065631 h 2529434"/>
              <a:gd name="connsiteX7-2429" fmla="*/ 1951990 w 2563018"/>
              <a:gd name="connsiteY7-2430" fmla="*/ 1065631 h 2529434"/>
              <a:gd name="connsiteX8-2431" fmla="*/ 1939290 w 2563018"/>
              <a:gd name="connsiteY8-2432" fmla="*/ 1065632 h 2529434"/>
              <a:gd name="connsiteX9-2433" fmla="*/ 1939290 w 2563018"/>
              <a:gd name="connsiteY9-2434" fmla="*/ 2529434 h 2529434"/>
              <a:gd name="connsiteX10-2435" fmla="*/ 1939290 w 2563018"/>
              <a:gd name="connsiteY10-2436" fmla="*/ 2529385 h 2529434"/>
              <a:gd name="connsiteX11-2437" fmla="*/ 646430 w 2563018"/>
              <a:gd name="connsiteY11-2438" fmla="*/ 2529385 h 2529434"/>
              <a:gd name="connsiteX12-2439" fmla="*/ 646430 w 2563018"/>
              <a:gd name="connsiteY12-2440" fmla="*/ 2529385 h 2529434"/>
              <a:gd name="connsiteX13-2441" fmla="*/ 646430 w 2563018"/>
              <a:gd name="connsiteY13-2442" fmla="*/ 1065583 h 2529434"/>
              <a:gd name="connsiteX14-2443" fmla="*/ 646430 w 2563018"/>
              <a:gd name="connsiteY14-2444" fmla="*/ 1065632 h 2529434"/>
              <a:gd name="connsiteX15-2445" fmla="*/ 0 w 2563018"/>
              <a:gd name="connsiteY15-2446" fmla="*/ 1065632 h 2529434"/>
              <a:gd name="connsiteX16-2447" fmla="*/ 23342 w 2563018"/>
              <a:gd name="connsiteY16-2448" fmla="*/ 1057227 h 2529434"/>
              <a:gd name="connsiteX0-2449" fmla="*/ 23342 w 2563018"/>
              <a:gd name="connsiteY0-2450" fmla="*/ 1057227 h 2529434"/>
              <a:gd name="connsiteX1-2451" fmla="*/ 27197 w 2563018"/>
              <a:gd name="connsiteY1-2452" fmla="*/ 1043139 h 2529434"/>
              <a:gd name="connsiteX2-2453" fmla="*/ 1284810 w 2563018"/>
              <a:gd name="connsiteY2-2454" fmla="*/ 3028 h 2529434"/>
              <a:gd name="connsiteX3-2455" fmla="*/ 1300955 w 2563018"/>
              <a:gd name="connsiteY3-2456" fmla="*/ 3064 h 2529434"/>
              <a:gd name="connsiteX4-2457" fmla="*/ 2558568 w 2563018"/>
              <a:gd name="connsiteY4-2458" fmla="*/ 1043175 h 2529434"/>
              <a:gd name="connsiteX5-2459" fmla="*/ 2562377 w 2563018"/>
              <a:gd name="connsiteY5-2460" fmla="*/ 1057231 h 2529434"/>
              <a:gd name="connsiteX6-2461" fmla="*/ 2550427 w 2563018"/>
              <a:gd name="connsiteY6-2462" fmla="*/ 1065631 h 2529434"/>
              <a:gd name="connsiteX7-2463" fmla="*/ 1951990 w 2563018"/>
              <a:gd name="connsiteY7-2464" fmla="*/ 1065631 h 2529434"/>
              <a:gd name="connsiteX8-2465" fmla="*/ 1939290 w 2563018"/>
              <a:gd name="connsiteY8-2466" fmla="*/ 1065632 h 2529434"/>
              <a:gd name="connsiteX9-2467" fmla="*/ 1939290 w 2563018"/>
              <a:gd name="connsiteY9-2468" fmla="*/ 2529434 h 2529434"/>
              <a:gd name="connsiteX10-2469" fmla="*/ 1939290 w 2563018"/>
              <a:gd name="connsiteY10-2470" fmla="*/ 2529385 h 2529434"/>
              <a:gd name="connsiteX11-2471" fmla="*/ 646430 w 2563018"/>
              <a:gd name="connsiteY11-2472" fmla="*/ 2529385 h 2529434"/>
              <a:gd name="connsiteX12-2473" fmla="*/ 646430 w 2563018"/>
              <a:gd name="connsiteY12-2474" fmla="*/ 2529385 h 2529434"/>
              <a:gd name="connsiteX13-2475" fmla="*/ 646430 w 2563018"/>
              <a:gd name="connsiteY13-2476" fmla="*/ 1065583 h 2529434"/>
              <a:gd name="connsiteX14-2477" fmla="*/ 646430 w 2563018"/>
              <a:gd name="connsiteY14-2478" fmla="*/ 1065632 h 2529434"/>
              <a:gd name="connsiteX15-2479" fmla="*/ 0 w 2563018"/>
              <a:gd name="connsiteY15-2480" fmla="*/ 1065632 h 2529434"/>
              <a:gd name="connsiteX16-2481" fmla="*/ 23342 w 2563018"/>
              <a:gd name="connsiteY16-2482" fmla="*/ 1057227 h 2529434"/>
              <a:gd name="connsiteX0-2483" fmla="*/ 23342 w 2563018"/>
              <a:gd name="connsiteY0-2484" fmla="*/ 1057227 h 2529434"/>
              <a:gd name="connsiteX1-2485" fmla="*/ 27197 w 2563018"/>
              <a:gd name="connsiteY1-2486" fmla="*/ 1043139 h 2529434"/>
              <a:gd name="connsiteX2-2487" fmla="*/ 1284810 w 2563018"/>
              <a:gd name="connsiteY2-2488" fmla="*/ 3028 h 2529434"/>
              <a:gd name="connsiteX3-2489" fmla="*/ 1300955 w 2563018"/>
              <a:gd name="connsiteY3-2490" fmla="*/ 3064 h 2529434"/>
              <a:gd name="connsiteX4-2491" fmla="*/ 2558568 w 2563018"/>
              <a:gd name="connsiteY4-2492" fmla="*/ 1043175 h 2529434"/>
              <a:gd name="connsiteX5-2493" fmla="*/ 2562377 w 2563018"/>
              <a:gd name="connsiteY5-2494" fmla="*/ 1057231 h 2529434"/>
              <a:gd name="connsiteX6-2495" fmla="*/ 2550427 w 2563018"/>
              <a:gd name="connsiteY6-2496" fmla="*/ 1065631 h 2529434"/>
              <a:gd name="connsiteX7-2497" fmla="*/ 1951990 w 2563018"/>
              <a:gd name="connsiteY7-2498" fmla="*/ 1065631 h 2529434"/>
              <a:gd name="connsiteX8-2499" fmla="*/ 1939290 w 2563018"/>
              <a:gd name="connsiteY8-2500" fmla="*/ 1065632 h 2529434"/>
              <a:gd name="connsiteX9-2501" fmla="*/ 1939290 w 2563018"/>
              <a:gd name="connsiteY9-2502" fmla="*/ 2529434 h 2529434"/>
              <a:gd name="connsiteX10-2503" fmla="*/ 1939290 w 2563018"/>
              <a:gd name="connsiteY10-2504" fmla="*/ 2529385 h 2529434"/>
              <a:gd name="connsiteX11-2505" fmla="*/ 646430 w 2563018"/>
              <a:gd name="connsiteY11-2506" fmla="*/ 2529385 h 2529434"/>
              <a:gd name="connsiteX12-2507" fmla="*/ 646430 w 2563018"/>
              <a:gd name="connsiteY12-2508" fmla="*/ 2529385 h 2529434"/>
              <a:gd name="connsiteX13-2509" fmla="*/ 646430 w 2563018"/>
              <a:gd name="connsiteY13-2510" fmla="*/ 1065583 h 2529434"/>
              <a:gd name="connsiteX14-2511" fmla="*/ 646430 w 2563018"/>
              <a:gd name="connsiteY14-2512" fmla="*/ 1065632 h 2529434"/>
              <a:gd name="connsiteX15-2513" fmla="*/ 0 w 2563018"/>
              <a:gd name="connsiteY15-2514" fmla="*/ 1065632 h 2529434"/>
              <a:gd name="connsiteX16-2515" fmla="*/ 23342 w 2563018"/>
              <a:gd name="connsiteY16-2516" fmla="*/ 1057227 h 2529434"/>
              <a:gd name="connsiteX0-2517" fmla="*/ 23342 w 2563018"/>
              <a:gd name="connsiteY0-2518" fmla="*/ 1057227 h 2529434"/>
              <a:gd name="connsiteX1-2519" fmla="*/ 27197 w 2563018"/>
              <a:gd name="connsiteY1-2520" fmla="*/ 1043139 h 2529434"/>
              <a:gd name="connsiteX2-2521" fmla="*/ 1284810 w 2563018"/>
              <a:gd name="connsiteY2-2522" fmla="*/ 3028 h 2529434"/>
              <a:gd name="connsiteX3-2523" fmla="*/ 1300955 w 2563018"/>
              <a:gd name="connsiteY3-2524" fmla="*/ 3064 h 2529434"/>
              <a:gd name="connsiteX4-2525" fmla="*/ 2558568 w 2563018"/>
              <a:gd name="connsiteY4-2526" fmla="*/ 1043175 h 2529434"/>
              <a:gd name="connsiteX5-2527" fmla="*/ 2562377 w 2563018"/>
              <a:gd name="connsiteY5-2528" fmla="*/ 1057231 h 2529434"/>
              <a:gd name="connsiteX6-2529" fmla="*/ 2550427 w 2563018"/>
              <a:gd name="connsiteY6-2530" fmla="*/ 1065631 h 2529434"/>
              <a:gd name="connsiteX7-2531" fmla="*/ 1951990 w 2563018"/>
              <a:gd name="connsiteY7-2532" fmla="*/ 1065631 h 2529434"/>
              <a:gd name="connsiteX8-2533" fmla="*/ 1939290 w 2563018"/>
              <a:gd name="connsiteY8-2534" fmla="*/ 1078331 h 2529434"/>
              <a:gd name="connsiteX9-2535" fmla="*/ 1939290 w 2563018"/>
              <a:gd name="connsiteY9-2536" fmla="*/ 2529434 h 2529434"/>
              <a:gd name="connsiteX10-2537" fmla="*/ 1939290 w 2563018"/>
              <a:gd name="connsiteY10-2538" fmla="*/ 2529385 h 2529434"/>
              <a:gd name="connsiteX11-2539" fmla="*/ 646430 w 2563018"/>
              <a:gd name="connsiteY11-2540" fmla="*/ 2529385 h 2529434"/>
              <a:gd name="connsiteX12-2541" fmla="*/ 646430 w 2563018"/>
              <a:gd name="connsiteY12-2542" fmla="*/ 2529385 h 2529434"/>
              <a:gd name="connsiteX13-2543" fmla="*/ 646430 w 2563018"/>
              <a:gd name="connsiteY13-2544" fmla="*/ 1065583 h 2529434"/>
              <a:gd name="connsiteX14-2545" fmla="*/ 646430 w 2563018"/>
              <a:gd name="connsiteY14-2546" fmla="*/ 1065632 h 2529434"/>
              <a:gd name="connsiteX15-2547" fmla="*/ 0 w 2563018"/>
              <a:gd name="connsiteY15-2548" fmla="*/ 1065632 h 2529434"/>
              <a:gd name="connsiteX16-2549" fmla="*/ 23342 w 2563018"/>
              <a:gd name="connsiteY16-2550" fmla="*/ 1057227 h 2529434"/>
              <a:gd name="connsiteX0-2551" fmla="*/ 23342 w 2563018"/>
              <a:gd name="connsiteY0-2552" fmla="*/ 1057227 h 2529434"/>
              <a:gd name="connsiteX1-2553" fmla="*/ 27197 w 2563018"/>
              <a:gd name="connsiteY1-2554" fmla="*/ 1043139 h 2529434"/>
              <a:gd name="connsiteX2-2555" fmla="*/ 1284810 w 2563018"/>
              <a:gd name="connsiteY2-2556" fmla="*/ 3028 h 2529434"/>
              <a:gd name="connsiteX3-2557" fmla="*/ 1300955 w 2563018"/>
              <a:gd name="connsiteY3-2558" fmla="*/ 3064 h 2529434"/>
              <a:gd name="connsiteX4-2559" fmla="*/ 2558568 w 2563018"/>
              <a:gd name="connsiteY4-2560" fmla="*/ 1043175 h 2529434"/>
              <a:gd name="connsiteX5-2561" fmla="*/ 2562377 w 2563018"/>
              <a:gd name="connsiteY5-2562" fmla="*/ 1057231 h 2529434"/>
              <a:gd name="connsiteX6-2563" fmla="*/ 2550427 w 2563018"/>
              <a:gd name="connsiteY6-2564" fmla="*/ 1065631 h 2529434"/>
              <a:gd name="connsiteX7-2565" fmla="*/ 1951990 w 2563018"/>
              <a:gd name="connsiteY7-2566" fmla="*/ 1065631 h 2529434"/>
              <a:gd name="connsiteX8-2567" fmla="*/ 1939290 w 2563018"/>
              <a:gd name="connsiteY8-2568" fmla="*/ 1078331 h 2529434"/>
              <a:gd name="connsiteX9-2569" fmla="*/ 1939290 w 2563018"/>
              <a:gd name="connsiteY9-2570" fmla="*/ 2529434 h 2529434"/>
              <a:gd name="connsiteX10-2571" fmla="*/ 1939290 w 2563018"/>
              <a:gd name="connsiteY10-2572" fmla="*/ 2529385 h 2529434"/>
              <a:gd name="connsiteX11-2573" fmla="*/ 646430 w 2563018"/>
              <a:gd name="connsiteY11-2574" fmla="*/ 2529385 h 2529434"/>
              <a:gd name="connsiteX12-2575" fmla="*/ 646430 w 2563018"/>
              <a:gd name="connsiteY12-2576" fmla="*/ 2529385 h 2529434"/>
              <a:gd name="connsiteX13-2577" fmla="*/ 646430 w 2563018"/>
              <a:gd name="connsiteY13-2578" fmla="*/ 1065583 h 2529434"/>
              <a:gd name="connsiteX14-2579" fmla="*/ 646430 w 2563018"/>
              <a:gd name="connsiteY14-2580" fmla="*/ 1065632 h 2529434"/>
              <a:gd name="connsiteX15-2581" fmla="*/ 0 w 2563018"/>
              <a:gd name="connsiteY15-2582" fmla="*/ 1065632 h 2529434"/>
              <a:gd name="connsiteX16-2583" fmla="*/ 23342 w 2563018"/>
              <a:gd name="connsiteY16-2584" fmla="*/ 1057227 h 2529434"/>
              <a:gd name="connsiteX0-2585" fmla="*/ 23342 w 2563018"/>
              <a:gd name="connsiteY0-2586" fmla="*/ 1057227 h 2529434"/>
              <a:gd name="connsiteX1-2587" fmla="*/ 27197 w 2563018"/>
              <a:gd name="connsiteY1-2588" fmla="*/ 1043139 h 2529434"/>
              <a:gd name="connsiteX2-2589" fmla="*/ 1284810 w 2563018"/>
              <a:gd name="connsiteY2-2590" fmla="*/ 3028 h 2529434"/>
              <a:gd name="connsiteX3-2591" fmla="*/ 1300955 w 2563018"/>
              <a:gd name="connsiteY3-2592" fmla="*/ 3064 h 2529434"/>
              <a:gd name="connsiteX4-2593" fmla="*/ 2558568 w 2563018"/>
              <a:gd name="connsiteY4-2594" fmla="*/ 1043175 h 2529434"/>
              <a:gd name="connsiteX5-2595" fmla="*/ 2562377 w 2563018"/>
              <a:gd name="connsiteY5-2596" fmla="*/ 1057231 h 2529434"/>
              <a:gd name="connsiteX6-2597" fmla="*/ 2550427 w 2563018"/>
              <a:gd name="connsiteY6-2598" fmla="*/ 1065631 h 2529434"/>
              <a:gd name="connsiteX7-2599" fmla="*/ 1951990 w 2563018"/>
              <a:gd name="connsiteY7-2600" fmla="*/ 1065631 h 2529434"/>
              <a:gd name="connsiteX8-2601" fmla="*/ 1939290 w 2563018"/>
              <a:gd name="connsiteY8-2602" fmla="*/ 1078331 h 2529434"/>
              <a:gd name="connsiteX9-2603" fmla="*/ 1939290 w 2563018"/>
              <a:gd name="connsiteY9-2604" fmla="*/ 2529434 h 2529434"/>
              <a:gd name="connsiteX10-2605" fmla="*/ 1939290 w 2563018"/>
              <a:gd name="connsiteY10-2606" fmla="*/ 2529385 h 2529434"/>
              <a:gd name="connsiteX11-2607" fmla="*/ 646430 w 2563018"/>
              <a:gd name="connsiteY11-2608" fmla="*/ 2529385 h 2529434"/>
              <a:gd name="connsiteX12-2609" fmla="*/ 646430 w 2563018"/>
              <a:gd name="connsiteY12-2610" fmla="*/ 2529385 h 2529434"/>
              <a:gd name="connsiteX13-2611" fmla="*/ 646430 w 2563018"/>
              <a:gd name="connsiteY13-2612" fmla="*/ 1065583 h 2529434"/>
              <a:gd name="connsiteX14-2613" fmla="*/ 646430 w 2563018"/>
              <a:gd name="connsiteY14-2614" fmla="*/ 1065632 h 2529434"/>
              <a:gd name="connsiteX15-2615" fmla="*/ 0 w 2563018"/>
              <a:gd name="connsiteY15-2616" fmla="*/ 1065632 h 2529434"/>
              <a:gd name="connsiteX16-2617" fmla="*/ 23342 w 2563018"/>
              <a:gd name="connsiteY16-2618" fmla="*/ 1057227 h 2529434"/>
              <a:gd name="connsiteX0-2619" fmla="*/ 23342 w 2563018"/>
              <a:gd name="connsiteY0-2620" fmla="*/ 1057227 h 2529385"/>
              <a:gd name="connsiteX1-2621" fmla="*/ 27197 w 2563018"/>
              <a:gd name="connsiteY1-2622" fmla="*/ 1043139 h 2529385"/>
              <a:gd name="connsiteX2-2623" fmla="*/ 1284810 w 2563018"/>
              <a:gd name="connsiteY2-2624" fmla="*/ 3028 h 2529385"/>
              <a:gd name="connsiteX3-2625" fmla="*/ 1300955 w 2563018"/>
              <a:gd name="connsiteY3-2626" fmla="*/ 3064 h 2529385"/>
              <a:gd name="connsiteX4-2627" fmla="*/ 2558568 w 2563018"/>
              <a:gd name="connsiteY4-2628" fmla="*/ 1043175 h 2529385"/>
              <a:gd name="connsiteX5-2629" fmla="*/ 2562377 w 2563018"/>
              <a:gd name="connsiteY5-2630" fmla="*/ 1057231 h 2529385"/>
              <a:gd name="connsiteX6-2631" fmla="*/ 2550427 w 2563018"/>
              <a:gd name="connsiteY6-2632" fmla="*/ 1065631 h 2529385"/>
              <a:gd name="connsiteX7-2633" fmla="*/ 1951990 w 2563018"/>
              <a:gd name="connsiteY7-2634" fmla="*/ 1065631 h 2529385"/>
              <a:gd name="connsiteX8-2635" fmla="*/ 1939290 w 2563018"/>
              <a:gd name="connsiteY8-2636" fmla="*/ 1078331 h 2529385"/>
              <a:gd name="connsiteX9-2637" fmla="*/ 1939290 w 2563018"/>
              <a:gd name="connsiteY9-2638" fmla="*/ 2516733 h 2529385"/>
              <a:gd name="connsiteX10-2639" fmla="*/ 1939290 w 2563018"/>
              <a:gd name="connsiteY10-2640" fmla="*/ 2529385 h 2529385"/>
              <a:gd name="connsiteX11-2641" fmla="*/ 646430 w 2563018"/>
              <a:gd name="connsiteY11-2642" fmla="*/ 2529385 h 2529385"/>
              <a:gd name="connsiteX12-2643" fmla="*/ 646430 w 2563018"/>
              <a:gd name="connsiteY12-2644" fmla="*/ 2529385 h 2529385"/>
              <a:gd name="connsiteX13-2645" fmla="*/ 646430 w 2563018"/>
              <a:gd name="connsiteY13-2646" fmla="*/ 1065583 h 2529385"/>
              <a:gd name="connsiteX14-2647" fmla="*/ 646430 w 2563018"/>
              <a:gd name="connsiteY14-2648" fmla="*/ 1065632 h 2529385"/>
              <a:gd name="connsiteX15-2649" fmla="*/ 0 w 2563018"/>
              <a:gd name="connsiteY15-2650" fmla="*/ 1065632 h 2529385"/>
              <a:gd name="connsiteX16-2651" fmla="*/ 23342 w 2563018"/>
              <a:gd name="connsiteY16-2652" fmla="*/ 1057227 h 2529385"/>
              <a:gd name="connsiteX0-2653" fmla="*/ 23342 w 2563018"/>
              <a:gd name="connsiteY0-2654" fmla="*/ 1057227 h 2529385"/>
              <a:gd name="connsiteX1-2655" fmla="*/ 27197 w 2563018"/>
              <a:gd name="connsiteY1-2656" fmla="*/ 1043139 h 2529385"/>
              <a:gd name="connsiteX2-2657" fmla="*/ 1284810 w 2563018"/>
              <a:gd name="connsiteY2-2658" fmla="*/ 3028 h 2529385"/>
              <a:gd name="connsiteX3-2659" fmla="*/ 1300955 w 2563018"/>
              <a:gd name="connsiteY3-2660" fmla="*/ 3064 h 2529385"/>
              <a:gd name="connsiteX4-2661" fmla="*/ 2558568 w 2563018"/>
              <a:gd name="connsiteY4-2662" fmla="*/ 1043175 h 2529385"/>
              <a:gd name="connsiteX5-2663" fmla="*/ 2562377 w 2563018"/>
              <a:gd name="connsiteY5-2664" fmla="*/ 1057231 h 2529385"/>
              <a:gd name="connsiteX6-2665" fmla="*/ 2550427 w 2563018"/>
              <a:gd name="connsiteY6-2666" fmla="*/ 1065631 h 2529385"/>
              <a:gd name="connsiteX7-2667" fmla="*/ 1951990 w 2563018"/>
              <a:gd name="connsiteY7-2668" fmla="*/ 1065631 h 2529385"/>
              <a:gd name="connsiteX8-2669" fmla="*/ 1939290 w 2563018"/>
              <a:gd name="connsiteY8-2670" fmla="*/ 1078331 h 2529385"/>
              <a:gd name="connsiteX9-2671" fmla="*/ 1939290 w 2563018"/>
              <a:gd name="connsiteY9-2672" fmla="*/ 2516733 h 2529385"/>
              <a:gd name="connsiteX10-2673" fmla="*/ 1939290 w 2563018"/>
              <a:gd name="connsiteY10-2674" fmla="*/ 2529385 h 2529385"/>
              <a:gd name="connsiteX11-2675" fmla="*/ 646430 w 2563018"/>
              <a:gd name="connsiteY11-2676" fmla="*/ 2529385 h 2529385"/>
              <a:gd name="connsiteX12-2677" fmla="*/ 646430 w 2563018"/>
              <a:gd name="connsiteY12-2678" fmla="*/ 2529385 h 2529385"/>
              <a:gd name="connsiteX13-2679" fmla="*/ 646430 w 2563018"/>
              <a:gd name="connsiteY13-2680" fmla="*/ 1065583 h 2529385"/>
              <a:gd name="connsiteX14-2681" fmla="*/ 646430 w 2563018"/>
              <a:gd name="connsiteY14-2682" fmla="*/ 1065632 h 2529385"/>
              <a:gd name="connsiteX15-2683" fmla="*/ 0 w 2563018"/>
              <a:gd name="connsiteY15-2684" fmla="*/ 1065632 h 2529385"/>
              <a:gd name="connsiteX16-2685" fmla="*/ 23342 w 2563018"/>
              <a:gd name="connsiteY16-2686" fmla="*/ 1057227 h 2529385"/>
              <a:gd name="connsiteX0-2687" fmla="*/ 23342 w 2563018"/>
              <a:gd name="connsiteY0-2688" fmla="*/ 1057227 h 2529385"/>
              <a:gd name="connsiteX1-2689" fmla="*/ 27197 w 2563018"/>
              <a:gd name="connsiteY1-2690" fmla="*/ 1043139 h 2529385"/>
              <a:gd name="connsiteX2-2691" fmla="*/ 1284810 w 2563018"/>
              <a:gd name="connsiteY2-2692" fmla="*/ 3028 h 2529385"/>
              <a:gd name="connsiteX3-2693" fmla="*/ 1300955 w 2563018"/>
              <a:gd name="connsiteY3-2694" fmla="*/ 3064 h 2529385"/>
              <a:gd name="connsiteX4-2695" fmla="*/ 2558568 w 2563018"/>
              <a:gd name="connsiteY4-2696" fmla="*/ 1043175 h 2529385"/>
              <a:gd name="connsiteX5-2697" fmla="*/ 2562377 w 2563018"/>
              <a:gd name="connsiteY5-2698" fmla="*/ 1057231 h 2529385"/>
              <a:gd name="connsiteX6-2699" fmla="*/ 2550427 w 2563018"/>
              <a:gd name="connsiteY6-2700" fmla="*/ 1065631 h 2529385"/>
              <a:gd name="connsiteX7-2701" fmla="*/ 1951990 w 2563018"/>
              <a:gd name="connsiteY7-2702" fmla="*/ 1065631 h 2529385"/>
              <a:gd name="connsiteX8-2703" fmla="*/ 1939290 w 2563018"/>
              <a:gd name="connsiteY8-2704" fmla="*/ 1078331 h 2529385"/>
              <a:gd name="connsiteX9-2705" fmla="*/ 1939290 w 2563018"/>
              <a:gd name="connsiteY9-2706" fmla="*/ 2516733 h 2529385"/>
              <a:gd name="connsiteX10-2707" fmla="*/ 1939290 w 2563018"/>
              <a:gd name="connsiteY10-2708" fmla="*/ 2529385 h 2529385"/>
              <a:gd name="connsiteX11-2709" fmla="*/ 646430 w 2563018"/>
              <a:gd name="connsiteY11-2710" fmla="*/ 2529385 h 2529385"/>
              <a:gd name="connsiteX12-2711" fmla="*/ 646430 w 2563018"/>
              <a:gd name="connsiteY12-2712" fmla="*/ 2529385 h 2529385"/>
              <a:gd name="connsiteX13-2713" fmla="*/ 646430 w 2563018"/>
              <a:gd name="connsiteY13-2714" fmla="*/ 1065583 h 2529385"/>
              <a:gd name="connsiteX14-2715" fmla="*/ 646430 w 2563018"/>
              <a:gd name="connsiteY14-2716" fmla="*/ 1065632 h 2529385"/>
              <a:gd name="connsiteX15-2717" fmla="*/ 0 w 2563018"/>
              <a:gd name="connsiteY15-2718" fmla="*/ 1065632 h 2529385"/>
              <a:gd name="connsiteX16-2719" fmla="*/ 23342 w 2563018"/>
              <a:gd name="connsiteY16-2720" fmla="*/ 1057227 h 2529385"/>
              <a:gd name="connsiteX0-2721" fmla="*/ 23342 w 2563018"/>
              <a:gd name="connsiteY0-2722" fmla="*/ 1057227 h 2529385"/>
              <a:gd name="connsiteX1-2723" fmla="*/ 27197 w 2563018"/>
              <a:gd name="connsiteY1-2724" fmla="*/ 1043139 h 2529385"/>
              <a:gd name="connsiteX2-2725" fmla="*/ 1284810 w 2563018"/>
              <a:gd name="connsiteY2-2726" fmla="*/ 3028 h 2529385"/>
              <a:gd name="connsiteX3-2727" fmla="*/ 1300955 w 2563018"/>
              <a:gd name="connsiteY3-2728" fmla="*/ 3064 h 2529385"/>
              <a:gd name="connsiteX4-2729" fmla="*/ 2558568 w 2563018"/>
              <a:gd name="connsiteY4-2730" fmla="*/ 1043175 h 2529385"/>
              <a:gd name="connsiteX5-2731" fmla="*/ 2562377 w 2563018"/>
              <a:gd name="connsiteY5-2732" fmla="*/ 1057231 h 2529385"/>
              <a:gd name="connsiteX6-2733" fmla="*/ 2550427 w 2563018"/>
              <a:gd name="connsiteY6-2734" fmla="*/ 1065631 h 2529385"/>
              <a:gd name="connsiteX7-2735" fmla="*/ 1951990 w 2563018"/>
              <a:gd name="connsiteY7-2736" fmla="*/ 1065631 h 2529385"/>
              <a:gd name="connsiteX8-2737" fmla="*/ 1939290 w 2563018"/>
              <a:gd name="connsiteY8-2738" fmla="*/ 1078331 h 2529385"/>
              <a:gd name="connsiteX9-2739" fmla="*/ 1939290 w 2563018"/>
              <a:gd name="connsiteY9-2740" fmla="*/ 2516733 h 2529385"/>
              <a:gd name="connsiteX10-2741" fmla="*/ 1926590 w 2563018"/>
              <a:gd name="connsiteY10-2742" fmla="*/ 2529385 h 2529385"/>
              <a:gd name="connsiteX11-2743" fmla="*/ 646430 w 2563018"/>
              <a:gd name="connsiteY11-2744" fmla="*/ 2529385 h 2529385"/>
              <a:gd name="connsiteX12-2745" fmla="*/ 646430 w 2563018"/>
              <a:gd name="connsiteY12-2746" fmla="*/ 2529385 h 2529385"/>
              <a:gd name="connsiteX13-2747" fmla="*/ 646430 w 2563018"/>
              <a:gd name="connsiteY13-2748" fmla="*/ 1065583 h 2529385"/>
              <a:gd name="connsiteX14-2749" fmla="*/ 646430 w 2563018"/>
              <a:gd name="connsiteY14-2750" fmla="*/ 1065632 h 2529385"/>
              <a:gd name="connsiteX15-2751" fmla="*/ 0 w 2563018"/>
              <a:gd name="connsiteY15-2752" fmla="*/ 1065632 h 2529385"/>
              <a:gd name="connsiteX16-2753" fmla="*/ 23342 w 2563018"/>
              <a:gd name="connsiteY16-2754" fmla="*/ 1057227 h 2529385"/>
              <a:gd name="connsiteX0-2755" fmla="*/ 23342 w 2563018"/>
              <a:gd name="connsiteY0-2756" fmla="*/ 1057227 h 2529385"/>
              <a:gd name="connsiteX1-2757" fmla="*/ 27197 w 2563018"/>
              <a:gd name="connsiteY1-2758" fmla="*/ 1043139 h 2529385"/>
              <a:gd name="connsiteX2-2759" fmla="*/ 1284810 w 2563018"/>
              <a:gd name="connsiteY2-2760" fmla="*/ 3028 h 2529385"/>
              <a:gd name="connsiteX3-2761" fmla="*/ 1300955 w 2563018"/>
              <a:gd name="connsiteY3-2762" fmla="*/ 3064 h 2529385"/>
              <a:gd name="connsiteX4-2763" fmla="*/ 2558568 w 2563018"/>
              <a:gd name="connsiteY4-2764" fmla="*/ 1043175 h 2529385"/>
              <a:gd name="connsiteX5-2765" fmla="*/ 2562377 w 2563018"/>
              <a:gd name="connsiteY5-2766" fmla="*/ 1057231 h 2529385"/>
              <a:gd name="connsiteX6-2767" fmla="*/ 2550427 w 2563018"/>
              <a:gd name="connsiteY6-2768" fmla="*/ 1065631 h 2529385"/>
              <a:gd name="connsiteX7-2769" fmla="*/ 1951990 w 2563018"/>
              <a:gd name="connsiteY7-2770" fmla="*/ 1065631 h 2529385"/>
              <a:gd name="connsiteX8-2771" fmla="*/ 1939290 w 2563018"/>
              <a:gd name="connsiteY8-2772" fmla="*/ 1078331 h 2529385"/>
              <a:gd name="connsiteX9-2773" fmla="*/ 1939290 w 2563018"/>
              <a:gd name="connsiteY9-2774" fmla="*/ 2516733 h 2529385"/>
              <a:gd name="connsiteX10-2775" fmla="*/ 1926590 w 2563018"/>
              <a:gd name="connsiteY10-2776" fmla="*/ 2529385 h 2529385"/>
              <a:gd name="connsiteX11-2777" fmla="*/ 646430 w 2563018"/>
              <a:gd name="connsiteY11-2778" fmla="*/ 2529385 h 2529385"/>
              <a:gd name="connsiteX12-2779" fmla="*/ 646430 w 2563018"/>
              <a:gd name="connsiteY12-2780" fmla="*/ 2529385 h 2529385"/>
              <a:gd name="connsiteX13-2781" fmla="*/ 646430 w 2563018"/>
              <a:gd name="connsiteY13-2782" fmla="*/ 1065583 h 2529385"/>
              <a:gd name="connsiteX14-2783" fmla="*/ 646430 w 2563018"/>
              <a:gd name="connsiteY14-2784" fmla="*/ 1065632 h 2529385"/>
              <a:gd name="connsiteX15-2785" fmla="*/ 0 w 2563018"/>
              <a:gd name="connsiteY15-2786" fmla="*/ 1065632 h 2529385"/>
              <a:gd name="connsiteX16-2787" fmla="*/ 23342 w 2563018"/>
              <a:gd name="connsiteY16-2788" fmla="*/ 1057227 h 2529385"/>
              <a:gd name="connsiteX0-2789" fmla="*/ 23342 w 2563018"/>
              <a:gd name="connsiteY0-2790" fmla="*/ 1057227 h 2529385"/>
              <a:gd name="connsiteX1-2791" fmla="*/ 27197 w 2563018"/>
              <a:gd name="connsiteY1-2792" fmla="*/ 1043139 h 2529385"/>
              <a:gd name="connsiteX2-2793" fmla="*/ 1284810 w 2563018"/>
              <a:gd name="connsiteY2-2794" fmla="*/ 3028 h 2529385"/>
              <a:gd name="connsiteX3-2795" fmla="*/ 1300955 w 2563018"/>
              <a:gd name="connsiteY3-2796" fmla="*/ 3064 h 2529385"/>
              <a:gd name="connsiteX4-2797" fmla="*/ 2558568 w 2563018"/>
              <a:gd name="connsiteY4-2798" fmla="*/ 1043175 h 2529385"/>
              <a:gd name="connsiteX5-2799" fmla="*/ 2562377 w 2563018"/>
              <a:gd name="connsiteY5-2800" fmla="*/ 1057231 h 2529385"/>
              <a:gd name="connsiteX6-2801" fmla="*/ 2550427 w 2563018"/>
              <a:gd name="connsiteY6-2802" fmla="*/ 1065631 h 2529385"/>
              <a:gd name="connsiteX7-2803" fmla="*/ 1951990 w 2563018"/>
              <a:gd name="connsiteY7-2804" fmla="*/ 1065631 h 2529385"/>
              <a:gd name="connsiteX8-2805" fmla="*/ 1939290 w 2563018"/>
              <a:gd name="connsiteY8-2806" fmla="*/ 1078331 h 2529385"/>
              <a:gd name="connsiteX9-2807" fmla="*/ 1939290 w 2563018"/>
              <a:gd name="connsiteY9-2808" fmla="*/ 2516733 h 2529385"/>
              <a:gd name="connsiteX10-2809" fmla="*/ 1926590 w 2563018"/>
              <a:gd name="connsiteY10-2810" fmla="*/ 2529385 h 2529385"/>
              <a:gd name="connsiteX11-2811" fmla="*/ 646430 w 2563018"/>
              <a:gd name="connsiteY11-2812" fmla="*/ 2529385 h 2529385"/>
              <a:gd name="connsiteX12-2813" fmla="*/ 646430 w 2563018"/>
              <a:gd name="connsiteY12-2814" fmla="*/ 2529385 h 2529385"/>
              <a:gd name="connsiteX13-2815" fmla="*/ 646430 w 2563018"/>
              <a:gd name="connsiteY13-2816" fmla="*/ 1065583 h 2529385"/>
              <a:gd name="connsiteX14-2817" fmla="*/ 646430 w 2563018"/>
              <a:gd name="connsiteY14-2818" fmla="*/ 1065632 h 2529385"/>
              <a:gd name="connsiteX15-2819" fmla="*/ 0 w 2563018"/>
              <a:gd name="connsiteY15-2820" fmla="*/ 1065632 h 2529385"/>
              <a:gd name="connsiteX16-2821" fmla="*/ 23342 w 2563018"/>
              <a:gd name="connsiteY16-2822" fmla="*/ 1057227 h 2529385"/>
              <a:gd name="connsiteX0-2823" fmla="*/ 23342 w 2563018"/>
              <a:gd name="connsiteY0-2824" fmla="*/ 1057227 h 2529385"/>
              <a:gd name="connsiteX1-2825" fmla="*/ 27197 w 2563018"/>
              <a:gd name="connsiteY1-2826" fmla="*/ 1043139 h 2529385"/>
              <a:gd name="connsiteX2-2827" fmla="*/ 1284810 w 2563018"/>
              <a:gd name="connsiteY2-2828" fmla="*/ 3028 h 2529385"/>
              <a:gd name="connsiteX3-2829" fmla="*/ 1300955 w 2563018"/>
              <a:gd name="connsiteY3-2830" fmla="*/ 3064 h 2529385"/>
              <a:gd name="connsiteX4-2831" fmla="*/ 2558568 w 2563018"/>
              <a:gd name="connsiteY4-2832" fmla="*/ 1043175 h 2529385"/>
              <a:gd name="connsiteX5-2833" fmla="*/ 2562377 w 2563018"/>
              <a:gd name="connsiteY5-2834" fmla="*/ 1057231 h 2529385"/>
              <a:gd name="connsiteX6-2835" fmla="*/ 2550427 w 2563018"/>
              <a:gd name="connsiteY6-2836" fmla="*/ 1065631 h 2529385"/>
              <a:gd name="connsiteX7-2837" fmla="*/ 1951990 w 2563018"/>
              <a:gd name="connsiteY7-2838" fmla="*/ 1065631 h 2529385"/>
              <a:gd name="connsiteX8-2839" fmla="*/ 1939290 w 2563018"/>
              <a:gd name="connsiteY8-2840" fmla="*/ 1078331 h 2529385"/>
              <a:gd name="connsiteX9-2841" fmla="*/ 1939290 w 2563018"/>
              <a:gd name="connsiteY9-2842" fmla="*/ 2516733 h 2529385"/>
              <a:gd name="connsiteX10-2843" fmla="*/ 1926590 w 2563018"/>
              <a:gd name="connsiteY10-2844" fmla="*/ 2529385 h 2529385"/>
              <a:gd name="connsiteX11-2845" fmla="*/ 659130 w 2563018"/>
              <a:gd name="connsiteY11-2846" fmla="*/ 2529385 h 2529385"/>
              <a:gd name="connsiteX12-2847" fmla="*/ 646430 w 2563018"/>
              <a:gd name="connsiteY12-2848" fmla="*/ 2529385 h 2529385"/>
              <a:gd name="connsiteX13-2849" fmla="*/ 646430 w 2563018"/>
              <a:gd name="connsiteY13-2850" fmla="*/ 1065583 h 2529385"/>
              <a:gd name="connsiteX14-2851" fmla="*/ 646430 w 2563018"/>
              <a:gd name="connsiteY14-2852" fmla="*/ 1065632 h 2529385"/>
              <a:gd name="connsiteX15-2853" fmla="*/ 0 w 2563018"/>
              <a:gd name="connsiteY15-2854" fmla="*/ 1065632 h 2529385"/>
              <a:gd name="connsiteX16-2855" fmla="*/ 23342 w 2563018"/>
              <a:gd name="connsiteY16-2856" fmla="*/ 1057227 h 2529385"/>
              <a:gd name="connsiteX0-2857" fmla="*/ 23342 w 2563018"/>
              <a:gd name="connsiteY0-2858" fmla="*/ 1057227 h 2529385"/>
              <a:gd name="connsiteX1-2859" fmla="*/ 27197 w 2563018"/>
              <a:gd name="connsiteY1-2860" fmla="*/ 1043139 h 2529385"/>
              <a:gd name="connsiteX2-2861" fmla="*/ 1284810 w 2563018"/>
              <a:gd name="connsiteY2-2862" fmla="*/ 3028 h 2529385"/>
              <a:gd name="connsiteX3-2863" fmla="*/ 1300955 w 2563018"/>
              <a:gd name="connsiteY3-2864" fmla="*/ 3064 h 2529385"/>
              <a:gd name="connsiteX4-2865" fmla="*/ 2558568 w 2563018"/>
              <a:gd name="connsiteY4-2866" fmla="*/ 1043175 h 2529385"/>
              <a:gd name="connsiteX5-2867" fmla="*/ 2562377 w 2563018"/>
              <a:gd name="connsiteY5-2868" fmla="*/ 1057231 h 2529385"/>
              <a:gd name="connsiteX6-2869" fmla="*/ 2550427 w 2563018"/>
              <a:gd name="connsiteY6-2870" fmla="*/ 1065631 h 2529385"/>
              <a:gd name="connsiteX7-2871" fmla="*/ 1951990 w 2563018"/>
              <a:gd name="connsiteY7-2872" fmla="*/ 1065631 h 2529385"/>
              <a:gd name="connsiteX8-2873" fmla="*/ 1939290 w 2563018"/>
              <a:gd name="connsiteY8-2874" fmla="*/ 1078331 h 2529385"/>
              <a:gd name="connsiteX9-2875" fmla="*/ 1939290 w 2563018"/>
              <a:gd name="connsiteY9-2876" fmla="*/ 2516733 h 2529385"/>
              <a:gd name="connsiteX10-2877" fmla="*/ 1926590 w 2563018"/>
              <a:gd name="connsiteY10-2878" fmla="*/ 2529385 h 2529385"/>
              <a:gd name="connsiteX11-2879" fmla="*/ 659130 w 2563018"/>
              <a:gd name="connsiteY11-2880" fmla="*/ 2529385 h 2529385"/>
              <a:gd name="connsiteX12-2881" fmla="*/ 646430 w 2563018"/>
              <a:gd name="connsiteY12-2882" fmla="*/ 2529385 h 2529385"/>
              <a:gd name="connsiteX13-2883" fmla="*/ 646430 w 2563018"/>
              <a:gd name="connsiteY13-2884" fmla="*/ 1065583 h 2529385"/>
              <a:gd name="connsiteX14-2885" fmla="*/ 646430 w 2563018"/>
              <a:gd name="connsiteY14-2886" fmla="*/ 1065632 h 2529385"/>
              <a:gd name="connsiteX15-2887" fmla="*/ 0 w 2563018"/>
              <a:gd name="connsiteY15-2888" fmla="*/ 1065632 h 2529385"/>
              <a:gd name="connsiteX16-2889" fmla="*/ 23342 w 2563018"/>
              <a:gd name="connsiteY16-2890" fmla="*/ 1057227 h 2529385"/>
              <a:gd name="connsiteX0-2891" fmla="*/ 23342 w 2563018"/>
              <a:gd name="connsiteY0-2892" fmla="*/ 1057227 h 2529385"/>
              <a:gd name="connsiteX1-2893" fmla="*/ 27197 w 2563018"/>
              <a:gd name="connsiteY1-2894" fmla="*/ 1043139 h 2529385"/>
              <a:gd name="connsiteX2-2895" fmla="*/ 1284810 w 2563018"/>
              <a:gd name="connsiteY2-2896" fmla="*/ 3028 h 2529385"/>
              <a:gd name="connsiteX3-2897" fmla="*/ 1300955 w 2563018"/>
              <a:gd name="connsiteY3-2898" fmla="*/ 3064 h 2529385"/>
              <a:gd name="connsiteX4-2899" fmla="*/ 2558568 w 2563018"/>
              <a:gd name="connsiteY4-2900" fmla="*/ 1043175 h 2529385"/>
              <a:gd name="connsiteX5-2901" fmla="*/ 2562377 w 2563018"/>
              <a:gd name="connsiteY5-2902" fmla="*/ 1057231 h 2529385"/>
              <a:gd name="connsiteX6-2903" fmla="*/ 2550427 w 2563018"/>
              <a:gd name="connsiteY6-2904" fmla="*/ 1065631 h 2529385"/>
              <a:gd name="connsiteX7-2905" fmla="*/ 1951990 w 2563018"/>
              <a:gd name="connsiteY7-2906" fmla="*/ 1065631 h 2529385"/>
              <a:gd name="connsiteX8-2907" fmla="*/ 1939290 w 2563018"/>
              <a:gd name="connsiteY8-2908" fmla="*/ 1078331 h 2529385"/>
              <a:gd name="connsiteX9-2909" fmla="*/ 1939290 w 2563018"/>
              <a:gd name="connsiteY9-2910" fmla="*/ 2516733 h 2529385"/>
              <a:gd name="connsiteX10-2911" fmla="*/ 1926590 w 2563018"/>
              <a:gd name="connsiteY10-2912" fmla="*/ 2529385 h 2529385"/>
              <a:gd name="connsiteX11-2913" fmla="*/ 659130 w 2563018"/>
              <a:gd name="connsiteY11-2914" fmla="*/ 2529385 h 2529385"/>
              <a:gd name="connsiteX12-2915" fmla="*/ 646430 w 2563018"/>
              <a:gd name="connsiteY12-2916" fmla="*/ 2529385 h 2529385"/>
              <a:gd name="connsiteX13-2917" fmla="*/ 646430 w 2563018"/>
              <a:gd name="connsiteY13-2918" fmla="*/ 1065583 h 2529385"/>
              <a:gd name="connsiteX14-2919" fmla="*/ 646430 w 2563018"/>
              <a:gd name="connsiteY14-2920" fmla="*/ 1065632 h 2529385"/>
              <a:gd name="connsiteX15-2921" fmla="*/ 0 w 2563018"/>
              <a:gd name="connsiteY15-2922" fmla="*/ 1065632 h 2529385"/>
              <a:gd name="connsiteX16-2923" fmla="*/ 23342 w 2563018"/>
              <a:gd name="connsiteY16-2924" fmla="*/ 1057227 h 2529385"/>
              <a:gd name="connsiteX0-2925" fmla="*/ 23342 w 2563018"/>
              <a:gd name="connsiteY0-2926" fmla="*/ 1057227 h 2529385"/>
              <a:gd name="connsiteX1-2927" fmla="*/ 27197 w 2563018"/>
              <a:gd name="connsiteY1-2928" fmla="*/ 1043139 h 2529385"/>
              <a:gd name="connsiteX2-2929" fmla="*/ 1284810 w 2563018"/>
              <a:gd name="connsiteY2-2930" fmla="*/ 3028 h 2529385"/>
              <a:gd name="connsiteX3-2931" fmla="*/ 1300955 w 2563018"/>
              <a:gd name="connsiteY3-2932" fmla="*/ 3064 h 2529385"/>
              <a:gd name="connsiteX4-2933" fmla="*/ 2558568 w 2563018"/>
              <a:gd name="connsiteY4-2934" fmla="*/ 1043175 h 2529385"/>
              <a:gd name="connsiteX5-2935" fmla="*/ 2562377 w 2563018"/>
              <a:gd name="connsiteY5-2936" fmla="*/ 1057231 h 2529385"/>
              <a:gd name="connsiteX6-2937" fmla="*/ 2550427 w 2563018"/>
              <a:gd name="connsiteY6-2938" fmla="*/ 1065631 h 2529385"/>
              <a:gd name="connsiteX7-2939" fmla="*/ 1951990 w 2563018"/>
              <a:gd name="connsiteY7-2940" fmla="*/ 1065631 h 2529385"/>
              <a:gd name="connsiteX8-2941" fmla="*/ 1939290 w 2563018"/>
              <a:gd name="connsiteY8-2942" fmla="*/ 1078331 h 2529385"/>
              <a:gd name="connsiteX9-2943" fmla="*/ 1939290 w 2563018"/>
              <a:gd name="connsiteY9-2944" fmla="*/ 2516733 h 2529385"/>
              <a:gd name="connsiteX10-2945" fmla="*/ 1926590 w 2563018"/>
              <a:gd name="connsiteY10-2946" fmla="*/ 2529385 h 2529385"/>
              <a:gd name="connsiteX11-2947" fmla="*/ 659130 w 2563018"/>
              <a:gd name="connsiteY11-2948" fmla="*/ 2529385 h 2529385"/>
              <a:gd name="connsiteX12-2949" fmla="*/ 646430 w 2563018"/>
              <a:gd name="connsiteY12-2950" fmla="*/ 2516685 h 2529385"/>
              <a:gd name="connsiteX13-2951" fmla="*/ 646430 w 2563018"/>
              <a:gd name="connsiteY13-2952" fmla="*/ 1065583 h 2529385"/>
              <a:gd name="connsiteX14-2953" fmla="*/ 646430 w 2563018"/>
              <a:gd name="connsiteY14-2954" fmla="*/ 1065632 h 2529385"/>
              <a:gd name="connsiteX15-2955" fmla="*/ 0 w 2563018"/>
              <a:gd name="connsiteY15-2956" fmla="*/ 1065632 h 2529385"/>
              <a:gd name="connsiteX16-2957" fmla="*/ 23342 w 2563018"/>
              <a:gd name="connsiteY16-2958" fmla="*/ 1057227 h 2529385"/>
              <a:gd name="connsiteX0-2959" fmla="*/ 23342 w 2563018"/>
              <a:gd name="connsiteY0-2960" fmla="*/ 1057227 h 2529385"/>
              <a:gd name="connsiteX1-2961" fmla="*/ 27197 w 2563018"/>
              <a:gd name="connsiteY1-2962" fmla="*/ 1043139 h 2529385"/>
              <a:gd name="connsiteX2-2963" fmla="*/ 1284810 w 2563018"/>
              <a:gd name="connsiteY2-2964" fmla="*/ 3028 h 2529385"/>
              <a:gd name="connsiteX3-2965" fmla="*/ 1300955 w 2563018"/>
              <a:gd name="connsiteY3-2966" fmla="*/ 3064 h 2529385"/>
              <a:gd name="connsiteX4-2967" fmla="*/ 2558568 w 2563018"/>
              <a:gd name="connsiteY4-2968" fmla="*/ 1043175 h 2529385"/>
              <a:gd name="connsiteX5-2969" fmla="*/ 2562377 w 2563018"/>
              <a:gd name="connsiteY5-2970" fmla="*/ 1057231 h 2529385"/>
              <a:gd name="connsiteX6-2971" fmla="*/ 2550427 w 2563018"/>
              <a:gd name="connsiteY6-2972" fmla="*/ 1065631 h 2529385"/>
              <a:gd name="connsiteX7-2973" fmla="*/ 1951990 w 2563018"/>
              <a:gd name="connsiteY7-2974" fmla="*/ 1065631 h 2529385"/>
              <a:gd name="connsiteX8-2975" fmla="*/ 1939290 w 2563018"/>
              <a:gd name="connsiteY8-2976" fmla="*/ 1078331 h 2529385"/>
              <a:gd name="connsiteX9-2977" fmla="*/ 1939290 w 2563018"/>
              <a:gd name="connsiteY9-2978" fmla="*/ 2516733 h 2529385"/>
              <a:gd name="connsiteX10-2979" fmla="*/ 1926590 w 2563018"/>
              <a:gd name="connsiteY10-2980" fmla="*/ 2529385 h 2529385"/>
              <a:gd name="connsiteX11-2981" fmla="*/ 659130 w 2563018"/>
              <a:gd name="connsiteY11-2982" fmla="*/ 2529385 h 2529385"/>
              <a:gd name="connsiteX12-2983" fmla="*/ 646430 w 2563018"/>
              <a:gd name="connsiteY12-2984" fmla="*/ 2516685 h 2529385"/>
              <a:gd name="connsiteX13-2985" fmla="*/ 646430 w 2563018"/>
              <a:gd name="connsiteY13-2986" fmla="*/ 1065583 h 2529385"/>
              <a:gd name="connsiteX14-2987" fmla="*/ 646430 w 2563018"/>
              <a:gd name="connsiteY14-2988" fmla="*/ 1065632 h 2529385"/>
              <a:gd name="connsiteX15-2989" fmla="*/ 0 w 2563018"/>
              <a:gd name="connsiteY15-2990" fmla="*/ 1065632 h 2529385"/>
              <a:gd name="connsiteX16-2991" fmla="*/ 23342 w 2563018"/>
              <a:gd name="connsiteY16-2992" fmla="*/ 1057227 h 2529385"/>
              <a:gd name="connsiteX0-2993" fmla="*/ 23342 w 2563018"/>
              <a:gd name="connsiteY0-2994" fmla="*/ 1057227 h 2529385"/>
              <a:gd name="connsiteX1-2995" fmla="*/ 27197 w 2563018"/>
              <a:gd name="connsiteY1-2996" fmla="*/ 1043139 h 2529385"/>
              <a:gd name="connsiteX2-2997" fmla="*/ 1284810 w 2563018"/>
              <a:gd name="connsiteY2-2998" fmla="*/ 3028 h 2529385"/>
              <a:gd name="connsiteX3-2999" fmla="*/ 1300955 w 2563018"/>
              <a:gd name="connsiteY3-3000" fmla="*/ 3064 h 2529385"/>
              <a:gd name="connsiteX4-3001" fmla="*/ 2558568 w 2563018"/>
              <a:gd name="connsiteY4-3002" fmla="*/ 1043175 h 2529385"/>
              <a:gd name="connsiteX5-3003" fmla="*/ 2562377 w 2563018"/>
              <a:gd name="connsiteY5-3004" fmla="*/ 1057231 h 2529385"/>
              <a:gd name="connsiteX6-3005" fmla="*/ 2550427 w 2563018"/>
              <a:gd name="connsiteY6-3006" fmla="*/ 1065631 h 2529385"/>
              <a:gd name="connsiteX7-3007" fmla="*/ 1951990 w 2563018"/>
              <a:gd name="connsiteY7-3008" fmla="*/ 1065631 h 2529385"/>
              <a:gd name="connsiteX8-3009" fmla="*/ 1939290 w 2563018"/>
              <a:gd name="connsiteY8-3010" fmla="*/ 1078331 h 2529385"/>
              <a:gd name="connsiteX9-3011" fmla="*/ 1939290 w 2563018"/>
              <a:gd name="connsiteY9-3012" fmla="*/ 2516733 h 2529385"/>
              <a:gd name="connsiteX10-3013" fmla="*/ 1926590 w 2563018"/>
              <a:gd name="connsiteY10-3014" fmla="*/ 2529385 h 2529385"/>
              <a:gd name="connsiteX11-3015" fmla="*/ 659130 w 2563018"/>
              <a:gd name="connsiteY11-3016" fmla="*/ 2529385 h 2529385"/>
              <a:gd name="connsiteX12-3017" fmla="*/ 646430 w 2563018"/>
              <a:gd name="connsiteY12-3018" fmla="*/ 2516685 h 2529385"/>
              <a:gd name="connsiteX13-3019" fmla="*/ 646430 w 2563018"/>
              <a:gd name="connsiteY13-3020" fmla="*/ 1065583 h 2529385"/>
              <a:gd name="connsiteX14-3021" fmla="*/ 646430 w 2563018"/>
              <a:gd name="connsiteY14-3022" fmla="*/ 1065632 h 2529385"/>
              <a:gd name="connsiteX15-3023" fmla="*/ 0 w 2563018"/>
              <a:gd name="connsiteY15-3024" fmla="*/ 1065632 h 2529385"/>
              <a:gd name="connsiteX16-3025" fmla="*/ 23342 w 2563018"/>
              <a:gd name="connsiteY16-3026" fmla="*/ 1057227 h 2529385"/>
              <a:gd name="connsiteX0-3027" fmla="*/ 23342 w 2563018"/>
              <a:gd name="connsiteY0-3028" fmla="*/ 1057227 h 2529385"/>
              <a:gd name="connsiteX1-3029" fmla="*/ 27197 w 2563018"/>
              <a:gd name="connsiteY1-3030" fmla="*/ 1043139 h 2529385"/>
              <a:gd name="connsiteX2-3031" fmla="*/ 1284810 w 2563018"/>
              <a:gd name="connsiteY2-3032" fmla="*/ 3028 h 2529385"/>
              <a:gd name="connsiteX3-3033" fmla="*/ 1300955 w 2563018"/>
              <a:gd name="connsiteY3-3034" fmla="*/ 3064 h 2529385"/>
              <a:gd name="connsiteX4-3035" fmla="*/ 2558568 w 2563018"/>
              <a:gd name="connsiteY4-3036" fmla="*/ 1043175 h 2529385"/>
              <a:gd name="connsiteX5-3037" fmla="*/ 2562377 w 2563018"/>
              <a:gd name="connsiteY5-3038" fmla="*/ 1057231 h 2529385"/>
              <a:gd name="connsiteX6-3039" fmla="*/ 2550427 w 2563018"/>
              <a:gd name="connsiteY6-3040" fmla="*/ 1065631 h 2529385"/>
              <a:gd name="connsiteX7-3041" fmla="*/ 1951990 w 2563018"/>
              <a:gd name="connsiteY7-3042" fmla="*/ 1065631 h 2529385"/>
              <a:gd name="connsiteX8-3043" fmla="*/ 1939290 w 2563018"/>
              <a:gd name="connsiteY8-3044" fmla="*/ 1078331 h 2529385"/>
              <a:gd name="connsiteX9-3045" fmla="*/ 1939290 w 2563018"/>
              <a:gd name="connsiteY9-3046" fmla="*/ 2516733 h 2529385"/>
              <a:gd name="connsiteX10-3047" fmla="*/ 1926590 w 2563018"/>
              <a:gd name="connsiteY10-3048" fmla="*/ 2529385 h 2529385"/>
              <a:gd name="connsiteX11-3049" fmla="*/ 659130 w 2563018"/>
              <a:gd name="connsiteY11-3050" fmla="*/ 2529385 h 2529385"/>
              <a:gd name="connsiteX12-3051" fmla="*/ 646430 w 2563018"/>
              <a:gd name="connsiteY12-3052" fmla="*/ 2516685 h 2529385"/>
              <a:gd name="connsiteX13-3053" fmla="*/ 646430 w 2563018"/>
              <a:gd name="connsiteY13-3054" fmla="*/ 1078282 h 2529385"/>
              <a:gd name="connsiteX14-3055" fmla="*/ 646430 w 2563018"/>
              <a:gd name="connsiteY14-3056" fmla="*/ 1065632 h 2529385"/>
              <a:gd name="connsiteX15-3057" fmla="*/ 0 w 2563018"/>
              <a:gd name="connsiteY15-3058" fmla="*/ 1065632 h 2529385"/>
              <a:gd name="connsiteX16-3059" fmla="*/ 23342 w 2563018"/>
              <a:gd name="connsiteY16-3060" fmla="*/ 1057227 h 2529385"/>
              <a:gd name="connsiteX0-3061" fmla="*/ 23342 w 2563018"/>
              <a:gd name="connsiteY0-3062" fmla="*/ 1057227 h 2529385"/>
              <a:gd name="connsiteX1-3063" fmla="*/ 27197 w 2563018"/>
              <a:gd name="connsiteY1-3064" fmla="*/ 1043139 h 2529385"/>
              <a:gd name="connsiteX2-3065" fmla="*/ 1284810 w 2563018"/>
              <a:gd name="connsiteY2-3066" fmla="*/ 3028 h 2529385"/>
              <a:gd name="connsiteX3-3067" fmla="*/ 1300955 w 2563018"/>
              <a:gd name="connsiteY3-3068" fmla="*/ 3064 h 2529385"/>
              <a:gd name="connsiteX4-3069" fmla="*/ 2558568 w 2563018"/>
              <a:gd name="connsiteY4-3070" fmla="*/ 1043175 h 2529385"/>
              <a:gd name="connsiteX5-3071" fmla="*/ 2562377 w 2563018"/>
              <a:gd name="connsiteY5-3072" fmla="*/ 1057231 h 2529385"/>
              <a:gd name="connsiteX6-3073" fmla="*/ 2550427 w 2563018"/>
              <a:gd name="connsiteY6-3074" fmla="*/ 1065631 h 2529385"/>
              <a:gd name="connsiteX7-3075" fmla="*/ 1951990 w 2563018"/>
              <a:gd name="connsiteY7-3076" fmla="*/ 1065631 h 2529385"/>
              <a:gd name="connsiteX8-3077" fmla="*/ 1939290 w 2563018"/>
              <a:gd name="connsiteY8-3078" fmla="*/ 1078331 h 2529385"/>
              <a:gd name="connsiteX9-3079" fmla="*/ 1939290 w 2563018"/>
              <a:gd name="connsiteY9-3080" fmla="*/ 2516733 h 2529385"/>
              <a:gd name="connsiteX10-3081" fmla="*/ 1926590 w 2563018"/>
              <a:gd name="connsiteY10-3082" fmla="*/ 2529385 h 2529385"/>
              <a:gd name="connsiteX11-3083" fmla="*/ 659130 w 2563018"/>
              <a:gd name="connsiteY11-3084" fmla="*/ 2529385 h 2529385"/>
              <a:gd name="connsiteX12-3085" fmla="*/ 646430 w 2563018"/>
              <a:gd name="connsiteY12-3086" fmla="*/ 2516685 h 2529385"/>
              <a:gd name="connsiteX13-3087" fmla="*/ 646430 w 2563018"/>
              <a:gd name="connsiteY13-3088" fmla="*/ 1078282 h 2529385"/>
              <a:gd name="connsiteX14-3089" fmla="*/ 646430 w 2563018"/>
              <a:gd name="connsiteY14-3090" fmla="*/ 1065632 h 2529385"/>
              <a:gd name="connsiteX15-3091" fmla="*/ 0 w 2563018"/>
              <a:gd name="connsiteY15-3092" fmla="*/ 1065632 h 2529385"/>
              <a:gd name="connsiteX16-3093" fmla="*/ 23342 w 2563018"/>
              <a:gd name="connsiteY16-3094" fmla="*/ 1057227 h 2529385"/>
              <a:gd name="connsiteX0-3095" fmla="*/ 23342 w 2563018"/>
              <a:gd name="connsiteY0-3096" fmla="*/ 1057227 h 2529385"/>
              <a:gd name="connsiteX1-3097" fmla="*/ 27197 w 2563018"/>
              <a:gd name="connsiteY1-3098" fmla="*/ 1043139 h 2529385"/>
              <a:gd name="connsiteX2-3099" fmla="*/ 1284810 w 2563018"/>
              <a:gd name="connsiteY2-3100" fmla="*/ 3028 h 2529385"/>
              <a:gd name="connsiteX3-3101" fmla="*/ 1300955 w 2563018"/>
              <a:gd name="connsiteY3-3102" fmla="*/ 3064 h 2529385"/>
              <a:gd name="connsiteX4-3103" fmla="*/ 2558568 w 2563018"/>
              <a:gd name="connsiteY4-3104" fmla="*/ 1043175 h 2529385"/>
              <a:gd name="connsiteX5-3105" fmla="*/ 2562377 w 2563018"/>
              <a:gd name="connsiteY5-3106" fmla="*/ 1057231 h 2529385"/>
              <a:gd name="connsiteX6-3107" fmla="*/ 2550427 w 2563018"/>
              <a:gd name="connsiteY6-3108" fmla="*/ 1065631 h 2529385"/>
              <a:gd name="connsiteX7-3109" fmla="*/ 1951990 w 2563018"/>
              <a:gd name="connsiteY7-3110" fmla="*/ 1065631 h 2529385"/>
              <a:gd name="connsiteX8-3111" fmla="*/ 1939290 w 2563018"/>
              <a:gd name="connsiteY8-3112" fmla="*/ 1078331 h 2529385"/>
              <a:gd name="connsiteX9-3113" fmla="*/ 1939290 w 2563018"/>
              <a:gd name="connsiteY9-3114" fmla="*/ 2516733 h 2529385"/>
              <a:gd name="connsiteX10-3115" fmla="*/ 1926590 w 2563018"/>
              <a:gd name="connsiteY10-3116" fmla="*/ 2529385 h 2529385"/>
              <a:gd name="connsiteX11-3117" fmla="*/ 659130 w 2563018"/>
              <a:gd name="connsiteY11-3118" fmla="*/ 2529385 h 2529385"/>
              <a:gd name="connsiteX12-3119" fmla="*/ 646430 w 2563018"/>
              <a:gd name="connsiteY12-3120" fmla="*/ 2516685 h 2529385"/>
              <a:gd name="connsiteX13-3121" fmla="*/ 646430 w 2563018"/>
              <a:gd name="connsiteY13-3122" fmla="*/ 1078282 h 2529385"/>
              <a:gd name="connsiteX14-3123" fmla="*/ 646430 w 2563018"/>
              <a:gd name="connsiteY14-3124" fmla="*/ 1065632 h 2529385"/>
              <a:gd name="connsiteX15-3125" fmla="*/ 0 w 2563018"/>
              <a:gd name="connsiteY15-3126" fmla="*/ 1065632 h 2529385"/>
              <a:gd name="connsiteX16-3127" fmla="*/ 23342 w 2563018"/>
              <a:gd name="connsiteY16-3128" fmla="*/ 1057227 h 2529385"/>
              <a:gd name="connsiteX0-3129" fmla="*/ 23342 w 2563018"/>
              <a:gd name="connsiteY0-3130" fmla="*/ 1057227 h 2529385"/>
              <a:gd name="connsiteX1-3131" fmla="*/ 27197 w 2563018"/>
              <a:gd name="connsiteY1-3132" fmla="*/ 1043139 h 2529385"/>
              <a:gd name="connsiteX2-3133" fmla="*/ 1284810 w 2563018"/>
              <a:gd name="connsiteY2-3134" fmla="*/ 3028 h 2529385"/>
              <a:gd name="connsiteX3-3135" fmla="*/ 1300955 w 2563018"/>
              <a:gd name="connsiteY3-3136" fmla="*/ 3064 h 2529385"/>
              <a:gd name="connsiteX4-3137" fmla="*/ 2558568 w 2563018"/>
              <a:gd name="connsiteY4-3138" fmla="*/ 1043175 h 2529385"/>
              <a:gd name="connsiteX5-3139" fmla="*/ 2562377 w 2563018"/>
              <a:gd name="connsiteY5-3140" fmla="*/ 1057231 h 2529385"/>
              <a:gd name="connsiteX6-3141" fmla="*/ 2550427 w 2563018"/>
              <a:gd name="connsiteY6-3142" fmla="*/ 1065631 h 2529385"/>
              <a:gd name="connsiteX7-3143" fmla="*/ 1951990 w 2563018"/>
              <a:gd name="connsiteY7-3144" fmla="*/ 1065631 h 2529385"/>
              <a:gd name="connsiteX8-3145" fmla="*/ 1939290 w 2563018"/>
              <a:gd name="connsiteY8-3146" fmla="*/ 1078331 h 2529385"/>
              <a:gd name="connsiteX9-3147" fmla="*/ 1939290 w 2563018"/>
              <a:gd name="connsiteY9-3148" fmla="*/ 2516733 h 2529385"/>
              <a:gd name="connsiteX10-3149" fmla="*/ 1926590 w 2563018"/>
              <a:gd name="connsiteY10-3150" fmla="*/ 2529385 h 2529385"/>
              <a:gd name="connsiteX11-3151" fmla="*/ 659130 w 2563018"/>
              <a:gd name="connsiteY11-3152" fmla="*/ 2529385 h 2529385"/>
              <a:gd name="connsiteX12-3153" fmla="*/ 646430 w 2563018"/>
              <a:gd name="connsiteY12-3154" fmla="*/ 2516685 h 2529385"/>
              <a:gd name="connsiteX13-3155" fmla="*/ 646430 w 2563018"/>
              <a:gd name="connsiteY13-3156" fmla="*/ 1078282 h 2529385"/>
              <a:gd name="connsiteX14-3157" fmla="*/ 633730 w 2563018"/>
              <a:gd name="connsiteY14-3158" fmla="*/ 1065632 h 2529385"/>
              <a:gd name="connsiteX15-3159" fmla="*/ 0 w 2563018"/>
              <a:gd name="connsiteY15-3160" fmla="*/ 1065632 h 2529385"/>
              <a:gd name="connsiteX16-3161" fmla="*/ 23342 w 2563018"/>
              <a:gd name="connsiteY16-3162" fmla="*/ 1057227 h 2529385"/>
              <a:gd name="connsiteX0-3163" fmla="*/ 23342 w 2563018"/>
              <a:gd name="connsiteY0-3164" fmla="*/ 1057227 h 2529385"/>
              <a:gd name="connsiteX1-3165" fmla="*/ 27197 w 2563018"/>
              <a:gd name="connsiteY1-3166" fmla="*/ 1043139 h 2529385"/>
              <a:gd name="connsiteX2-3167" fmla="*/ 1284810 w 2563018"/>
              <a:gd name="connsiteY2-3168" fmla="*/ 3028 h 2529385"/>
              <a:gd name="connsiteX3-3169" fmla="*/ 1300955 w 2563018"/>
              <a:gd name="connsiteY3-3170" fmla="*/ 3064 h 2529385"/>
              <a:gd name="connsiteX4-3171" fmla="*/ 2558568 w 2563018"/>
              <a:gd name="connsiteY4-3172" fmla="*/ 1043175 h 2529385"/>
              <a:gd name="connsiteX5-3173" fmla="*/ 2562377 w 2563018"/>
              <a:gd name="connsiteY5-3174" fmla="*/ 1057231 h 2529385"/>
              <a:gd name="connsiteX6-3175" fmla="*/ 2550427 w 2563018"/>
              <a:gd name="connsiteY6-3176" fmla="*/ 1065631 h 2529385"/>
              <a:gd name="connsiteX7-3177" fmla="*/ 1951990 w 2563018"/>
              <a:gd name="connsiteY7-3178" fmla="*/ 1065631 h 2529385"/>
              <a:gd name="connsiteX8-3179" fmla="*/ 1939290 w 2563018"/>
              <a:gd name="connsiteY8-3180" fmla="*/ 1078331 h 2529385"/>
              <a:gd name="connsiteX9-3181" fmla="*/ 1939290 w 2563018"/>
              <a:gd name="connsiteY9-3182" fmla="*/ 2516733 h 2529385"/>
              <a:gd name="connsiteX10-3183" fmla="*/ 1926590 w 2563018"/>
              <a:gd name="connsiteY10-3184" fmla="*/ 2529385 h 2529385"/>
              <a:gd name="connsiteX11-3185" fmla="*/ 659130 w 2563018"/>
              <a:gd name="connsiteY11-3186" fmla="*/ 2529385 h 2529385"/>
              <a:gd name="connsiteX12-3187" fmla="*/ 646430 w 2563018"/>
              <a:gd name="connsiteY12-3188" fmla="*/ 2516685 h 2529385"/>
              <a:gd name="connsiteX13-3189" fmla="*/ 646430 w 2563018"/>
              <a:gd name="connsiteY13-3190" fmla="*/ 1078282 h 2529385"/>
              <a:gd name="connsiteX14-3191" fmla="*/ 633730 w 2563018"/>
              <a:gd name="connsiteY14-3192" fmla="*/ 1065632 h 2529385"/>
              <a:gd name="connsiteX15-3193" fmla="*/ 0 w 2563018"/>
              <a:gd name="connsiteY15-3194" fmla="*/ 1065632 h 2529385"/>
              <a:gd name="connsiteX16-3195" fmla="*/ 23342 w 2563018"/>
              <a:gd name="connsiteY16-3196" fmla="*/ 1057227 h 2529385"/>
              <a:gd name="connsiteX0-3197" fmla="*/ 23342 w 2563018"/>
              <a:gd name="connsiteY0-3198" fmla="*/ 1057227 h 2529385"/>
              <a:gd name="connsiteX1-3199" fmla="*/ 27197 w 2563018"/>
              <a:gd name="connsiteY1-3200" fmla="*/ 1043139 h 2529385"/>
              <a:gd name="connsiteX2-3201" fmla="*/ 1284810 w 2563018"/>
              <a:gd name="connsiteY2-3202" fmla="*/ 3028 h 2529385"/>
              <a:gd name="connsiteX3-3203" fmla="*/ 1300955 w 2563018"/>
              <a:gd name="connsiteY3-3204" fmla="*/ 3064 h 2529385"/>
              <a:gd name="connsiteX4-3205" fmla="*/ 2558568 w 2563018"/>
              <a:gd name="connsiteY4-3206" fmla="*/ 1043175 h 2529385"/>
              <a:gd name="connsiteX5-3207" fmla="*/ 2562377 w 2563018"/>
              <a:gd name="connsiteY5-3208" fmla="*/ 1057231 h 2529385"/>
              <a:gd name="connsiteX6-3209" fmla="*/ 2550427 w 2563018"/>
              <a:gd name="connsiteY6-3210" fmla="*/ 1065631 h 2529385"/>
              <a:gd name="connsiteX7-3211" fmla="*/ 1951990 w 2563018"/>
              <a:gd name="connsiteY7-3212" fmla="*/ 1065631 h 2529385"/>
              <a:gd name="connsiteX8-3213" fmla="*/ 1939290 w 2563018"/>
              <a:gd name="connsiteY8-3214" fmla="*/ 1078331 h 2529385"/>
              <a:gd name="connsiteX9-3215" fmla="*/ 1939290 w 2563018"/>
              <a:gd name="connsiteY9-3216" fmla="*/ 2516733 h 2529385"/>
              <a:gd name="connsiteX10-3217" fmla="*/ 1926590 w 2563018"/>
              <a:gd name="connsiteY10-3218" fmla="*/ 2529385 h 2529385"/>
              <a:gd name="connsiteX11-3219" fmla="*/ 659130 w 2563018"/>
              <a:gd name="connsiteY11-3220" fmla="*/ 2529385 h 2529385"/>
              <a:gd name="connsiteX12-3221" fmla="*/ 646430 w 2563018"/>
              <a:gd name="connsiteY12-3222" fmla="*/ 2516685 h 2529385"/>
              <a:gd name="connsiteX13-3223" fmla="*/ 646430 w 2563018"/>
              <a:gd name="connsiteY13-3224" fmla="*/ 1078282 h 2529385"/>
              <a:gd name="connsiteX14-3225" fmla="*/ 633730 w 2563018"/>
              <a:gd name="connsiteY14-3226" fmla="*/ 1065632 h 2529385"/>
              <a:gd name="connsiteX15-3227" fmla="*/ 0 w 2563018"/>
              <a:gd name="connsiteY15-3228" fmla="*/ 1065632 h 2529385"/>
              <a:gd name="connsiteX16-3229" fmla="*/ 23342 w 2563018"/>
              <a:gd name="connsiteY16-3230" fmla="*/ 1057227 h 2529385"/>
              <a:gd name="connsiteX0-3231" fmla="*/ 7051 w 2546727"/>
              <a:gd name="connsiteY0-3232" fmla="*/ 1057227 h 2529385"/>
              <a:gd name="connsiteX1-3233" fmla="*/ 10906 w 2546727"/>
              <a:gd name="connsiteY1-3234" fmla="*/ 1043139 h 2529385"/>
              <a:gd name="connsiteX2-3235" fmla="*/ 1268519 w 2546727"/>
              <a:gd name="connsiteY2-3236" fmla="*/ 3028 h 2529385"/>
              <a:gd name="connsiteX3-3237" fmla="*/ 1284664 w 2546727"/>
              <a:gd name="connsiteY3-3238" fmla="*/ 3064 h 2529385"/>
              <a:gd name="connsiteX4-3239" fmla="*/ 2542277 w 2546727"/>
              <a:gd name="connsiteY4-3240" fmla="*/ 1043175 h 2529385"/>
              <a:gd name="connsiteX5-3241" fmla="*/ 2546086 w 2546727"/>
              <a:gd name="connsiteY5-3242" fmla="*/ 1057231 h 2529385"/>
              <a:gd name="connsiteX6-3243" fmla="*/ 2534136 w 2546727"/>
              <a:gd name="connsiteY6-3244" fmla="*/ 1065631 h 2529385"/>
              <a:gd name="connsiteX7-3245" fmla="*/ 1935699 w 2546727"/>
              <a:gd name="connsiteY7-3246" fmla="*/ 1065631 h 2529385"/>
              <a:gd name="connsiteX8-3247" fmla="*/ 1922999 w 2546727"/>
              <a:gd name="connsiteY8-3248" fmla="*/ 1078331 h 2529385"/>
              <a:gd name="connsiteX9-3249" fmla="*/ 1922999 w 2546727"/>
              <a:gd name="connsiteY9-3250" fmla="*/ 2516733 h 2529385"/>
              <a:gd name="connsiteX10-3251" fmla="*/ 1910299 w 2546727"/>
              <a:gd name="connsiteY10-3252" fmla="*/ 2529385 h 2529385"/>
              <a:gd name="connsiteX11-3253" fmla="*/ 642839 w 2546727"/>
              <a:gd name="connsiteY11-3254" fmla="*/ 2529385 h 2529385"/>
              <a:gd name="connsiteX12-3255" fmla="*/ 630139 w 2546727"/>
              <a:gd name="connsiteY12-3256" fmla="*/ 2516685 h 2529385"/>
              <a:gd name="connsiteX13-3257" fmla="*/ 630139 w 2546727"/>
              <a:gd name="connsiteY13-3258" fmla="*/ 1078282 h 2529385"/>
              <a:gd name="connsiteX14-3259" fmla="*/ 617439 w 2546727"/>
              <a:gd name="connsiteY14-3260" fmla="*/ 1065632 h 2529385"/>
              <a:gd name="connsiteX15-3261" fmla="*/ 19002 w 2546727"/>
              <a:gd name="connsiteY15-3262" fmla="*/ 1065632 h 2529385"/>
              <a:gd name="connsiteX16-3263" fmla="*/ 7051 w 2546727"/>
              <a:gd name="connsiteY16-3264" fmla="*/ 1057227 h 2529385"/>
              <a:gd name="connsiteX0-3265" fmla="*/ 634 w 2540310"/>
              <a:gd name="connsiteY0-3266" fmla="*/ 1057227 h 2529385"/>
              <a:gd name="connsiteX1-3267" fmla="*/ 4489 w 2540310"/>
              <a:gd name="connsiteY1-3268" fmla="*/ 1043139 h 2529385"/>
              <a:gd name="connsiteX2-3269" fmla="*/ 1262102 w 2540310"/>
              <a:gd name="connsiteY2-3270" fmla="*/ 3028 h 2529385"/>
              <a:gd name="connsiteX3-3271" fmla="*/ 1278247 w 2540310"/>
              <a:gd name="connsiteY3-3272" fmla="*/ 3064 h 2529385"/>
              <a:gd name="connsiteX4-3273" fmla="*/ 2535860 w 2540310"/>
              <a:gd name="connsiteY4-3274" fmla="*/ 1043175 h 2529385"/>
              <a:gd name="connsiteX5-3275" fmla="*/ 2539669 w 2540310"/>
              <a:gd name="connsiteY5-3276" fmla="*/ 1057231 h 2529385"/>
              <a:gd name="connsiteX6-3277" fmla="*/ 2527719 w 2540310"/>
              <a:gd name="connsiteY6-3278" fmla="*/ 1065631 h 2529385"/>
              <a:gd name="connsiteX7-3279" fmla="*/ 1929282 w 2540310"/>
              <a:gd name="connsiteY7-3280" fmla="*/ 1065631 h 2529385"/>
              <a:gd name="connsiteX8-3281" fmla="*/ 1916582 w 2540310"/>
              <a:gd name="connsiteY8-3282" fmla="*/ 1078331 h 2529385"/>
              <a:gd name="connsiteX9-3283" fmla="*/ 1916582 w 2540310"/>
              <a:gd name="connsiteY9-3284" fmla="*/ 2516733 h 2529385"/>
              <a:gd name="connsiteX10-3285" fmla="*/ 1903882 w 2540310"/>
              <a:gd name="connsiteY10-3286" fmla="*/ 2529385 h 2529385"/>
              <a:gd name="connsiteX11-3287" fmla="*/ 636422 w 2540310"/>
              <a:gd name="connsiteY11-3288" fmla="*/ 2529385 h 2529385"/>
              <a:gd name="connsiteX12-3289" fmla="*/ 623722 w 2540310"/>
              <a:gd name="connsiteY12-3290" fmla="*/ 2516685 h 2529385"/>
              <a:gd name="connsiteX13-3291" fmla="*/ 623722 w 2540310"/>
              <a:gd name="connsiteY13-3292" fmla="*/ 1078282 h 2529385"/>
              <a:gd name="connsiteX14-3293" fmla="*/ 611022 w 2540310"/>
              <a:gd name="connsiteY14-3294" fmla="*/ 1065632 h 2529385"/>
              <a:gd name="connsiteX15-3295" fmla="*/ 12585 w 2540310"/>
              <a:gd name="connsiteY15-3296" fmla="*/ 1065632 h 2529385"/>
              <a:gd name="connsiteX16-3297" fmla="*/ 634 w 2540310"/>
              <a:gd name="connsiteY16-3298" fmla="*/ 1057227 h 2529385"/>
              <a:gd name="connsiteX0-3299" fmla="*/ 634 w 2540310"/>
              <a:gd name="connsiteY0-3300" fmla="*/ 1057227 h 2529385"/>
              <a:gd name="connsiteX1-3301" fmla="*/ 4489 w 2540310"/>
              <a:gd name="connsiteY1-3302" fmla="*/ 1043139 h 2529385"/>
              <a:gd name="connsiteX2-3303" fmla="*/ 1262102 w 2540310"/>
              <a:gd name="connsiteY2-3304" fmla="*/ 3028 h 2529385"/>
              <a:gd name="connsiteX3-3305" fmla="*/ 1278247 w 2540310"/>
              <a:gd name="connsiteY3-3306" fmla="*/ 3064 h 2529385"/>
              <a:gd name="connsiteX4-3307" fmla="*/ 2535860 w 2540310"/>
              <a:gd name="connsiteY4-3308" fmla="*/ 1043175 h 2529385"/>
              <a:gd name="connsiteX5-3309" fmla="*/ 2539669 w 2540310"/>
              <a:gd name="connsiteY5-3310" fmla="*/ 1057231 h 2529385"/>
              <a:gd name="connsiteX6-3311" fmla="*/ 2527719 w 2540310"/>
              <a:gd name="connsiteY6-3312" fmla="*/ 1065631 h 2529385"/>
              <a:gd name="connsiteX7-3313" fmla="*/ 1929282 w 2540310"/>
              <a:gd name="connsiteY7-3314" fmla="*/ 1065631 h 2529385"/>
              <a:gd name="connsiteX8-3315" fmla="*/ 1916582 w 2540310"/>
              <a:gd name="connsiteY8-3316" fmla="*/ 1078331 h 2529385"/>
              <a:gd name="connsiteX9-3317" fmla="*/ 1916582 w 2540310"/>
              <a:gd name="connsiteY9-3318" fmla="*/ 2516733 h 2529385"/>
              <a:gd name="connsiteX10-3319" fmla="*/ 1903882 w 2540310"/>
              <a:gd name="connsiteY10-3320" fmla="*/ 2529385 h 2529385"/>
              <a:gd name="connsiteX11-3321" fmla="*/ 636422 w 2540310"/>
              <a:gd name="connsiteY11-3322" fmla="*/ 2529385 h 2529385"/>
              <a:gd name="connsiteX12-3323" fmla="*/ 623722 w 2540310"/>
              <a:gd name="connsiteY12-3324" fmla="*/ 2516685 h 2529385"/>
              <a:gd name="connsiteX13-3325" fmla="*/ 623722 w 2540310"/>
              <a:gd name="connsiteY13-3326" fmla="*/ 1078282 h 2529385"/>
              <a:gd name="connsiteX14-3327" fmla="*/ 611022 w 2540310"/>
              <a:gd name="connsiteY14-3328" fmla="*/ 1065632 h 2529385"/>
              <a:gd name="connsiteX15-3329" fmla="*/ 12585 w 2540310"/>
              <a:gd name="connsiteY15-3330" fmla="*/ 1065632 h 2529385"/>
              <a:gd name="connsiteX16-3331" fmla="*/ 634 w 2540310"/>
              <a:gd name="connsiteY16-3332" fmla="*/ 1057227 h 2529385"/>
              <a:gd name="connsiteX0-3333" fmla="*/ 634 w 2540310"/>
              <a:gd name="connsiteY0-3334" fmla="*/ 1057227 h 2529385"/>
              <a:gd name="connsiteX1-3335" fmla="*/ 4489 w 2540310"/>
              <a:gd name="connsiteY1-3336" fmla="*/ 1043139 h 2529385"/>
              <a:gd name="connsiteX2-3337" fmla="*/ 1262102 w 2540310"/>
              <a:gd name="connsiteY2-3338" fmla="*/ 3028 h 2529385"/>
              <a:gd name="connsiteX3-3339" fmla="*/ 1278247 w 2540310"/>
              <a:gd name="connsiteY3-3340" fmla="*/ 3064 h 2529385"/>
              <a:gd name="connsiteX4-3341" fmla="*/ 2535860 w 2540310"/>
              <a:gd name="connsiteY4-3342" fmla="*/ 1043175 h 2529385"/>
              <a:gd name="connsiteX5-3343" fmla="*/ 2539669 w 2540310"/>
              <a:gd name="connsiteY5-3344" fmla="*/ 1057231 h 2529385"/>
              <a:gd name="connsiteX6-3345" fmla="*/ 2527719 w 2540310"/>
              <a:gd name="connsiteY6-3346" fmla="*/ 1065631 h 2529385"/>
              <a:gd name="connsiteX7-3347" fmla="*/ 1929282 w 2540310"/>
              <a:gd name="connsiteY7-3348" fmla="*/ 1065631 h 2529385"/>
              <a:gd name="connsiteX8-3349" fmla="*/ 1916582 w 2540310"/>
              <a:gd name="connsiteY8-3350" fmla="*/ 1078331 h 2529385"/>
              <a:gd name="connsiteX9-3351" fmla="*/ 1916582 w 2540310"/>
              <a:gd name="connsiteY9-3352" fmla="*/ 2516733 h 2529385"/>
              <a:gd name="connsiteX10-3353" fmla="*/ 1903882 w 2540310"/>
              <a:gd name="connsiteY10-3354" fmla="*/ 2529385 h 2529385"/>
              <a:gd name="connsiteX11-3355" fmla="*/ 636422 w 2540310"/>
              <a:gd name="connsiteY11-3356" fmla="*/ 2529385 h 2529385"/>
              <a:gd name="connsiteX12-3357" fmla="*/ 623722 w 2540310"/>
              <a:gd name="connsiteY12-3358" fmla="*/ 2516685 h 2529385"/>
              <a:gd name="connsiteX13-3359" fmla="*/ 623722 w 2540310"/>
              <a:gd name="connsiteY13-3360" fmla="*/ 1078282 h 2529385"/>
              <a:gd name="connsiteX14-3361" fmla="*/ 611022 w 2540310"/>
              <a:gd name="connsiteY14-3362" fmla="*/ 1065632 h 2529385"/>
              <a:gd name="connsiteX15-3363" fmla="*/ 12585 w 2540310"/>
              <a:gd name="connsiteY15-3364" fmla="*/ 1065632 h 2529385"/>
              <a:gd name="connsiteX16-3365" fmla="*/ 23975 w 2540310"/>
              <a:gd name="connsiteY16-3366" fmla="*/ 1048823 h 2529385"/>
              <a:gd name="connsiteX0-3367" fmla="*/ 21683 w 2538018"/>
              <a:gd name="connsiteY0-3368" fmla="*/ 1048823 h 2529385"/>
              <a:gd name="connsiteX1-3369" fmla="*/ 2197 w 2538018"/>
              <a:gd name="connsiteY1-3370" fmla="*/ 1043139 h 2529385"/>
              <a:gd name="connsiteX2-3371" fmla="*/ 1259810 w 2538018"/>
              <a:gd name="connsiteY2-3372" fmla="*/ 3028 h 2529385"/>
              <a:gd name="connsiteX3-3373" fmla="*/ 1275955 w 2538018"/>
              <a:gd name="connsiteY3-3374" fmla="*/ 3064 h 2529385"/>
              <a:gd name="connsiteX4-3375" fmla="*/ 2533568 w 2538018"/>
              <a:gd name="connsiteY4-3376" fmla="*/ 1043175 h 2529385"/>
              <a:gd name="connsiteX5-3377" fmla="*/ 2537377 w 2538018"/>
              <a:gd name="connsiteY5-3378" fmla="*/ 1057231 h 2529385"/>
              <a:gd name="connsiteX6-3379" fmla="*/ 2525427 w 2538018"/>
              <a:gd name="connsiteY6-3380" fmla="*/ 1065631 h 2529385"/>
              <a:gd name="connsiteX7-3381" fmla="*/ 1926990 w 2538018"/>
              <a:gd name="connsiteY7-3382" fmla="*/ 1065631 h 2529385"/>
              <a:gd name="connsiteX8-3383" fmla="*/ 1914290 w 2538018"/>
              <a:gd name="connsiteY8-3384" fmla="*/ 1078331 h 2529385"/>
              <a:gd name="connsiteX9-3385" fmla="*/ 1914290 w 2538018"/>
              <a:gd name="connsiteY9-3386" fmla="*/ 2516733 h 2529385"/>
              <a:gd name="connsiteX10-3387" fmla="*/ 1901590 w 2538018"/>
              <a:gd name="connsiteY10-3388" fmla="*/ 2529385 h 2529385"/>
              <a:gd name="connsiteX11-3389" fmla="*/ 634130 w 2538018"/>
              <a:gd name="connsiteY11-3390" fmla="*/ 2529385 h 2529385"/>
              <a:gd name="connsiteX12-3391" fmla="*/ 621430 w 2538018"/>
              <a:gd name="connsiteY12-3392" fmla="*/ 2516685 h 2529385"/>
              <a:gd name="connsiteX13-3393" fmla="*/ 621430 w 2538018"/>
              <a:gd name="connsiteY13-3394" fmla="*/ 1078282 h 2529385"/>
              <a:gd name="connsiteX14-3395" fmla="*/ 608730 w 2538018"/>
              <a:gd name="connsiteY14-3396" fmla="*/ 1065632 h 2529385"/>
              <a:gd name="connsiteX15-3397" fmla="*/ 10293 w 2538018"/>
              <a:gd name="connsiteY15-3398" fmla="*/ 1065632 h 2529385"/>
              <a:gd name="connsiteX16-3399" fmla="*/ 21683 w 2538018"/>
              <a:gd name="connsiteY16-3400" fmla="*/ 1048823 h 2529385"/>
              <a:gd name="connsiteX0-3401" fmla="*/ 19963 w 2536298"/>
              <a:gd name="connsiteY0-3402" fmla="*/ 1048823 h 2529385"/>
              <a:gd name="connsiteX1-3403" fmla="*/ 477 w 2536298"/>
              <a:gd name="connsiteY1-3404" fmla="*/ 1043139 h 2529385"/>
              <a:gd name="connsiteX2-3405" fmla="*/ 1258090 w 2536298"/>
              <a:gd name="connsiteY2-3406" fmla="*/ 3028 h 2529385"/>
              <a:gd name="connsiteX3-3407" fmla="*/ 1274235 w 2536298"/>
              <a:gd name="connsiteY3-3408" fmla="*/ 3064 h 2529385"/>
              <a:gd name="connsiteX4-3409" fmla="*/ 2531848 w 2536298"/>
              <a:gd name="connsiteY4-3410" fmla="*/ 1043175 h 2529385"/>
              <a:gd name="connsiteX5-3411" fmla="*/ 2535657 w 2536298"/>
              <a:gd name="connsiteY5-3412" fmla="*/ 1057231 h 2529385"/>
              <a:gd name="connsiteX6-3413" fmla="*/ 2523707 w 2536298"/>
              <a:gd name="connsiteY6-3414" fmla="*/ 1065631 h 2529385"/>
              <a:gd name="connsiteX7-3415" fmla="*/ 1925270 w 2536298"/>
              <a:gd name="connsiteY7-3416" fmla="*/ 1065631 h 2529385"/>
              <a:gd name="connsiteX8-3417" fmla="*/ 1912570 w 2536298"/>
              <a:gd name="connsiteY8-3418" fmla="*/ 1078331 h 2529385"/>
              <a:gd name="connsiteX9-3419" fmla="*/ 1912570 w 2536298"/>
              <a:gd name="connsiteY9-3420" fmla="*/ 2516733 h 2529385"/>
              <a:gd name="connsiteX10-3421" fmla="*/ 1899870 w 2536298"/>
              <a:gd name="connsiteY10-3422" fmla="*/ 2529385 h 2529385"/>
              <a:gd name="connsiteX11-3423" fmla="*/ 632410 w 2536298"/>
              <a:gd name="connsiteY11-3424" fmla="*/ 2529385 h 2529385"/>
              <a:gd name="connsiteX12-3425" fmla="*/ 619710 w 2536298"/>
              <a:gd name="connsiteY12-3426" fmla="*/ 2516685 h 2529385"/>
              <a:gd name="connsiteX13-3427" fmla="*/ 619710 w 2536298"/>
              <a:gd name="connsiteY13-3428" fmla="*/ 1078282 h 2529385"/>
              <a:gd name="connsiteX14-3429" fmla="*/ 607010 w 2536298"/>
              <a:gd name="connsiteY14-3430" fmla="*/ 1065632 h 2529385"/>
              <a:gd name="connsiteX15-3431" fmla="*/ 8573 w 2536298"/>
              <a:gd name="connsiteY15-3432" fmla="*/ 1065632 h 2529385"/>
              <a:gd name="connsiteX16-3433" fmla="*/ 19963 w 2536298"/>
              <a:gd name="connsiteY16-3434" fmla="*/ 1048823 h 2529385"/>
              <a:gd name="connsiteX0-3435" fmla="*/ 19486 w 2535821"/>
              <a:gd name="connsiteY0-3436" fmla="*/ 1048823 h 2529385"/>
              <a:gd name="connsiteX1-3437" fmla="*/ 0 w 2535821"/>
              <a:gd name="connsiteY1-3438" fmla="*/ 1043139 h 2529385"/>
              <a:gd name="connsiteX2-3439" fmla="*/ 1257613 w 2535821"/>
              <a:gd name="connsiteY2-3440" fmla="*/ 3028 h 2529385"/>
              <a:gd name="connsiteX3-3441" fmla="*/ 1273758 w 2535821"/>
              <a:gd name="connsiteY3-3442" fmla="*/ 3064 h 2529385"/>
              <a:gd name="connsiteX4-3443" fmla="*/ 2531371 w 2535821"/>
              <a:gd name="connsiteY4-3444" fmla="*/ 1043175 h 2529385"/>
              <a:gd name="connsiteX5-3445" fmla="*/ 2535180 w 2535821"/>
              <a:gd name="connsiteY5-3446" fmla="*/ 1057231 h 2529385"/>
              <a:gd name="connsiteX6-3447" fmla="*/ 2523230 w 2535821"/>
              <a:gd name="connsiteY6-3448" fmla="*/ 1065631 h 2529385"/>
              <a:gd name="connsiteX7-3449" fmla="*/ 1924793 w 2535821"/>
              <a:gd name="connsiteY7-3450" fmla="*/ 1065631 h 2529385"/>
              <a:gd name="connsiteX8-3451" fmla="*/ 1912093 w 2535821"/>
              <a:gd name="connsiteY8-3452" fmla="*/ 1078331 h 2529385"/>
              <a:gd name="connsiteX9-3453" fmla="*/ 1912093 w 2535821"/>
              <a:gd name="connsiteY9-3454" fmla="*/ 2516733 h 2529385"/>
              <a:gd name="connsiteX10-3455" fmla="*/ 1899393 w 2535821"/>
              <a:gd name="connsiteY10-3456" fmla="*/ 2529385 h 2529385"/>
              <a:gd name="connsiteX11-3457" fmla="*/ 631933 w 2535821"/>
              <a:gd name="connsiteY11-3458" fmla="*/ 2529385 h 2529385"/>
              <a:gd name="connsiteX12-3459" fmla="*/ 619233 w 2535821"/>
              <a:gd name="connsiteY12-3460" fmla="*/ 2516685 h 2529385"/>
              <a:gd name="connsiteX13-3461" fmla="*/ 619233 w 2535821"/>
              <a:gd name="connsiteY13-3462" fmla="*/ 1078282 h 2529385"/>
              <a:gd name="connsiteX14-3463" fmla="*/ 606533 w 2535821"/>
              <a:gd name="connsiteY14-3464" fmla="*/ 1065632 h 2529385"/>
              <a:gd name="connsiteX15-3465" fmla="*/ 8096 w 2535821"/>
              <a:gd name="connsiteY15-3466" fmla="*/ 1065632 h 2529385"/>
              <a:gd name="connsiteX16-3467" fmla="*/ 19486 w 2535821"/>
              <a:gd name="connsiteY16-3468" fmla="*/ 1048823 h 2529385"/>
              <a:gd name="connsiteX0-3469" fmla="*/ 12185 w 2528520"/>
              <a:gd name="connsiteY0-3470" fmla="*/ 1048823 h 2529385"/>
              <a:gd name="connsiteX1-3471" fmla="*/ 19895 w 2528520"/>
              <a:gd name="connsiteY1-3472" fmla="*/ 1020645 h 2529385"/>
              <a:gd name="connsiteX2-3473" fmla="*/ 1250312 w 2528520"/>
              <a:gd name="connsiteY2-3474" fmla="*/ 3028 h 2529385"/>
              <a:gd name="connsiteX3-3475" fmla="*/ 1266457 w 2528520"/>
              <a:gd name="connsiteY3-3476" fmla="*/ 3064 h 2529385"/>
              <a:gd name="connsiteX4-3477" fmla="*/ 2524070 w 2528520"/>
              <a:gd name="connsiteY4-3478" fmla="*/ 1043175 h 2529385"/>
              <a:gd name="connsiteX5-3479" fmla="*/ 2527879 w 2528520"/>
              <a:gd name="connsiteY5-3480" fmla="*/ 1057231 h 2529385"/>
              <a:gd name="connsiteX6-3481" fmla="*/ 2515929 w 2528520"/>
              <a:gd name="connsiteY6-3482" fmla="*/ 1065631 h 2529385"/>
              <a:gd name="connsiteX7-3483" fmla="*/ 1917492 w 2528520"/>
              <a:gd name="connsiteY7-3484" fmla="*/ 1065631 h 2529385"/>
              <a:gd name="connsiteX8-3485" fmla="*/ 1904792 w 2528520"/>
              <a:gd name="connsiteY8-3486" fmla="*/ 1078331 h 2529385"/>
              <a:gd name="connsiteX9-3487" fmla="*/ 1904792 w 2528520"/>
              <a:gd name="connsiteY9-3488" fmla="*/ 2516733 h 2529385"/>
              <a:gd name="connsiteX10-3489" fmla="*/ 1892092 w 2528520"/>
              <a:gd name="connsiteY10-3490" fmla="*/ 2529385 h 2529385"/>
              <a:gd name="connsiteX11-3491" fmla="*/ 624632 w 2528520"/>
              <a:gd name="connsiteY11-3492" fmla="*/ 2529385 h 2529385"/>
              <a:gd name="connsiteX12-3493" fmla="*/ 611932 w 2528520"/>
              <a:gd name="connsiteY12-3494" fmla="*/ 2516685 h 2529385"/>
              <a:gd name="connsiteX13-3495" fmla="*/ 611932 w 2528520"/>
              <a:gd name="connsiteY13-3496" fmla="*/ 1078282 h 2529385"/>
              <a:gd name="connsiteX14-3497" fmla="*/ 599232 w 2528520"/>
              <a:gd name="connsiteY14-3498" fmla="*/ 1065632 h 2529385"/>
              <a:gd name="connsiteX15-3499" fmla="*/ 795 w 2528520"/>
              <a:gd name="connsiteY15-3500" fmla="*/ 1065632 h 2529385"/>
              <a:gd name="connsiteX16-3501" fmla="*/ 12185 w 2528520"/>
              <a:gd name="connsiteY16-3502" fmla="*/ 1048823 h 2529385"/>
              <a:gd name="connsiteX0-3503" fmla="*/ 12185 w 2528520"/>
              <a:gd name="connsiteY0-3504" fmla="*/ 1048823 h 2529385"/>
              <a:gd name="connsiteX1-3505" fmla="*/ 19895 w 2528520"/>
              <a:gd name="connsiteY1-3506" fmla="*/ 1020645 h 2529385"/>
              <a:gd name="connsiteX2-3507" fmla="*/ 1250312 w 2528520"/>
              <a:gd name="connsiteY2-3508" fmla="*/ 3028 h 2529385"/>
              <a:gd name="connsiteX3-3509" fmla="*/ 1266457 w 2528520"/>
              <a:gd name="connsiteY3-3510" fmla="*/ 3064 h 2529385"/>
              <a:gd name="connsiteX4-3511" fmla="*/ 2524070 w 2528520"/>
              <a:gd name="connsiteY4-3512" fmla="*/ 1043175 h 2529385"/>
              <a:gd name="connsiteX5-3513" fmla="*/ 2527879 w 2528520"/>
              <a:gd name="connsiteY5-3514" fmla="*/ 1057231 h 2529385"/>
              <a:gd name="connsiteX6-3515" fmla="*/ 2515929 w 2528520"/>
              <a:gd name="connsiteY6-3516" fmla="*/ 1065631 h 2529385"/>
              <a:gd name="connsiteX7-3517" fmla="*/ 1917492 w 2528520"/>
              <a:gd name="connsiteY7-3518" fmla="*/ 1065631 h 2529385"/>
              <a:gd name="connsiteX8-3519" fmla="*/ 1904792 w 2528520"/>
              <a:gd name="connsiteY8-3520" fmla="*/ 1078331 h 2529385"/>
              <a:gd name="connsiteX9-3521" fmla="*/ 1904792 w 2528520"/>
              <a:gd name="connsiteY9-3522" fmla="*/ 2516733 h 2529385"/>
              <a:gd name="connsiteX10-3523" fmla="*/ 1892092 w 2528520"/>
              <a:gd name="connsiteY10-3524" fmla="*/ 2529385 h 2529385"/>
              <a:gd name="connsiteX11-3525" fmla="*/ 624632 w 2528520"/>
              <a:gd name="connsiteY11-3526" fmla="*/ 2529385 h 2529385"/>
              <a:gd name="connsiteX12-3527" fmla="*/ 611932 w 2528520"/>
              <a:gd name="connsiteY12-3528" fmla="*/ 2516685 h 2529385"/>
              <a:gd name="connsiteX13-3529" fmla="*/ 611932 w 2528520"/>
              <a:gd name="connsiteY13-3530" fmla="*/ 1078282 h 2529385"/>
              <a:gd name="connsiteX14-3531" fmla="*/ 599232 w 2528520"/>
              <a:gd name="connsiteY14-3532" fmla="*/ 1065632 h 2529385"/>
              <a:gd name="connsiteX15-3533" fmla="*/ 795 w 2528520"/>
              <a:gd name="connsiteY15-3534" fmla="*/ 1065632 h 2529385"/>
              <a:gd name="connsiteX16-3535" fmla="*/ 12185 w 2528520"/>
              <a:gd name="connsiteY16-3536" fmla="*/ 1048823 h 2529385"/>
              <a:gd name="connsiteX0-3537" fmla="*/ 12185 w 2528520"/>
              <a:gd name="connsiteY0-3538" fmla="*/ 1048823 h 2529385"/>
              <a:gd name="connsiteX1-3539" fmla="*/ 19895 w 2528520"/>
              <a:gd name="connsiteY1-3540" fmla="*/ 1020645 h 2529385"/>
              <a:gd name="connsiteX2-3541" fmla="*/ 1250312 w 2528520"/>
              <a:gd name="connsiteY2-3542" fmla="*/ 3028 h 2529385"/>
              <a:gd name="connsiteX3-3543" fmla="*/ 1266457 w 2528520"/>
              <a:gd name="connsiteY3-3544" fmla="*/ 3064 h 2529385"/>
              <a:gd name="connsiteX4-3545" fmla="*/ 2524070 w 2528520"/>
              <a:gd name="connsiteY4-3546" fmla="*/ 1043175 h 2529385"/>
              <a:gd name="connsiteX5-3547" fmla="*/ 2527879 w 2528520"/>
              <a:gd name="connsiteY5-3548" fmla="*/ 1057231 h 2529385"/>
              <a:gd name="connsiteX6-3549" fmla="*/ 2515929 w 2528520"/>
              <a:gd name="connsiteY6-3550" fmla="*/ 1065631 h 2529385"/>
              <a:gd name="connsiteX7-3551" fmla="*/ 1917492 w 2528520"/>
              <a:gd name="connsiteY7-3552" fmla="*/ 1065631 h 2529385"/>
              <a:gd name="connsiteX8-3553" fmla="*/ 1904792 w 2528520"/>
              <a:gd name="connsiteY8-3554" fmla="*/ 1078331 h 2529385"/>
              <a:gd name="connsiteX9-3555" fmla="*/ 1904792 w 2528520"/>
              <a:gd name="connsiteY9-3556" fmla="*/ 2516733 h 2529385"/>
              <a:gd name="connsiteX10-3557" fmla="*/ 1892092 w 2528520"/>
              <a:gd name="connsiteY10-3558" fmla="*/ 2529385 h 2529385"/>
              <a:gd name="connsiteX11-3559" fmla="*/ 624632 w 2528520"/>
              <a:gd name="connsiteY11-3560" fmla="*/ 2529385 h 2529385"/>
              <a:gd name="connsiteX12-3561" fmla="*/ 611932 w 2528520"/>
              <a:gd name="connsiteY12-3562" fmla="*/ 2516685 h 2529385"/>
              <a:gd name="connsiteX13-3563" fmla="*/ 611932 w 2528520"/>
              <a:gd name="connsiteY13-3564" fmla="*/ 1078282 h 2529385"/>
              <a:gd name="connsiteX14-3565" fmla="*/ 599232 w 2528520"/>
              <a:gd name="connsiteY14-3566" fmla="*/ 1065632 h 2529385"/>
              <a:gd name="connsiteX15-3567" fmla="*/ 795 w 2528520"/>
              <a:gd name="connsiteY15-3568" fmla="*/ 1065632 h 2529385"/>
              <a:gd name="connsiteX16-3569" fmla="*/ 12185 w 2528520"/>
              <a:gd name="connsiteY16-3570" fmla="*/ 1048823 h 2529385"/>
              <a:gd name="connsiteX0-3571" fmla="*/ 12185 w 2528520"/>
              <a:gd name="connsiteY0-3572" fmla="*/ 1048274 h 2528836"/>
              <a:gd name="connsiteX1-3573" fmla="*/ 19895 w 2528520"/>
              <a:gd name="connsiteY1-3574" fmla="*/ 1020096 h 2528836"/>
              <a:gd name="connsiteX2-3575" fmla="*/ 1242215 w 2528520"/>
              <a:gd name="connsiteY2-3576" fmla="*/ 9173 h 2528836"/>
              <a:gd name="connsiteX3-3577" fmla="*/ 1266457 w 2528520"/>
              <a:gd name="connsiteY3-3578" fmla="*/ 2515 h 2528836"/>
              <a:gd name="connsiteX4-3579" fmla="*/ 2524070 w 2528520"/>
              <a:gd name="connsiteY4-3580" fmla="*/ 1042626 h 2528836"/>
              <a:gd name="connsiteX5-3581" fmla="*/ 2527879 w 2528520"/>
              <a:gd name="connsiteY5-3582" fmla="*/ 1056682 h 2528836"/>
              <a:gd name="connsiteX6-3583" fmla="*/ 2515929 w 2528520"/>
              <a:gd name="connsiteY6-3584" fmla="*/ 1065082 h 2528836"/>
              <a:gd name="connsiteX7-3585" fmla="*/ 1917492 w 2528520"/>
              <a:gd name="connsiteY7-3586" fmla="*/ 1065082 h 2528836"/>
              <a:gd name="connsiteX8-3587" fmla="*/ 1904792 w 2528520"/>
              <a:gd name="connsiteY8-3588" fmla="*/ 1077782 h 2528836"/>
              <a:gd name="connsiteX9-3589" fmla="*/ 1904792 w 2528520"/>
              <a:gd name="connsiteY9-3590" fmla="*/ 2516184 h 2528836"/>
              <a:gd name="connsiteX10-3591" fmla="*/ 1892092 w 2528520"/>
              <a:gd name="connsiteY10-3592" fmla="*/ 2528836 h 2528836"/>
              <a:gd name="connsiteX11-3593" fmla="*/ 624632 w 2528520"/>
              <a:gd name="connsiteY11-3594" fmla="*/ 2528836 h 2528836"/>
              <a:gd name="connsiteX12-3595" fmla="*/ 611932 w 2528520"/>
              <a:gd name="connsiteY12-3596" fmla="*/ 2516136 h 2528836"/>
              <a:gd name="connsiteX13-3597" fmla="*/ 611932 w 2528520"/>
              <a:gd name="connsiteY13-3598" fmla="*/ 1077733 h 2528836"/>
              <a:gd name="connsiteX14-3599" fmla="*/ 599232 w 2528520"/>
              <a:gd name="connsiteY14-3600" fmla="*/ 1065083 h 2528836"/>
              <a:gd name="connsiteX15-3601" fmla="*/ 795 w 2528520"/>
              <a:gd name="connsiteY15-3602" fmla="*/ 1065083 h 2528836"/>
              <a:gd name="connsiteX16-3603" fmla="*/ 12185 w 2528520"/>
              <a:gd name="connsiteY16-3604" fmla="*/ 1048274 h 2528836"/>
              <a:gd name="connsiteX0-3605" fmla="*/ 12185 w 2528520"/>
              <a:gd name="connsiteY0-3606" fmla="*/ 1047650 h 2528212"/>
              <a:gd name="connsiteX1-3607" fmla="*/ 19895 w 2528520"/>
              <a:gd name="connsiteY1-3608" fmla="*/ 1019472 h 2528212"/>
              <a:gd name="connsiteX2-3609" fmla="*/ 1242215 w 2528520"/>
              <a:gd name="connsiteY2-3610" fmla="*/ 8549 h 2528212"/>
              <a:gd name="connsiteX3-3611" fmla="*/ 1266457 w 2528520"/>
              <a:gd name="connsiteY3-3612" fmla="*/ 1891 h 2528212"/>
              <a:gd name="connsiteX4-3613" fmla="*/ 2524070 w 2528520"/>
              <a:gd name="connsiteY4-3614" fmla="*/ 1042002 h 2528212"/>
              <a:gd name="connsiteX5-3615" fmla="*/ 2527879 w 2528520"/>
              <a:gd name="connsiteY5-3616" fmla="*/ 1056058 h 2528212"/>
              <a:gd name="connsiteX6-3617" fmla="*/ 2515929 w 2528520"/>
              <a:gd name="connsiteY6-3618" fmla="*/ 1064458 h 2528212"/>
              <a:gd name="connsiteX7-3619" fmla="*/ 1917492 w 2528520"/>
              <a:gd name="connsiteY7-3620" fmla="*/ 1064458 h 2528212"/>
              <a:gd name="connsiteX8-3621" fmla="*/ 1904792 w 2528520"/>
              <a:gd name="connsiteY8-3622" fmla="*/ 1077158 h 2528212"/>
              <a:gd name="connsiteX9-3623" fmla="*/ 1904792 w 2528520"/>
              <a:gd name="connsiteY9-3624" fmla="*/ 2515560 h 2528212"/>
              <a:gd name="connsiteX10-3625" fmla="*/ 1892092 w 2528520"/>
              <a:gd name="connsiteY10-3626" fmla="*/ 2528212 h 2528212"/>
              <a:gd name="connsiteX11-3627" fmla="*/ 624632 w 2528520"/>
              <a:gd name="connsiteY11-3628" fmla="*/ 2528212 h 2528212"/>
              <a:gd name="connsiteX12-3629" fmla="*/ 611932 w 2528520"/>
              <a:gd name="connsiteY12-3630" fmla="*/ 2515512 h 2528212"/>
              <a:gd name="connsiteX13-3631" fmla="*/ 611932 w 2528520"/>
              <a:gd name="connsiteY13-3632" fmla="*/ 1077109 h 2528212"/>
              <a:gd name="connsiteX14-3633" fmla="*/ 599232 w 2528520"/>
              <a:gd name="connsiteY14-3634" fmla="*/ 1064459 h 2528212"/>
              <a:gd name="connsiteX15-3635" fmla="*/ 795 w 2528520"/>
              <a:gd name="connsiteY15-3636" fmla="*/ 1064459 h 2528212"/>
              <a:gd name="connsiteX16-3637" fmla="*/ 12185 w 2528520"/>
              <a:gd name="connsiteY16-3638" fmla="*/ 1047650 h 2528212"/>
              <a:gd name="connsiteX0-3639" fmla="*/ 12185 w 2528520"/>
              <a:gd name="connsiteY0-3640" fmla="*/ 1046485 h 2527047"/>
              <a:gd name="connsiteX1-3641" fmla="*/ 19895 w 2528520"/>
              <a:gd name="connsiteY1-3642" fmla="*/ 1018307 h 2527047"/>
              <a:gd name="connsiteX2-3643" fmla="*/ 1242215 w 2528520"/>
              <a:gd name="connsiteY2-3644" fmla="*/ 7384 h 2527047"/>
              <a:gd name="connsiteX3-3645" fmla="*/ 1266457 w 2528520"/>
              <a:gd name="connsiteY3-3646" fmla="*/ 726 h 2527047"/>
              <a:gd name="connsiteX4-3647" fmla="*/ 2524070 w 2528520"/>
              <a:gd name="connsiteY4-3648" fmla="*/ 1040837 h 2527047"/>
              <a:gd name="connsiteX5-3649" fmla="*/ 2527879 w 2528520"/>
              <a:gd name="connsiteY5-3650" fmla="*/ 1054893 h 2527047"/>
              <a:gd name="connsiteX6-3651" fmla="*/ 2515929 w 2528520"/>
              <a:gd name="connsiteY6-3652" fmla="*/ 1063293 h 2527047"/>
              <a:gd name="connsiteX7-3653" fmla="*/ 1917492 w 2528520"/>
              <a:gd name="connsiteY7-3654" fmla="*/ 1063293 h 2527047"/>
              <a:gd name="connsiteX8-3655" fmla="*/ 1904792 w 2528520"/>
              <a:gd name="connsiteY8-3656" fmla="*/ 1075993 h 2527047"/>
              <a:gd name="connsiteX9-3657" fmla="*/ 1904792 w 2528520"/>
              <a:gd name="connsiteY9-3658" fmla="*/ 2514395 h 2527047"/>
              <a:gd name="connsiteX10-3659" fmla="*/ 1892092 w 2528520"/>
              <a:gd name="connsiteY10-3660" fmla="*/ 2527047 h 2527047"/>
              <a:gd name="connsiteX11-3661" fmla="*/ 624632 w 2528520"/>
              <a:gd name="connsiteY11-3662" fmla="*/ 2527047 h 2527047"/>
              <a:gd name="connsiteX12-3663" fmla="*/ 611932 w 2528520"/>
              <a:gd name="connsiteY12-3664" fmla="*/ 2514347 h 2527047"/>
              <a:gd name="connsiteX13-3665" fmla="*/ 611932 w 2528520"/>
              <a:gd name="connsiteY13-3666" fmla="*/ 1075944 h 2527047"/>
              <a:gd name="connsiteX14-3667" fmla="*/ 599232 w 2528520"/>
              <a:gd name="connsiteY14-3668" fmla="*/ 1063294 h 2527047"/>
              <a:gd name="connsiteX15-3669" fmla="*/ 795 w 2528520"/>
              <a:gd name="connsiteY15-3670" fmla="*/ 1063294 h 2527047"/>
              <a:gd name="connsiteX16-3671" fmla="*/ 12185 w 2528520"/>
              <a:gd name="connsiteY16-3672" fmla="*/ 1046485 h 2527047"/>
              <a:gd name="connsiteX0-3673" fmla="*/ 12185 w 2528520"/>
              <a:gd name="connsiteY0-3674" fmla="*/ 1045174 h 2525736"/>
              <a:gd name="connsiteX1-3675" fmla="*/ 19895 w 2528520"/>
              <a:gd name="connsiteY1-3676" fmla="*/ 1016996 h 2525736"/>
              <a:gd name="connsiteX2-3677" fmla="*/ 1242215 w 2528520"/>
              <a:gd name="connsiteY2-3678" fmla="*/ 6073 h 2525736"/>
              <a:gd name="connsiteX3-3679" fmla="*/ 1274549 w 2528520"/>
              <a:gd name="connsiteY3-3680" fmla="*/ 6109 h 2525736"/>
              <a:gd name="connsiteX4-3681" fmla="*/ 2524070 w 2528520"/>
              <a:gd name="connsiteY4-3682" fmla="*/ 1039526 h 2525736"/>
              <a:gd name="connsiteX5-3683" fmla="*/ 2527879 w 2528520"/>
              <a:gd name="connsiteY5-3684" fmla="*/ 1053582 h 2525736"/>
              <a:gd name="connsiteX6-3685" fmla="*/ 2515929 w 2528520"/>
              <a:gd name="connsiteY6-3686" fmla="*/ 1061982 h 2525736"/>
              <a:gd name="connsiteX7-3687" fmla="*/ 1917492 w 2528520"/>
              <a:gd name="connsiteY7-3688" fmla="*/ 1061982 h 2525736"/>
              <a:gd name="connsiteX8-3689" fmla="*/ 1904792 w 2528520"/>
              <a:gd name="connsiteY8-3690" fmla="*/ 1074682 h 2525736"/>
              <a:gd name="connsiteX9-3691" fmla="*/ 1904792 w 2528520"/>
              <a:gd name="connsiteY9-3692" fmla="*/ 2513084 h 2525736"/>
              <a:gd name="connsiteX10-3693" fmla="*/ 1892092 w 2528520"/>
              <a:gd name="connsiteY10-3694" fmla="*/ 2525736 h 2525736"/>
              <a:gd name="connsiteX11-3695" fmla="*/ 624632 w 2528520"/>
              <a:gd name="connsiteY11-3696" fmla="*/ 2525736 h 2525736"/>
              <a:gd name="connsiteX12-3697" fmla="*/ 611932 w 2528520"/>
              <a:gd name="connsiteY12-3698" fmla="*/ 2513036 h 2525736"/>
              <a:gd name="connsiteX13-3699" fmla="*/ 611932 w 2528520"/>
              <a:gd name="connsiteY13-3700" fmla="*/ 1074633 h 2525736"/>
              <a:gd name="connsiteX14-3701" fmla="*/ 599232 w 2528520"/>
              <a:gd name="connsiteY14-3702" fmla="*/ 1061983 h 2525736"/>
              <a:gd name="connsiteX15-3703" fmla="*/ 795 w 2528520"/>
              <a:gd name="connsiteY15-3704" fmla="*/ 1061983 h 2525736"/>
              <a:gd name="connsiteX16-3705" fmla="*/ 12185 w 2528520"/>
              <a:gd name="connsiteY16-3706" fmla="*/ 1045174 h 2525736"/>
              <a:gd name="connsiteX0-3707" fmla="*/ 12185 w 2528520"/>
              <a:gd name="connsiteY0-3708" fmla="*/ 1045174 h 2525736"/>
              <a:gd name="connsiteX1-3709" fmla="*/ 19895 w 2528520"/>
              <a:gd name="connsiteY1-3710" fmla="*/ 1016996 h 2525736"/>
              <a:gd name="connsiteX2-3711" fmla="*/ 1242215 w 2528520"/>
              <a:gd name="connsiteY2-3712" fmla="*/ 6073 h 2525736"/>
              <a:gd name="connsiteX3-3713" fmla="*/ 1274549 w 2528520"/>
              <a:gd name="connsiteY3-3714" fmla="*/ 6109 h 2525736"/>
              <a:gd name="connsiteX4-3715" fmla="*/ 2524070 w 2528520"/>
              <a:gd name="connsiteY4-3716" fmla="*/ 1039526 h 2525736"/>
              <a:gd name="connsiteX5-3717" fmla="*/ 2527879 w 2528520"/>
              <a:gd name="connsiteY5-3718" fmla="*/ 1053582 h 2525736"/>
              <a:gd name="connsiteX6-3719" fmla="*/ 2515929 w 2528520"/>
              <a:gd name="connsiteY6-3720" fmla="*/ 1061982 h 2525736"/>
              <a:gd name="connsiteX7-3721" fmla="*/ 1917492 w 2528520"/>
              <a:gd name="connsiteY7-3722" fmla="*/ 1061982 h 2525736"/>
              <a:gd name="connsiteX8-3723" fmla="*/ 1904792 w 2528520"/>
              <a:gd name="connsiteY8-3724" fmla="*/ 1074682 h 2525736"/>
              <a:gd name="connsiteX9-3725" fmla="*/ 1904792 w 2528520"/>
              <a:gd name="connsiteY9-3726" fmla="*/ 2513084 h 2525736"/>
              <a:gd name="connsiteX10-3727" fmla="*/ 1892092 w 2528520"/>
              <a:gd name="connsiteY10-3728" fmla="*/ 2525736 h 2525736"/>
              <a:gd name="connsiteX11-3729" fmla="*/ 624632 w 2528520"/>
              <a:gd name="connsiteY11-3730" fmla="*/ 2525736 h 2525736"/>
              <a:gd name="connsiteX12-3731" fmla="*/ 611932 w 2528520"/>
              <a:gd name="connsiteY12-3732" fmla="*/ 2513036 h 2525736"/>
              <a:gd name="connsiteX13-3733" fmla="*/ 611932 w 2528520"/>
              <a:gd name="connsiteY13-3734" fmla="*/ 1074633 h 2525736"/>
              <a:gd name="connsiteX14-3735" fmla="*/ 599232 w 2528520"/>
              <a:gd name="connsiteY14-3736" fmla="*/ 1061983 h 2525736"/>
              <a:gd name="connsiteX15-3737" fmla="*/ 795 w 2528520"/>
              <a:gd name="connsiteY15-3738" fmla="*/ 1061983 h 2525736"/>
              <a:gd name="connsiteX16-3739" fmla="*/ 12185 w 2528520"/>
              <a:gd name="connsiteY16-3740" fmla="*/ 1045174 h 2525736"/>
              <a:gd name="connsiteX0-3741" fmla="*/ 12185 w 2528520"/>
              <a:gd name="connsiteY0-3742" fmla="*/ 1045174 h 2525736"/>
              <a:gd name="connsiteX1-3743" fmla="*/ 19895 w 2528520"/>
              <a:gd name="connsiteY1-3744" fmla="*/ 1016996 h 2525736"/>
              <a:gd name="connsiteX2-3745" fmla="*/ 1242215 w 2528520"/>
              <a:gd name="connsiteY2-3746" fmla="*/ 6073 h 2525736"/>
              <a:gd name="connsiteX3-3747" fmla="*/ 1274549 w 2528520"/>
              <a:gd name="connsiteY3-3748" fmla="*/ 6109 h 2525736"/>
              <a:gd name="connsiteX4-3749" fmla="*/ 2524070 w 2528520"/>
              <a:gd name="connsiteY4-3750" fmla="*/ 1039526 h 2525736"/>
              <a:gd name="connsiteX5-3751" fmla="*/ 2527879 w 2528520"/>
              <a:gd name="connsiteY5-3752" fmla="*/ 1053582 h 2525736"/>
              <a:gd name="connsiteX6-3753" fmla="*/ 2515929 w 2528520"/>
              <a:gd name="connsiteY6-3754" fmla="*/ 1061982 h 2525736"/>
              <a:gd name="connsiteX7-3755" fmla="*/ 1917492 w 2528520"/>
              <a:gd name="connsiteY7-3756" fmla="*/ 1061982 h 2525736"/>
              <a:gd name="connsiteX8-3757" fmla="*/ 1904792 w 2528520"/>
              <a:gd name="connsiteY8-3758" fmla="*/ 1074682 h 2525736"/>
              <a:gd name="connsiteX9-3759" fmla="*/ 1904792 w 2528520"/>
              <a:gd name="connsiteY9-3760" fmla="*/ 2513084 h 2525736"/>
              <a:gd name="connsiteX10-3761" fmla="*/ 1892092 w 2528520"/>
              <a:gd name="connsiteY10-3762" fmla="*/ 2525736 h 2525736"/>
              <a:gd name="connsiteX11-3763" fmla="*/ 624632 w 2528520"/>
              <a:gd name="connsiteY11-3764" fmla="*/ 2525736 h 2525736"/>
              <a:gd name="connsiteX12-3765" fmla="*/ 611932 w 2528520"/>
              <a:gd name="connsiteY12-3766" fmla="*/ 2513036 h 2525736"/>
              <a:gd name="connsiteX13-3767" fmla="*/ 611932 w 2528520"/>
              <a:gd name="connsiteY13-3768" fmla="*/ 1074633 h 2525736"/>
              <a:gd name="connsiteX14-3769" fmla="*/ 599232 w 2528520"/>
              <a:gd name="connsiteY14-3770" fmla="*/ 1061983 h 2525736"/>
              <a:gd name="connsiteX15-3771" fmla="*/ 795 w 2528520"/>
              <a:gd name="connsiteY15-3772" fmla="*/ 1061983 h 2525736"/>
              <a:gd name="connsiteX16-3773" fmla="*/ 12185 w 2528520"/>
              <a:gd name="connsiteY16-3774" fmla="*/ 1045174 h 2525736"/>
              <a:gd name="connsiteX0-3775" fmla="*/ 12185 w 2528315"/>
              <a:gd name="connsiteY0-3776" fmla="*/ 1045174 h 2525736"/>
              <a:gd name="connsiteX1-3777" fmla="*/ 19895 w 2528315"/>
              <a:gd name="connsiteY1-3778" fmla="*/ 1016996 h 2525736"/>
              <a:gd name="connsiteX2-3779" fmla="*/ 1242215 w 2528315"/>
              <a:gd name="connsiteY2-3780" fmla="*/ 6073 h 2525736"/>
              <a:gd name="connsiteX3-3781" fmla="*/ 1274549 w 2528315"/>
              <a:gd name="connsiteY3-3782" fmla="*/ 6109 h 2525736"/>
              <a:gd name="connsiteX4-3783" fmla="*/ 2496871 w 2528315"/>
              <a:gd name="connsiteY4-3784" fmla="*/ 1017031 h 2525736"/>
              <a:gd name="connsiteX5-3785" fmla="*/ 2527879 w 2528315"/>
              <a:gd name="connsiteY5-3786" fmla="*/ 1053582 h 2525736"/>
              <a:gd name="connsiteX6-3787" fmla="*/ 2515929 w 2528315"/>
              <a:gd name="connsiteY6-3788" fmla="*/ 1061982 h 2525736"/>
              <a:gd name="connsiteX7-3789" fmla="*/ 1917492 w 2528315"/>
              <a:gd name="connsiteY7-3790" fmla="*/ 1061982 h 2525736"/>
              <a:gd name="connsiteX8-3791" fmla="*/ 1904792 w 2528315"/>
              <a:gd name="connsiteY8-3792" fmla="*/ 1074682 h 2525736"/>
              <a:gd name="connsiteX9-3793" fmla="*/ 1904792 w 2528315"/>
              <a:gd name="connsiteY9-3794" fmla="*/ 2513084 h 2525736"/>
              <a:gd name="connsiteX10-3795" fmla="*/ 1892092 w 2528315"/>
              <a:gd name="connsiteY10-3796" fmla="*/ 2525736 h 2525736"/>
              <a:gd name="connsiteX11-3797" fmla="*/ 624632 w 2528315"/>
              <a:gd name="connsiteY11-3798" fmla="*/ 2525736 h 2525736"/>
              <a:gd name="connsiteX12-3799" fmla="*/ 611932 w 2528315"/>
              <a:gd name="connsiteY12-3800" fmla="*/ 2513036 h 2525736"/>
              <a:gd name="connsiteX13-3801" fmla="*/ 611932 w 2528315"/>
              <a:gd name="connsiteY13-3802" fmla="*/ 1074633 h 2525736"/>
              <a:gd name="connsiteX14-3803" fmla="*/ 599232 w 2528315"/>
              <a:gd name="connsiteY14-3804" fmla="*/ 1061983 h 2525736"/>
              <a:gd name="connsiteX15-3805" fmla="*/ 795 w 2528315"/>
              <a:gd name="connsiteY15-3806" fmla="*/ 1061983 h 2525736"/>
              <a:gd name="connsiteX16-3807" fmla="*/ 12185 w 2528315"/>
              <a:gd name="connsiteY16-3808" fmla="*/ 1045174 h 2525736"/>
              <a:gd name="connsiteX0-3809" fmla="*/ 12185 w 2527958"/>
              <a:gd name="connsiteY0-3810" fmla="*/ 1045174 h 2525736"/>
              <a:gd name="connsiteX1-3811" fmla="*/ 19895 w 2527958"/>
              <a:gd name="connsiteY1-3812" fmla="*/ 1016996 h 2525736"/>
              <a:gd name="connsiteX2-3813" fmla="*/ 1242215 w 2527958"/>
              <a:gd name="connsiteY2-3814" fmla="*/ 6073 h 2525736"/>
              <a:gd name="connsiteX3-3815" fmla="*/ 1274549 w 2527958"/>
              <a:gd name="connsiteY3-3816" fmla="*/ 6109 h 2525736"/>
              <a:gd name="connsiteX4-3817" fmla="*/ 2496871 w 2527958"/>
              <a:gd name="connsiteY4-3818" fmla="*/ 1017031 h 2525736"/>
              <a:gd name="connsiteX5-3819" fmla="*/ 2527879 w 2527958"/>
              <a:gd name="connsiteY5-3820" fmla="*/ 1053582 h 2525736"/>
              <a:gd name="connsiteX6-3821" fmla="*/ 2515929 w 2527958"/>
              <a:gd name="connsiteY6-3822" fmla="*/ 1061982 h 2525736"/>
              <a:gd name="connsiteX7-3823" fmla="*/ 1917492 w 2527958"/>
              <a:gd name="connsiteY7-3824" fmla="*/ 1061982 h 2525736"/>
              <a:gd name="connsiteX8-3825" fmla="*/ 1904792 w 2527958"/>
              <a:gd name="connsiteY8-3826" fmla="*/ 1074682 h 2525736"/>
              <a:gd name="connsiteX9-3827" fmla="*/ 1904792 w 2527958"/>
              <a:gd name="connsiteY9-3828" fmla="*/ 2513084 h 2525736"/>
              <a:gd name="connsiteX10-3829" fmla="*/ 1892092 w 2527958"/>
              <a:gd name="connsiteY10-3830" fmla="*/ 2525736 h 2525736"/>
              <a:gd name="connsiteX11-3831" fmla="*/ 624632 w 2527958"/>
              <a:gd name="connsiteY11-3832" fmla="*/ 2525736 h 2525736"/>
              <a:gd name="connsiteX12-3833" fmla="*/ 611932 w 2527958"/>
              <a:gd name="connsiteY12-3834" fmla="*/ 2513036 h 2525736"/>
              <a:gd name="connsiteX13-3835" fmla="*/ 611932 w 2527958"/>
              <a:gd name="connsiteY13-3836" fmla="*/ 1074633 h 2525736"/>
              <a:gd name="connsiteX14-3837" fmla="*/ 599232 w 2527958"/>
              <a:gd name="connsiteY14-3838" fmla="*/ 1061983 h 2525736"/>
              <a:gd name="connsiteX15-3839" fmla="*/ 795 w 2527958"/>
              <a:gd name="connsiteY15-3840" fmla="*/ 1061983 h 2525736"/>
              <a:gd name="connsiteX16-3841" fmla="*/ 12185 w 2527958"/>
              <a:gd name="connsiteY16-3842" fmla="*/ 1045174 h 2525736"/>
              <a:gd name="connsiteX0-3843" fmla="*/ 12185 w 2527879"/>
              <a:gd name="connsiteY0-3844" fmla="*/ 1045174 h 2525736"/>
              <a:gd name="connsiteX1-3845" fmla="*/ 19895 w 2527879"/>
              <a:gd name="connsiteY1-3846" fmla="*/ 1016996 h 2525736"/>
              <a:gd name="connsiteX2-3847" fmla="*/ 1242215 w 2527879"/>
              <a:gd name="connsiteY2-3848" fmla="*/ 6073 h 2525736"/>
              <a:gd name="connsiteX3-3849" fmla="*/ 1274549 w 2527879"/>
              <a:gd name="connsiteY3-3850" fmla="*/ 6109 h 2525736"/>
              <a:gd name="connsiteX4-3851" fmla="*/ 2496871 w 2527879"/>
              <a:gd name="connsiteY4-3852" fmla="*/ 1017031 h 2525736"/>
              <a:gd name="connsiteX5-3853" fmla="*/ 2527879 w 2527879"/>
              <a:gd name="connsiteY5-3854" fmla="*/ 1053582 h 2525736"/>
              <a:gd name="connsiteX6-3855" fmla="*/ 2515929 w 2527879"/>
              <a:gd name="connsiteY6-3856" fmla="*/ 1061982 h 2525736"/>
              <a:gd name="connsiteX7-3857" fmla="*/ 1917492 w 2527879"/>
              <a:gd name="connsiteY7-3858" fmla="*/ 1061982 h 2525736"/>
              <a:gd name="connsiteX8-3859" fmla="*/ 1904792 w 2527879"/>
              <a:gd name="connsiteY8-3860" fmla="*/ 1074682 h 2525736"/>
              <a:gd name="connsiteX9-3861" fmla="*/ 1904792 w 2527879"/>
              <a:gd name="connsiteY9-3862" fmla="*/ 2513084 h 2525736"/>
              <a:gd name="connsiteX10-3863" fmla="*/ 1892092 w 2527879"/>
              <a:gd name="connsiteY10-3864" fmla="*/ 2525736 h 2525736"/>
              <a:gd name="connsiteX11-3865" fmla="*/ 624632 w 2527879"/>
              <a:gd name="connsiteY11-3866" fmla="*/ 2525736 h 2525736"/>
              <a:gd name="connsiteX12-3867" fmla="*/ 611932 w 2527879"/>
              <a:gd name="connsiteY12-3868" fmla="*/ 2513036 h 2525736"/>
              <a:gd name="connsiteX13-3869" fmla="*/ 611932 w 2527879"/>
              <a:gd name="connsiteY13-3870" fmla="*/ 1074633 h 2525736"/>
              <a:gd name="connsiteX14-3871" fmla="*/ 599232 w 2527879"/>
              <a:gd name="connsiteY14-3872" fmla="*/ 1061983 h 2525736"/>
              <a:gd name="connsiteX15-3873" fmla="*/ 795 w 2527879"/>
              <a:gd name="connsiteY15-3874" fmla="*/ 1061983 h 2525736"/>
              <a:gd name="connsiteX16-3875" fmla="*/ 12185 w 2527879"/>
              <a:gd name="connsiteY16-3876" fmla="*/ 1045174 h 2525736"/>
              <a:gd name="connsiteX0-3877" fmla="*/ 12185 w 2520339"/>
              <a:gd name="connsiteY0-3878" fmla="*/ 1045174 h 2525736"/>
              <a:gd name="connsiteX1-3879" fmla="*/ 19895 w 2520339"/>
              <a:gd name="connsiteY1-3880" fmla="*/ 1016996 h 2525736"/>
              <a:gd name="connsiteX2-3881" fmla="*/ 1242215 w 2520339"/>
              <a:gd name="connsiteY2-3882" fmla="*/ 6073 h 2525736"/>
              <a:gd name="connsiteX3-3883" fmla="*/ 1274549 w 2520339"/>
              <a:gd name="connsiteY3-3884" fmla="*/ 6109 h 2525736"/>
              <a:gd name="connsiteX4-3885" fmla="*/ 2496871 w 2520339"/>
              <a:gd name="connsiteY4-3886" fmla="*/ 1017031 h 2525736"/>
              <a:gd name="connsiteX5-3887" fmla="*/ 2504535 w 2520339"/>
              <a:gd name="connsiteY5-3888" fmla="*/ 1045181 h 2525736"/>
              <a:gd name="connsiteX6-3889" fmla="*/ 2515929 w 2520339"/>
              <a:gd name="connsiteY6-3890" fmla="*/ 1061982 h 2525736"/>
              <a:gd name="connsiteX7-3891" fmla="*/ 1917492 w 2520339"/>
              <a:gd name="connsiteY7-3892" fmla="*/ 1061982 h 2525736"/>
              <a:gd name="connsiteX8-3893" fmla="*/ 1904792 w 2520339"/>
              <a:gd name="connsiteY8-3894" fmla="*/ 1074682 h 2525736"/>
              <a:gd name="connsiteX9-3895" fmla="*/ 1904792 w 2520339"/>
              <a:gd name="connsiteY9-3896" fmla="*/ 2513084 h 2525736"/>
              <a:gd name="connsiteX10-3897" fmla="*/ 1892092 w 2520339"/>
              <a:gd name="connsiteY10-3898" fmla="*/ 2525736 h 2525736"/>
              <a:gd name="connsiteX11-3899" fmla="*/ 624632 w 2520339"/>
              <a:gd name="connsiteY11-3900" fmla="*/ 2525736 h 2525736"/>
              <a:gd name="connsiteX12-3901" fmla="*/ 611932 w 2520339"/>
              <a:gd name="connsiteY12-3902" fmla="*/ 2513036 h 2525736"/>
              <a:gd name="connsiteX13-3903" fmla="*/ 611932 w 2520339"/>
              <a:gd name="connsiteY13-3904" fmla="*/ 1074633 h 2525736"/>
              <a:gd name="connsiteX14-3905" fmla="*/ 599232 w 2520339"/>
              <a:gd name="connsiteY14-3906" fmla="*/ 1061983 h 2525736"/>
              <a:gd name="connsiteX15-3907" fmla="*/ 795 w 2520339"/>
              <a:gd name="connsiteY15-3908" fmla="*/ 1061983 h 2525736"/>
              <a:gd name="connsiteX16-3909" fmla="*/ 12185 w 2520339"/>
              <a:gd name="connsiteY16-3910" fmla="*/ 1045174 h 2525736"/>
              <a:gd name="connsiteX0-3911" fmla="*/ 12185 w 2516723"/>
              <a:gd name="connsiteY0-3912" fmla="*/ 1045174 h 2525736"/>
              <a:gd name="connsiteX1-3913" fmla="*/ 19895 w 2516723"/>
              <a:gd name="connsiteY1-3914" fmla="*/ 1016996 h 2525736"/>
              <a:gd name="connsiteX2-3915" fmla="*/ 1242215 w 2516723"/>
              <a:gd name="connsiteY2-3916" fmla="*/ 6073 h 2525736"/>
              <a:gd name="connsiteX3-3917" fmla="*/ 1274549 w 2516723"/>
              <a:gd name="connsiteY3-3918" fmla="*/ 6109 h 2525736"/>
              <a:gd name="connsiteX4-3919" fmla="*/ 2496871 w 2516723"/>
              <a:gd name="connsiteY4-3920" fmla="*/ 1017031 h 2525736"/>
              <a:gd name="connsiteX5-3921" fmla="*/ 2504535 w 2516723"/>
              <a:gd name="connsiteY5-3922" fmla="*/ 1045181 h 2525736"/>
              <a:gd name="connsiteX6-3923" fmla="*/ 2515929 w 2516723"/>
              <a:gd name="connsiteY6-3924" fmla="*/ 1061982 h 2525736"/>
              <a:gd name="connsiteX7-3925" fmla="*/ 1917492 w 2516723"/>
              <a:gd name="connsiteY7-3926" fmla="*/ 1061982 h 2525736"/>
              <a:gd name="connsiteX8-3927" fmla="*/ 1904792 w 2516723"/>
              <a:gd name="connsiteY8-3928" fmla="*/ 1074682 h 2525736"/>
              <a:gd name="connsiteX9-3929" fmla="*/ 1904792 w 2516723"/>
              <a:gd name="connsiteY9-3930" fmla="*/ 2513084 h 2525736"/>
              <a:gd name="connsiteX10-3931" fmla="*/ 1892092 w 2516723"/>
              <a:gd name="connsiteY10-3932" fmla="*/ 2525736 h 2525736"/>
              <a:gd name="connsiteX11-3933" fmla="*/ 624632 w 2516723"/>
              <a:gd name="connsiteY11-3934" fmla="*/ 2525736 h 2525736"/>
              <a:gd name="connsiteX12-3935" fmla="*/ 611932 w 2516723"/>
              <a:gd name="connsiteY12-3936" fmla="*/ 2513036 h 2525736"/>
              <a:gd name="connsiteX13-3937" fmla="*/ 611932 w 2516723"/>
              <a:gd name="connsiteY13-3938" fmla="*/ 1074633 h 2525736"/>
              <a:gd name="connsiteX14-3939" fmla="*/ 599232 w 2516723"/>
              <a:gd name="connsiteY14-3940" fmla="*/ 1061983 h 2525736"/>
              <a:gd name="connsiteX15-3941" fmla="*/ 795 w 2516723"/>
              <a:gd name="connsiteY15-3942" fmla="*/ 1061983 h 2525736"/>
              <a:gd name="connsiteX16-3943" fmla="*/ 12185 w 2516723"/>
              <a:gd name="connsiteY16-3944" fmla="*/ 1045174 h 2525736"/>
              <a:gd name="connsiteX0-3945" fmla="*/ 12185 w 2515929"/>
              <a:gd name="connsiteY0-3946" fmla="*/ 1045174 h 2525736"/>
              <a:gd name="connsiteX1-3947" fmla="*/ 19895 w 2515929"/>
              <a:gd name="connsiteY1-3948" fmla="*/ 1016996 h 2525736"/>
              <a:gd name="connsiteX2-3949" fmla="*/ 1242215 w 2515929"/>
              <a:gd name="connsiteY2-3950" fmla="*/ 6073 h 2525736"/>
              <a:gd name="connsiteX3-3951" fmla="*/ 1274549 w 2515929"/>
              <a:gd name="connsiteY3-3952" fmla="*/ 6109 h 2525736"/>
              <a:gd name="connsiteX4-3953" fmla="*/ 2496871 w 2515929"/>
              <a:gd name="connsiteY4-3954" fmla="*/ 1017031 h 2525736"/>
              <a:gd name="connsiteX5-3955" fmla="*/ 2504535 w 2515929"/>
              <a:gd name="connsiteY5-3956" fmla="*/ 1045181 h 2525736"/>
              <a:gd name="connsiteX6-3957" fmla="*/ 2515929 w 2515929"/>
              <a:gd name="connsiteY6-3958" fmla="*/ 1061982 h 2525736"/>
              <a:gd name="connsiteX7-3959" fmla="*/ 1917492 w 2515929"/>
              <a:gd name="connsiteY7-3960" fmla="*/ 1061982 h 2525736"/>
              <a:gd name="connsiteX8-3961" fmla="*/ 1904792 w 2515929"/>
              <a:gd name="connsiteY8-3962" fmla="*/ 1074682 h 2525736"/>
              <a:gd name="connsiteX9-3963" fmla="*/ 1904792 w 2515929"/>
              <a:gd name="connsiteY9-3964" fmla="*/ 2513084 h 2525736"/>
              <a:gd name="connsiteX10-3965" fmla="*/ 1892092 w 2515929"/>
              <a:gd name="connsiteY10-3966" fmla="*/ 2525736 h 2525736"/>
              <a:gd name="connsiteX11-3967" fmla="*/ 624632 w 2515929"/>
              <a:gd name="connsiteY11-3968" fmla="*/ 2525736 h 2525736"/>
              <a:gd name="connsiteX12-3969" fmla="*/ 611932 w 2515929"/>
              <a:gd name="connsiteY12-3970" fmla="*/ 2513036 h 2525736"/>
              <a:gd name="connsiteX13-3971" fmla="*/ 611932 w 2515929"/>
              <a:gd name="connsiteY13-3972" fmla="*/ 1074633 h 2525736"/>
              <a:gd name="connsiteX14-3973" fmla="*/ 599232 w 2515929"/>
              <a:gd name="connsiteY14-3974" fmla="*/ 1061983 h 2525736"/>
              <a:gd name="connsiteX15-3975" fmla="*/ 795 w 2515929"/>
              <a:gd name="connsiteY15-3976" fmla="*/ 1061983 h 2525736"/>
              <a:gd name="connsiteX16-3977" fmla="*/ 12185 w 2515929"/>
              <a:gd name="connsiteY16-3978" fmla="*/ 1045174 h 2525736"/>
              <a:gd name="connsiteX0-3979" fmla="*/ 12185 w 2505809"/>
              <a:gd name="connsiteY0-3980" fmla="*/ 1045174 h 2525736"/>
              <a:gd name="connsiteX1-3981" fmla="*/ 19895 w 2505809"/>
              <a:gd name="connsiteY1-3982" fmla="*/ 1016996 h 2525736"/>
              <a:gd name="connsiteX2-3983" fmla="*/ 1242215 w 2505809"/>
              <a:gd name="connsiteY2-3984" fmla="*/ 6073 h 2525736"/>
              <a:gd name="connsiteX3-3985" fmla="*/ 1274549 w 2505809"/>
              <a:gd name="connsiteY3-3986" fmla="*/ 6109 h 2525736"/>
              <a:gd name="connsiteX4-3987" fmla="*/ 2496871 w 2505809"/>
              <a:gd name="connsiteY4-3988" fmla="*/ 1017031 h 2525736"/>
              <a:gd name="connsiteX5-3989" fmla="*/ 2504535 w 2505809"/>
              <a:gd name="connsiteY5-3990" fmla="*/ 1045181 h 2525736"/>
              <a:gd name="connsiteX6-3991" fmla="*/ 2480635 w 2505809"/>
              <a:gd name="connsiteY6-3992" fmla="*/ 1061981 h 2525736"/>
              <a:gd name="connsiteX7-3993" fmla="*/ 1917492 w 2505809"/>
              <a:gd name="connsiteY7-3994" fmla="*/ 1061982 h 2525736"/>
              <a:gd name="connsiteX8-3995" fmla="*/ 1904792 w 2505809"/>
              <a:gd name="connsiteY8-3996" fmla="*/ 1074682 h 2525736"/>
              <a:gd name="connsiteX9-3997" fmla="*/ 1904792 w 2505809"/>
              <a:gd name="connsiteY9-3998" fmla="*/ 2513084 h 2525736"/>
              <a:gd name="connsiteX10-3999" fmla="*/ 1892092 w 2505809"/>
              <a:gd name="connsiteY10-4000" fmla="*/ 2525736 h 2525736"/>
              <a:gd name="connsiteX11-4001" fmla="*/ 624632 w 2505809"/>
              <a:gd name="connsiteY11-4002" fmla="*/ 2525736 h 2525736"/>
              <a:gd name="connsiteX12-4003" fmla="*/ 611932 w 2505809"/>
              <a:gd name="connsiteY12-4004" fmla="*/ 2513036 h 2525736"/>
              <a:gd name="connsiteX13-4005" fmla="*/ 611932 w 2505809"/>
              <a:gd name="connsiteY13-4006" fmla="*/ 1074633 h 2525736"/>
              <a:gd name="connsiteX14-4007" fmla="*/ 599232 w 2505809"/>
              <a:gd name="connsiteY14-4008" fmla="*/ 1061983 h 2525736"/>
              <a:gd name="connsiteX15-4009" fmla="*/ 795 w 2505809"/>
              <a:gd name="connsiteY15-4010" fmla="*/ 1061983 h 2525736"/>
              <a:gd name="connsiteX16-4011" fmla="*/ 12185 w 2505809"/>
              <a:gd name="connsiteY16-4012" fmla="*/ 1045174 h 2525736"/>
              <a:gd name="connsiteX0-4013" fmla="*/ 12185 w 2505809"/>
              <a:gd name="connsiteY0-4014" fmla="*/ 1045174 h 2525736"/>
              <a:gd name="connsiteX1-4015" fmla="*/ 19895 w 2505809"/>
              <a:gd name="connsiteY1-4016" fmla="*/ 1016996 h 2525736"/>
              <a:gd name="connsiteX2-4017" fmla="*/ 1242215 w 2505809"/>
              <a:gd name="connsiteY2-4018" fmla="*/ 6073 h 2525736"/>
              <a:gd name="connsiteX3-4019" fmla="*/ 1274549 w 2505809"/>
              <a:gd name="connsiteY3-4020" fmla="*/ 6109 h 2525736"/>
              <a:gd name="connsiteX4-4021" fmla="*/ 2496871 w 2505809"/>
              <a:gd name="connsiteY4-4022" fmla="*/ 1017031 h 2525736"/>
              <a:gd name="connsiteX5-4023" fmla="*/ 2504535 w 2505809"/>
              <a:gd name="connsiteY5-4024" fmla="*/ 1045181 h 2525736"/>
              <a:gd name="connsiteX6-4025" fmla="*/ 2480635 w 2505809"/>
              <a:gd name="connsiteY6-4026" fmla="*/ 1061981 h 2525736"/>
              <a:gd name="connsiteX7-4027" fmla="*/ 1917492 w 2505809"/>
              <a:gd name="connsiteY7-4028" fmla="*/ 1061982 h 2525736"/>
              <a:gd name="connsiteX8-4029" fmla="*/ 1904792 w 2505809"/>
              <a:gd name="connsiteY8-4030" fmla="*/ 1074682 h 2525736"/>
              <a:gd name="connsiteX9-4031" fmla="*/ 1904792 w 2505809"/>
              <a:gd name="connsiteY9-4032" fmla="*/ 2513084 h 2525736"/>
              <a:gd name="connsiteX10-4033" fmla="*/ 1892092 w 2505809"/>
              <a:gd name="connsiteY10-4034" fmla="*/ 2525736 h 2525736"/>
              <a:gd name="connsiteX11-4035" fmla="*/ 624632 w 2505809"/>
              <a:gd name="connsiteY11-4036" fmla="*/ 2525736 h 2525736"/>
              <a:gd name="connsiteX12-4037" fmla="*/ 611932 w 2505809"/>
              <a:gd name="connsiteY12-4038" fmla="*/ 2513036 h 2525736"/>
              <a:gd name="connsiteX13-4039" fmla="*/ 611932 w 2505809"/>
              <a:gd name="connsiteY13-4040" fmla="*/ 1074633 h 2525736"/>
              <a:gd name="connsiteX14-4041" fmla="*/ 599232 w 2505809"/>
              <a:gd name="connsiteY14-4042" fmla="*/ 1061983 h 2525736"/>
              <a:gd name="connsiteX15-4043" fmla="*/ 795 w 2505809"/>
              <a:gd name="connsiteY15-4044" fmla="*/ 1061983 h 2525736"/>
              <a:gd name="connsiteX16-4045" fmla="*/ 12185 w 2505809"/>
              <a:gd name="connsiteY16-4046" fmla="*/ 1045174 h 2525736"/>
              <a:gd name="connsiteX0-4047" fmla="*/ 12185 w 2505809"/>
              <a:gd name="connsiteY0-4048" fmla="*/ 1045174 h 2525736"/>
              <a:gd name="connsiteX1-4049" fmla="*/ 19895 w 2505809"/>
              <a:gd name="connsiteY1-4050" fmla="*/ 1016996 h 2525736"/>
              <a:gd name="connsiteX2-4051" fmla="*/ 1242215 w 2505809"/>
              <a:gd name="connsiteY2-4052" fmla="*/ 6073 h 2525736"/>
              <a:gd name="connsiteX3-4053" fmla="*/ 1274549 w 2505809"/>
              <a:gd name="connsiteY3-4054" fmla="*/ 6109 h 2525736"/>
              <a:gd name="connsiteX4-4055" fmla="*/ 2496871 w 2505809"/>
              <a:gd name="connsiteY4-4056" fmla="*/ 1017031 h 2525736"/>
              <a:gd name="connsiteX5-4057" fmla="*/ 2504535 w 2505809"/>
              <a:gd name="connsiteY5-4058" fmla="*/ 1045181 h 2525736"/>
              <a:gd name="connsiteX6-4059" fmla="*/ 2480635 w 2505809"/>
              <a:gd name="connsiteY6-4060" fmla="*/ 1061981 h 2525736"/>
              <a:gd name="connsiteX7-4061" fmla="*/ 1917492 w 2505809"/>
              <a:gd name="connsiteY7-4062" fmla="*/ 1061982 h 2525736"/>
              <a:gd name="connsiteX8-4063" fmla="*/ 1904792 w 2505809"/>
              <a:gd name="connsiteY8-4064" fmla="*/ 1074682 h 2525736"/>
              <a:gd name="connsiteX9-4065" fmla="*/ 1904792 w 2505809"/>
              <a:gd name="connsiteY9-4066" fmla="*/ 2513084 h 2525736"/>
              <a:gd name="connsiteX10-4067" fmla="*/ 1892092 w 2505809"/>
              <a:gd name="connsiteY10-4068" fmla="*/ 2525736 h 2525736"/>
              <a:gd name="connsiteX11-4069" fmla="*/ 624632 w 2505809"/>
              <a:gd name="connsiteY11-4070" fmla="*/ 2525736 h 2525736"/>
              <a:gd name="connsiteX12-4071" fmla="*/ 611932 w 2505809"/>
              <a:gd name="connsiteY12-4072" fmla="*/ 2513036 h 2525736"/>
              <a:gd name="connsiteX13-4073" fmla="*/ 611932 w 2505809"/>
              <a:gd name="connsiteY13-4074" fmla="*/ 1074633 h 2525736"/>
              <a:gd name="connsiteX14-4075" fmla="*/ 599232 w 2505809"/>
              <a:gd name="connsiteY14-4076" fmla="*/ 1061983 h 2525736"/>
              <a:gd name="connsiteX15-4077" fmla="*/ 795 w 2505809"/>
              <a:gd name="connsiteY15-4078" fmla="*/ 1061983 h 2525736"/>
              <a:gd name="connsiteX16-4079" fmla="*/ 12185 w 2505809"/>
              <a:gd name="connsiteY16-4080" fmla="*/ 1045174 h 2525736"/>
              <a:gd name="connsiteX0-4081" fmla="*/ 12185 w 2505809"/>
              <a:gd name="connsiteY0-4082" fmla="*/ 1045174 h 2525736"/>
              <a:gd name="connsiteX1-4083" fmla="*/ 19895 w 2505809"/>
              <a:gd name="connsiteY1-4084" fmla="*/ 1016996 h 2525736"/>
              <a:gd name="connsiteX2-4085" fmla="*/ 1242215 w 2505809"/>
              <a:gd name="connsiteY2-4086" fmla="*/ 6073 h 2525736"/>
              <a:gd name="connsiteX3-4087" fmla="*/ 1274549 w 2505809"/>
              <a:gd name="connsiteY3-4088" fmla="*/ 6109 h 2525736"/>
              <a:gd name="connsiteX4-4089" fmla="*/ 2496871 w 2505809"/>
              <a:gd name="connsiteY4-4090" fmla="*/ 1017031 h 2525736"/>
              <a:gd name="connsiteX5-4091" fmla="*/ 2504535 w 2505809"/>
              <a:gd name="connsiteY5-4092" fmla="*/ 1045181 h 2525736"/>
              <a:gd name="connsiteX6-4093" fmla="*/ 2480635 w 2505809"/>
              <a:gd name="connsiteY6-4094" fmla="*/ 1061981 h 2525736"/>
              <a:gd name="connsiteX7-4095" fmla="*/ 1930192 w 2505809"/>
              <a:gd name="connsiteY7-4096" fmla="*/ 1061981 h 2525736"/>
              <a:gd name="connsiteX8-4097" fmla="*/ 1904792 w 2505809"/>
              <a:gd name="connsiteY8-4098" fmla="*/ 1074682 h 2525736"/>
              <a:gd name="connsiteX9-4099" fmla="*/ 1904792 w 2505809"/>
              <a:gd name="connsiteY9-4100" fmla="*/ 2513084 h 2525736"/>
              <a:gd name="connsiteX10-4101" fmla="*/ 1892092 w 2505809"/>
              <a:gd name="connsiteY10-4102" fmla="*/ 2525736 h 2525736"/>
              <a:gd name="connsiteX11-4103" fmla="*/ 624632 w 2505809"/>
              <a:gd name="connsiteY11-4104" fmla="*/ 2525736 h 2525736"/>
              <a:gd name="connsiteX12-4105" fmla="*/ 611932 w 2505809"/>
              <a:gd name="connsiteY12-4106" fmla="*/ 2513036 h 2525736"/>
              <a:gd name="connsiteX13-4107" fmla="*/ 611932 w 2505809"/>
              <a:gd name="connsiteY13-4108" fmla="*/ 1074633 h 2525736"/>
              <a:gd name="connsiteX14-4109" fmla="*/ 599232 w 2505809"/>
              <a:gd name="connsiteY14-4110" fmla="*/ 1061983 h 2525736"/>
              <a:gd name="connsiteX15-4111" fmla="*/ 795 w 2505809"/>
              <a:gd name="connsiteY15-4112" fmla="*/ 1061983 h 2525736"/>
              <a:gd name="connsiteX16-4113" fmla="*/ 12185 w 2505809"/>
              <a:gd name="connsiteY16-4114" fmla="*/ 1045174 h 2525736"/>
              <a:gd name="connsiteX0-4115" fmla="*/ 12185 w 2505809"/>
              <a:gd name="connsiteY0-4116" fmla="*/ 1045174 h 2525736"/>
              <a:gd name="connsiteX1-4117" fmla="*/ 19895 w 2505809"/>
              <a:gd name="connsiteY1-4118" fmla="*/ 1016996 h 2525736"/>
              <a:gd name="connsiteX2-4119" fmla="*/ 1242215 w 2505809"/>
              <a:gd name="connsiteY2-4120" fmla="*/ 6073 h 2525736"/>
              <a:gd name="connsiteX3-4121" fmla="*/ 1274549 w 2505809"/>
              <a:gd name="connsiteY3-4122" fmla="*/ 6109 h 2525736"/>
              <a:gd name="connsiteX4-4123" fmla="*/ 2496871 w 2505809"/>
              <a:gd name="connsiteY4-4124" fmla="*/ 1017031 h 2525736"/>
              <a:gd name="connsiteX5-4125" fmla="*/ 2504535 w 2505809"/>
              <a:gd name="connsiteY5-4126" fmla="*/ 1045181 h 2525736"/>
              <a:gd name="connsiteX6-4127" fmla="*/ 2480635 w 2505809"/>
              <a:gd name="connsiteY6-4128" fmla="*/ 1061981 h 2525736"/>
              <a:gd name="connsiteX7-4129" fmla="*/ 1930192 w 2505809"/>
              <a:gd name="connsiteY7-4130" fmla="*/ 1061981 h 2525736"/>
              <a:gd name="connsiteX8-4131" fmla="*/ 1904792 w 2505809"/>
              <a:gd name="connsiteY8-4132" fmla="*/ 1074682 h 2525736"/>
              <a:gd name="connsiteX9-4133" fmla="*/ 1904792 w 2505809"/>
              <a:gd name="connsiteY9-4134" fmla="*/ 2513084 h 2525736"/>
              <a:gd name="connsiteX10-4135" fmla="*/ 1892092 w 2505809"/>
              <a:gd name="connsiteY10-4136" fmla="*/ 2525736 h 2525736"/>
              <a:gd name="connsiteX11-4137" fmla="*/ 624632 w 2505809"/>
              <a:gd name="connsiteY11-4138" fmla="*/ 2525736 h 2525736"/>
              <a:gd name="connsiteX12-4139" fmla="*/ 611932 w 2505809"/>
              <a:gd name="connsiteY12-4140" fmla="*/ 2513036 h 2525736"/>
              <a:gd name="connsiteX13-4141" fmla="*/ 611932 w 2505809"/>
              <a:gd name="connsiteY13-4142" fmla="*/ 1074633 h 2525736"/>
              <a:gd name="connsiteX14-4143" fmla="*/ 599232 w 2505809"/>
              <a:gd name="connsiteY14-4144" fmla="*/ 1061983 h 2525736"/>
              <a:gd name="connsiteX15-4145" fmla="*/ 795 w 2505809"/>
              <a:gd name="connsiteY15-4146" fmla="*/ 1061983 h 2525736"/>
              <a:gd name="connsiteX16-4147" fmla="*/ 12185 w 2505809"/>
              <a:gd name="connsiteY16-4148" fmla="*/ 1045174 h 2525736"/>
              <a:gd name="connsiteX0-4149" fmla="*/ 12185 w 2505809"/>
              <a:gd name="connsiteY0-4150" fmla="*/ 1045174 h 2525736"/>
              <a:gd name="connsiteX1-4151" fmla="*/ 19895 w 2505809"/>
              <a:gd name="connsiteY1-4152" fmla="*/ 1016996 h 2525736"/>
              <a:gd name="connsiteX2-4153" fmla="*/ 1242215 w 2505809"/>
              <a:gd name="connsiteY2-4154" fmla="*/ 6073 h 2525736"/>
              <a:gd name="connsiteX3-4155" fmla="*/ 1274549 w 2505809"/>
              <a:gd name="connsiteY3-4156" fmla="*/ 6109 h 2525736"/>
              <a:gd name="connsiteX4-4157" fmla="*/ 2496871 w 2505809"/>
              <a:gd name="connsiteY4-4158" fmla="*/ 1017031 h 2525736"/>
              <a:gd name="connsiteX5-4159" fmla="*/ 2504535 w 2505809"/>
              <a:gd name="connsiteY5-4160" fmla="*/ 1045181 h 2525736"/>
              <a:gd name="connsiteX6-4161" fmla="*/ 2480635 w 2505809"/>
              <a:gd name="connsiteY6-4162" fmla="*/ 1061981 h 2525736"/>
              <a:gd name="connsiteX7-4163" fmla="*/ 1930192 w 2505809"/>
              <a:gd name="connsiteY7-4164" fmla="*/ 1061981 h 2525736"/>
              <a:gd name="connsiteX8-4165" fmla="*/ 1904792 w 2505809"/>
              <a:gd name="connsiteY8-4166" fmla="*/ 1074682 h 2525736"/>
              <a:gd name="connsiteX9-4167" fmla="*/ 1904792 w 2505809"/>
              <a:gd name="connsiteY9-4168" fmla="*/ 2513084 h 2525736"/>
              <a:gd name="connsiteX10-4169" fmla="*/ 1892092 w 2505809"/>
              <a:gd name="connsiteY10-4170" fmla="*/ 2525736 h 2525736"/>
              <a:gd name="connsiteX11-4171" fmla="*/ 624632 w 2505809"/>
              <a:gd name="connsiteY11-4172" fmla="*/ 2525736 h 2525736"/>
              <a:gd name="connsiteX12-4173" fmla="*/ 611932 w 2505809"/>
              <a:gd name="connsiteY12-4174" fmla="*/ 2513036 h 2525736"/>
              <a:gd name="connsiteX13-4175" fmla="*/ 611932 w 2505809"/>
              <a:gd name="connsiteY13-4176" fmla="*/ 1074633 h 2525736"/>
              <a:gd name="connsiteX14-4177" fmla="*/ 599232 w 2505809"/>
              <a:gd name="connsiteY14-4178" fmla="*/ 1061983 h 2525736"/>
              <a:gd name="connsiteX15-4179" fmla="*/ 795 w 2505809"/>
              <a:gd name="connsiteY15-4180" fmla="*/ 1061983 h 2525736"/>
              <a:gd name="connsiteX16-4181" fmla="*/ 12185 w 2505809"/>
              <a:gd name="connsiteY16-4182" fmla="*/ 1045174 h 2525736"/>
              <a:gd name="connsiteX0-4183" fmla="*/ 12185 w 2505809"/>
              <a:gd name="connsiteY0-4184" fmla="*/ 1045174 h 2525736"/>
              <a:gd name="connsiteX1-4185" fmla="*/ 19895 w 2505809"/>
              <a:gd name="connsiteY1-4186" fmla="*/ 1016996 h 2525736"/>
              <a:gd name="connsiteX2-4187" fmla="*/ 1242215 w 2505809"/>
              <a:gd name="connsiteY2-4188" fmla="*/ 6073 h 2525736"/>
              <a:gd name="connsiteX3-4189" fmla="*/ 1274549 w 2505809"/>
              <a:gd name="connsiteY3-4190" fmla="*/ 6109 h 2525736"/>
              <a:gd name="connsiteX4-4191" fmla="*/ 2496871 w 2505809"/>
              <a:gd name="connsiteY4-4192" fmla="*/ 1017031 h 2525736"/>
              <a:gd name="connsiteX5-4193" fmla="*/ 2504535 w 2505809"/>
              <a:gd name="connsiteY5-4194" fmla="*/ 1045181 h 2525736"/>
              <a:gd name="connsiteX6-4195" fmla="*/ 2480635 w 2505809"/>
              <a:gd name="connsiteY6-4196" fmla="*/ 1061981 h 2525736"/>
              <a:gd name="connsiteX7-4197" fmla="*/ 1930192 w 2505809"/>
              <a:gd name="connsiteY7-4198" fmla="*/ 1061981 h 2525736"/>
              <a:gd name="connsiteX8-4199" fmla="*/ 1904792 w 2505809"/>
              <a:gd name="connsiteY8-4200" fmla="*/ 1087380 h 2525736"/>
              <a:gd name="connsiteX9-4201" fmla="*/ 1904792 w 2505809"/>
              <a:gd name="connsiteY9-4202" fmla="*/ 2513084 h 2525736"/>
              <a:gd name="connsiteX10-4203" fmla="*/ 1892092 w 2505809"/>
              <a:gd name="connsiteY10-4204" fmla="*/ 2525736 h 2525736"/>
              <a:gd name="connsiteX11-4205" fmla="*/ 624632 w 2505809"/>
              <a:gd name="connsiteY11-4206" fmla="*/ 2525736 h 2525736"/>
              <a:gd name="connsiteX12-4207" fmla="*/ 611932 w 2505809"/>
              <a:gd name="connsiteY12-4208" fmla="*/ 2513036 h 2525736"/>
              <a:gd name="connsiteX13-4209" fmla="*/ 611932 w 2505809"/>
              <a:gd name="connsiteY13-4210" fmla="*/ 1074633 h 2525736"/>
              <a:gd name="connsiteX14-4211" fmla="*/ 599232 w 2505809"/>
              <a:gd name="connsiteY14-4212" fmla="*/ 1061983 h 2525736"/>
              <a:gd name="connsiteX15-4213" fmla="*/ 795 w 2505809"/>
              <a:gd name="connsiteY15-4214" fmla="*/ 1061983 h 2525736"/>
              <a:gd name="connsiteX16-4215" fmla="*/ 12185 w 2505809"/>
              <a:gd name="connsiteY16-4216" fmla="*/ 1045174 h 2525736"/>
              <a:gd name="connsiteX0-4217" fmla="*/ 12185 w 2505809"/>
              <a:gd name="connsiteY0-4218" fmla="*/ 1045174 h 2525736"/>
              <a:gd name="connsiteX1-4219" fmla="*/ 19895 w 2505809"/>
              <a:gd name="connsiteY1-4220" fmla="*/ 1016996 h 2525736"/>
              <a:gd name="connsiteX2-4221" fmla="*/ 1242215 w 2505809"/>
              <a:gd name="connsiteY2-4222" fmla="*/ 6073 h 2525736"/>
              <a:gd name="connsiteX3-4223" fmla="*/ 1274549 w 2505809"/>
              <a:gd name="connsiteY3-4224" fmla="*/ 6109 h 2525736"/>
              <a:gd name="connsiteX4-4225" fmla="*/ 2496871 w 2505809"/>
              <a:gd name="connsiteY4-4226" fmla="*/ 1017031 h 2525736"/>
              <a:gd name="connsiteX5-4227" fmla="*/ 2504535 w 2505809"/>
              <a:gd name="connsiteY5-4228" fmla="*/ 1045181 h 2525736"/>
              <a:gd name="connsiteX6-4229" fmla="*/ 2480635 w 2505809"/>
              <a:gd name="connsiteY6-4230" fmla="*/ 1061981 h 2525736"/>
              <a:gd name="connsiteX7-4231" fmla="*/ 1930192 w 2505809"/>
              <a:gd name="connsiteY7-4232" fmla="*/ 1061981 h 2525736"/>
              <a:gd name="connsiteX8-4233" fmla="*/ 1904792 w 2505809"/>
              <a:gd name="connsiteY8-4234" fmla="*/ 1087380 h 2525736"/>
              <a:gd name="connsiteX9-4235" fmla="*/ 1904792 w 2505809"/>
              <a:gd name="connsiteY9-4236" fmla="*/ 2513084 h 2525736"/>
              <a:gd name="connsiteX10-4237" fmla="*/ 1892092 w 2505809"/>
              <a:gd name="connsiteY10-4238" fmla="*/ 2525736 h 2525736"/>
              <a:gd name="connsiteX11-4239" fmla="*/ 624632 w 2505809"/>
              <a:gd name="connsiteY11-4240" fmla="*/ 2525736 h 2525736"/>
              <a:gd name="connsiteX12-4241" fmla="*/ 611932 w 2505809"/>
              <a:gd name="connsiteY12-4242" fmla="*/ 2513036 h 2525736"/>
              <a:gd name="connsiteX13-4243" fmla="*/ 611932 w 2505809"/>
              <a:gd name="connsiteY13-4244" fmla="*/ 1074633 h 2525736"/>
              <a:gd name="connsiteX14-4245" fmla="*/ 599232 w 2505809"/>
              <a:gd name="connsiteY14-4246" fmla="*/ 1061983 h 2525736"/>
              <a:gd name="connsiteX15-4247" fmla="*/ 795 w 2505809"/>
              <a:gd name="connsiteY15-4248" fmla="*/ 1061983 h 2525736"/>
              <a:gd name="connsiteX16-4249" fmla="*/ 12185 w 2505809"/>
              <a:gd name="connsiteY16-4250" fmla="*/ 1045174 h 2525736"/>
              <a:gd name="connsiteX0-4251" fmla="*/ 12185 w 2505809"/>
              <a:gd name="connsiteY0-4252" fmla="*/ 1045174 h 2525736"/>
              <a:gd name="connsiteX1-4253" fmla="*/ 19895 w 2505809"/>
              <a:gd name="connsiteY1-4254" fmla="*/ 1016996 h 2525736"/>
              <a:gd name="connsiteX2-4255" fmla="*/ 1242215 w 2505809"/>
              <a:gd name="connsiteY2-4256" fmla="*/ 6073 h 2525736"/>
              <a:gd name="connsiteX3-4257" fmla="*/ 1274549 w 2505809"/>
              <a:gd name="connsiteY3-4258" fmla="*/ 6109 h 2525736"/>
              <a:gd name="connsiteX4-4259" fmla="*/ 2496871 w 2505809"/>
              <a:gd name="connsiteY4-4260" fmla="*/ 1017031 h 2525736"/>
              <a:gd name="connsiteX5-4261" fmla="*/ 2504535 w 2505809"/>
              <a:gd name="connsiteY5-4262" fmla="*/ 1045181 h 2525736"/>
              <a:gd name="connsiteX6-4263" fmla="*/ 2480635 w 2505809"/>
              <a:gd name="connsiteY6-4264" fmla="*/ 1061981 h 2525736"/>
              <a:gd name="connsiteX7-4265" fmla="*/ 1930192 w 2505809"/>
              <a:gd name="connsiteY7-4266" fmla="*/ 1061981 h 2525736"/>
              <a:gd name="connsiteX8-4267" fmla="*/ 1904792 w 2505809"/>
              <a:gd name="connsiteY8-4268" fmla="*/ 1087380 h 2525736"/>
              <a:gd name="connsiteX9-4269" fmla="*/ 1904792 w 2505809"/>
              <a:gd name="connsiteY9-4270" fmla="*/ 2513084 h 2525736"/>
              <a:gd name="connsiteX10-4271" fmla="*/ 1892092 w 2505809"/>
              <a:gd name="connsiteY10-4272" fmla="*/ 2525736 h 2525736"/>
              <a:gd name="connsiteX11-4273" fmla="*/ 624632 w 2505809"/>
              <a:gd name="connsiteY11-4274" fmla="*/ 2525736 h 2525736"/>
              <a:gd name="connsiteX12-4275" fmla="*/ 611932 w 2505809"/>
              <a:gd name="connsiteY12-4276" fmla="*/ 2513036 h 2525736"/>
              <a:gd name="connsiteX13-4277" fmla="*/ 611932 w 2505809"/>
              <a:gd name="connsiteY13-4278" fmla="*/ 1074633 h 2525736"/>
              <a:gd name="connsiteX14-4279" fmla="*/ 599232 w 2505809"/>
              <a:gd name="connsiteY14-4280" fmla="*/ 1061983 h 2525736"/>
              <a:gd name="connsiteX15-4281" fmla="*/ 795 w 2505809"/>
              <a:gd name="connsiteY15-4282" fmla="*/ 1061983 h 2525736"/>
              <a:gd name="connsiteX16-4283" fmla="*/ 12185 w 2505809"/>
              <a:gd name="connsiteY16-4284" fmla="*/ 1045174 h 2525736"/>
              <a:gd name="connsiteX0-4285" fmla="*/ 12185 w 2505809"/>
              <a:gd name="connsiteY0-4286" fmla="*/ 1045174 h 2525736"/>
              <a:gd name="connsiteX1-4287" fmla="*/ 19895 w 2505809"/>
              <a:gd name="connsiteY1-4288" fmla="*/ 1016996 h 2525736"/>
              <a:gd name="connsiteX2-4289" fmla="*/ 1242215 w 2505809"/>
              <a:gd name="connsiteY2-4290" fmla="*/ 6073 h 2525736"/>
              <a:gd name="connsiteX3-4291" fmla="*/ 1274549 w 2505809"/>
              <a:gd name="connsiteY3-4292" fmla="*/ 6109 h 2525736"/>
              <a:gd name="connsiteX4-4293" fmla="*/ 2496871 w 2505809"/>
              <a:gd name="connsiteY4-4294" fmla="*/ 1017031 h 2525736"/>
              <a:gd name="connsiteX5-4295" fmla="*/ 2504535 w 2505809"/>
              <a:gd name="connsiteY5-4296" fmla="*/ 1045181 h 2525736"/>
              <a:gd name="connsiteX6-4297" fmla="*/ 2480635 w 2505809"/>
              <a:gd name="connsiteY6-4298" fmla="*/ 1061981 h 2525736"/>
              <a:gd name="connsiteX7-4299" fmla="*/ 1930192 w 2505809"/>
              <a:gd name="connsiteY7-4300" fmla="*/ 1061981 h 2525736"/>
              <a:gd name="connsiteX8-4301" fmla="*/ 1904792 w 2505809"/>
              <a:gd name="connsiteY8-4302" fmla="*/ 1087380 h 2525736"/>
              <a:gd name="connsiteX9-4303" fmla="*/ 1904792 w 2505809"/>
              <a:gd name="connsiteY9-4304" fmla="*/ 2500383 h 2525736"/>
              <a:gd name="connsiteX10-4305" fmla="*/ 1892092 w 2505809"/>
              <a:gd name="connsiteY10-4306" fmla="*/ 2525736 h 2525736"/>
              <a:gd name="connsiteX11-4307" fmla="*/ 624632 w 2505809"/>
              <a:gd name="connsiteY11-4308" fmla="*/ 2525736 h 2525736"/>
              <a:gd name="connsiteX12-4309" fmla="*/ 611932 w 2505809"/>
              <a:gd name="connsiteY12-4310" fmla="*/ 2513036 h 2525736"/>
              <a:gd name="connsiteX13-4311" fmla="*/ 611932 w 2505809"/>
              <a:gd name="connsiteY13-4312" fmla="*/ 1074633 h 2525736"/>
              <a:gd name="connsiteX14-4313" fmla="*/ 599232 w 2505809"/>
              <a:gd name="connsiteY14-4314" fmla="*/ 1061983 h 2525736"/>
              <a:gd name="connsiteX15-4315" fmla="*/ 795 w 2505809"/>
              <a:gd name="connsiteY15-4316" fmla="*/ 1061983 h 2525736"/>
              <a:gd name="connsiteX16-4317" fmla="*/ 12185 w 2505809"/>
              <a:gd name="connsiteY16-4318" fmla="*/ 1045174 h 2525736"/>
              <a:gd name="connsiteX0-4319" fmla="*/ 12185 w 2505809"/>
              <a:gd name="connsiteY0-4320" fmla="*/ 1045174 h 2525736"/>
              <a:gd name="connsiteX1-4321" fmla="*/ 19895 w 2505809"/>
              <a:gd name="connsiteY1-4322" fmla="*/ 1016996 h 2525736"/>
              <a:gd name="connsiteX2-4323" fmla="*/ 1242215 w 2505809"/>
              <a:gd name="connsiteY2-4324" fmla="*/ 6073 h 2525736"/>
              <a:gd name="connsiteX3-4325" fmla="*/ 1274549 w 2505809"/>
              <a:gd name="connsiteY3-4326" fmla="*/ 6109 h 2525736"/>
              <a:gd name="connsiteX4-4327" fmla="*/ 2496871 w 2505809"/>
              <a:gd name="connsiteY4-4328" fmla="*/ 1017031 h 2525736"/>
              <a:gd name="connsiteX5-4329" fmla="*/ 2504535 w 2505809"/>
              <a:gd name="connsiteY5-4330" fmla="*/ 1045181 h 2525736"/>
              <a:gd name="connsiteX6-4331" fmla="*/ 2480635 w 2505809"/>
              <a:gd name="connsiteY6-4332" fmla="*/ 1061981 h 2525736"/>
              <a:gd name="connsiteX7-4333" fmla="*/ 1930192 w 2505809"/>
              <a:gd name="connsiteY7-4334" fmla="*/ 1061981 h 2525736"/>
              <a:gd name="connsiteX8-4335" fmla="*/ 1904792 w 2505809"/>
              <a:gd name="connsiteY8-4336" fmla="*/ 1087380 h 2525736"/>
              <a:gd name="connsiteX9-4337" fmla="*/ 1904792 w 2505809"/>
              <a:gd name="connsiteY9-4338" fmla="*/ 2500383 h 2525736"/>
              <a:gd name="connsiteX10-4339" fmla="*/ 1892092 w 2505809"/>
              <a:gd name="connsiteY10-4340" fmla="*/ 2525736 h 2525736"/>
              <a:gd name="connsiteX11-4341" fmla="*/ 624632 w 2505809"/>
              <a:gd name="connsiteY11-4342" fmla="*/ 2525736 h 2525736"/>
              <a:gd name="connsiteX12-4343" fmla="*/ 611932 w 2505809"/>
              <a:gd name="connsiteY12-4344" fmla="*/ 2513036 h 2525736"/>
              <a:gd name="connsiteX13-4345" fmla="*/ 611932 w 2505809"/>
              <a:gd name="connsiteY13-4346" fmla="*/ 1074633 h 2525736"/>
              <a:gd name="connsiteX14-4347" fmla="*/ 599232 w 2505809"/>
              <a:gd name="connsiteY14-4348" fmla="*/ 1061983 h 2525736"/>
              <a:gd name="connsiteX15-4349" fmla="*/ 795 w 2505809"/>
              <a:gd name="connsiteY15-4350" fmla="*/ 1061983 h 2525736"/>
              <a:gd name="connsiteX16-4351" fmla="*/ 12185 w 2505809"/>
              <a:gd name="connsiteY16-4352" fmla="*/ 1045174 h 2525736"/>
              <a:gd name="connsiteX0-4353" fmla="*/ 12185 w 2505809"/>
              <a:gd name="connsiteY0-4354" fmla="*/ 1045174 h 2525736"/>
              <a:gd name="connsiteX1-4355" fmla="*/ 19895 w 2505809"/>
              <a:gd name="connsiteY1-4356" fmla="*/ 1016996 h 2525736"/>
              <a:gd name="connsiteX2-4357" fmla="*/ 1242215 w 2505809"/>
              <a:gd name="connsiteY2-4358" fmla="*/ 6073 h 2525736"/>
              <a:gd name="connsiteX3-4359" fmla="*/ 1274549 w 2505809"/>
              <a:gd name="connsiteY3-4360" fmla="*/ 6109 h 2525736"/>
              <a:gd name="connsiteX4-4361" fmla="*/ 2496871 w 2505809"/>
              <a:gd name="connsiteY4-4362" fmla="*/ 1017031 h 2525736"/>
              <a:gd name="connsiteX5-4363" fmla="*/ 2504535 w 2505809"/>
              <a:gd name="connsiteY5-4364" fmla="*/ 1045181 h 2525736"/>
              <a:gd name="connsiteX6-4365" fmla="*/ 2480635 w 2505809"/>
              <a:gd name="connsiteY6-4366" fmla="*/ 1061981 h 2525736"/>
              <a:gd name="connsiteX7-4367" fmla="*/ 1930192 w 2505809"/>
              <a:gd name="connsiteY7-4368" fmla="*/ 1061981 h 2525736"/>
              <a:gd name="connsiteX8-4369" fmla="*/ 1904792 w 2505809"/>
              <a:gd name="connsiteY8-4370" fmla="*/ 1087380 h 2525736"/>
              <a:gd name="connsiteX9-4371" fmla="*/ 1904792 w 2505809"/>
              <a:gd name="connsiteY9-4372" fmla="*/ 2500383 h 2525736"/>
              <a:gd name="connsiteX10-4373" fmla="*/ 1892092 w 2505809"/>
              <a:gd name="connsiteY10-4374" fmla="*/ 2525736 h 2525736"/>
              <a:gd name="connsiteX11-4375" fmla="*/ 624632 w 2505809"/>
              <a:gd name="connsiteY11-4376" fmla="*/ 2525736 h 2525736"/>
              <a:gd name="connsiteX12-4377" fmla="*/ 611932 w 2505809"/>
              <a:gd name="connsiteY12-4378" fmla="*/ 2513036 h 2525736"/>
              <a:gd name="connsiteX13-4379" fmla="*/ 611932 w 2505809"/>
              <a:gd name="connsiteY13-4380" fmla="*/ 1074633 h 2525736"/>
              <a:gd name="connsiteX14-4381" fmla="*/ 599232 w 2505809"/>
              <a:gd name="connsiteY14-4382" fmla="*/ 1061983 h 2525736"/>
              <a:gd name="connsiteX15-4383" fmla="*/ 795 w 2505809"/>
              <a:gd name="connsiteY15-4384" fmla="*/ 1061983 h 2525736"/>
              <a:gd name="connsiteX16-4385" fmla="*/ 12185 w 2505809"/>
              <a:gd name="connsiteY16-4386" fmla="*/ 1045174 h 2525736"/>
              <a:gd name="connsiteX0-4387" fmla="*/ 12185 w 2505809"/>
              <a:gd name="connsiteY0-4388" fmla="*/ 1045174 h 2525736"/>
              <a:gd name="connsiteX1-4389" fmla="*/ 19895 w 2505809"/>
              <a:gd name="connsiteY1-4390" fmla="*/ 1016996 h 2525736"/>
              <a:gd name="connsiteX2-4391" fmla="*/ 1242215 w 2505809"/>
              <a:gd name="connsiteY2-4392" fmla="*/ 6073 h 2525736"/>
              <a:gd name="connsiteX3-4393" fmla="*/ 1274549 w 2505809"/>
              <a:gd name="connsiteY3-4394" fmla="*/ 6109 h 2525736"/>
              <a:gd name="connsiteX4-4395" fmla="*/ 2496871 w 2505809"/>
              <a:gd name="connsiteY4-4396" fmla="*/ 1017031 h 2525736"/>
              <a:gd name="connsiteX5-4397" fmla="*/ 2504535 w 2505809"/>
              <a:gd name="connsiteY5-4398" fmla="*/ 1045181 h 2525736"/>
              <a:gd name="connsiteX6-4399" fmla="*/ 2480635 w 2505809"/>
              <a:gd name="connsiteY6-4400" fmla="*/ 1061981 h 2525736"/>
              <a:gd name="connsiteX7-4401" fmla="*/ 1930192 w 2505809"/>
              <a:gd name="connsiteY7-4402" fmla="*/ 1061981 h 2525736"/>
              <a:gd name="connsiteX8-4403" fmla="*/ 1904792 w 2505809"/>
              <a:gd name="connsiteY8-4404" fmla="*/ 1087380 h 2525736"/>
              <a:gd name="connsiteX9-4405" fmla="*/ 1904792 w 2505809"/>
              <a:gd name="connsiteY9-4406" fmla="*/ 2500383 h 2525736"/>
              <a:gd name="connsiteX10-4407" fmla="*/ 1879392 w 2505809"/>
              <a:gd name="connsiteY10-4408" fmla="*/ 2525734 h 2525736"/>
              <a:gd name="connsiteX11-4409" fmla="*/ 624632 w 2505809"/>
              <a:gd name="connsiteY11-4410" fmla="*/ 2525736 h 2525736"/>
              <a:gd name="connsiteX12-4411" fmla="*/ 611932 w 2505809"/>
              <a:gd name="connsiteY12-4412" fmla="*/ 2513036 h 2525736"/>
              <a:gd name="connsiteX13-4413" fmla="*/ 611932 w 2505809"/>
              <a:gd name="connsiteY13-4414" fmla="*/ 1074633 h 2525736"/>
              <a:gd name="connsiteX14-4415" fmla="*/ 599232 w 2505809"/>
              <a:gd name="connsiteY14-4416" fmla="*/ 1061983 h 2525736"/>
              <a:gd name="connsiteX15-4417" fmla="*/ 795 w 2505809"/>
              <a:gd name="connsiteY15-4418" fmla="*/ 1061983 h 2525736"/>
              <a:gd name="connsiteX16-4419" fmla="*/ 12185 w 2505809"/>
              <a:gd name="connsiteY16-4420" fmla="*/ 1045174 h 2525736"/>
              <a:gd name="connsiteX0-4421" fmla="*/ 12185 w 2505809"/>
              <a:gd name="connsiteY0-4422" fmla="*/ 1045174 h 2525736"/>
              <a:gd name="connsiteX1-4423" fmla="*/ 19895 w 2505809"/>
              <a:gd name="connsiteY1-4424" fmla="*/ 1016996 h 2525736"/>
              <a:gd name="connsiteX2-4425" fmla="*/ 1242215 w 2505809"/>
              <a:gd name="connsiteY2-4426" fmla="*/ 6073 h 2525736"/>
              <a:gd name="connsiteX3-4427" fmla="*/ 1274549 w 2505809"/>
              <a:gd name="connsiteY3-4428" fmla="*/ 6109 h 2525736"/>
              <a:gd name="connsiteX4-4429" fmla="*/ 2496871 w 2505809"/>
              <a:gd name="connsiteY4-4430" fmla="*/ 1017031 h 2525736"/>
              <a:gd name="connsiteX5-4431" fmla="*/ 2504535 w 2505809"/>
              <a:gd name="connsiteY5-4432" fmla="*/ 1045181 h 2525736"/>
              <a:gd name="connsiteX6-4433" fmla="*/ 2480635 w 2505809"/>
              <a:gd name="connsiteY6-4434" fmla="*/ 1061981 h 2525736"/>
              <a:gd name="connsiteX7-4435" fmla="*/ 1930192 w 2505809"/>
              <a:gd name="connsiteY7-4436" fmla="*/ 1061981 h 2525736"/>
              <a:gd name="connsiteX8-4437" fmla="*/ 1904792 w 2505809"/>
              <a:gd name="connsiteY8-4438" fmla="*/ 1087380 h 2525736"/>
              <a:gd name="connsiteX9-4439" fmla="*/ 1904792 w 2505809"/>
              <a:gd name="connsiteY9-4440" fmla="*/ 2500383 h 2525736"/>
              <a:gd name="connsiteX10-4441" fmla="*/ 1879392 w 2505809"/>
              <a:gd name="connsiteY10-4442" fmla="*/ 2525734 h 2525736"/>
              <a:gd name="connsiteX11-4443" fmla="*/ 624632 w 2505809"/>
              <a:gd name="connsiteY11-4444" fmla="*/ 2525736 h 2525736"/>
              <a:gd name="connsiteX12-4445" fmla="*/ 611932 w 2505809"/>
              <a:gd name="connsiteY12-4446" fmla="*/ 2513036 h 2525736"/>
              <a:gd name="connsiteX13-4447" fmla="*/ 611932 w 2505809"/>
              <a:gd name="connsiteY13-4448" fmla="*/ 1074633 h 2525736"/>
              <a:gd name="connsiteX14-4449" fmla="*/ 599232 w 2505809"/>
              <a:gd name="connsiteY14-4450" fmla="*/ 1061983 h 2525736"/>
              <a:gd name="connsiteX15-4451" fmla="*/ 795 w 2505809"/>
              <a:gd name="connsiteY15-4452" fmla="*/ 1061983 h 2525736"/>
              <a:gd name="connsiteX16-4453" fmla="*/ 12185 w 2505809"/>
              <a:gd name="connsiteY16-4454" fmla="*/ 1045174 h 2525736"/>
              <a:gd name="connsiteX0-4455" fmla="*/ 12185 w 2505809"/>
              <a:gd name="connsiteY0-4456" fmla="*/ 1045174 h 2525736"/>
              <a:gd name="connsiteX1-4457" fmla="*/ 19895 w 2505809"/>
              <a:gd name="connsiteY1-4458" fmla="*/ 1016996 h 2525736"/>
              <a:gd name="connsiteX2-4459" fmla="*/ 1242215 w 2505809"/>
              <a:gd name="connsiteY2-4460" fmla="*/ 6073 h 2525736"/>
              <a:gd name="connsiteX3-4461" fmla="*/ 1274549 w 2505809"/>
              <a:gd name="connsiteY3-4462" fmla="*/ 6109 h 2525736"/>
              <a:gd name="connsiteX4-4463" fmla="*/ 2496871 w 2505809"/>
              <a:gd name="connsiteY4-4464" fmla="*/ 1017031 h 2525736"/>
              <a:gd name="connsiteX5-4465" fmla="*/ 2504535 w 2505809"/>
              <a:gd name="connsiteY5-4466" fmla="*/ 1045181 h 2525736"/>
              <a:gd name="connsiteX6-4467" fmla="*/ 2480635 w 2505809"/>
              <a:gd name="connsiteY6-4468" fmla="*/ 1061981 h 2525736"/>
              <a:gd name="connsiteX7-4469" fmla="*/ 1930192 w 2505809"/>
              <a:gd name="connsiteY7-4470" fmla="*/ 1061981 h 2525736"/>
              <a:gd name="connsiteX8-4471" fmla="*/ 1904792 w 2505809"/>
              <a:gd name="connsiteY8-4472" fmla="*/ 1087380 h 2525736"/>
              <a:gd name="connsiteX9-4473" fmla="*/ 1904792 w 2505809"/>
              <a:gd name="connsiteY9-4474" fmla="*/ 2500383 h 2525736"/>
              <a:gd name="connsiteX10-4475" fmla="*/ 1879392 w 2505809"/>
              <a:gd name="connsiteY10-4476" fmla="*/ 2525734 h 2525736"/>
              <a:gd name="connsiteX11-4477" fmla="*/ 624632 w 2505809"/>
              <a:gd name="connsiteY11-4478" fmla="*/ 2525736 h 2525736"/>
              <a:gd name="connsiteX12-4479" fmla="*/ 611932 w 2505809"/>
              <a:gd name="connsiteY12-4480" fmla="*/ 2513036 h 2525736"/>
              <a:gd name="connsiteX13-4481" fmla="*/ 611932 w 2505809"/>
              <a:gd name="connsiteY13-4482" fmla="*/ 1074633 h 2525736"/>
              <a:gd name="connsiteX14-4483" fmla="*/ 599232 w 2505809"/>
              <a:gd name="connsiteY14-4484" fmla="*/ 1061983 h 2525736"/>
              <a:gd name="connsiteX15-4485" fmla="*/ 795 w 2505809"/>
              <a:gd name="connsiteY15-4486" fmla="*/ 1061983 h 2525736"/>
              <a:gd name="connsiteX16-4487" fmla="*/ 12185 w 2505809"/>
              <a:gd name="connsiteY16-4488" fmla="*/ 1045174 h 2525736"/>
              <a:gd name="connsiteX0-4489" fmla="*/ 12185 w 2505809"/>
              <a:gd name="connsiteY0-4490" fmla="*/ 1045174 h 2525734"/>
              <a:gd name="connsiteX1-4491" fmla="*/ 19895 w 2505809"/>
              <a:gd name="connsiteY1-4492" fmla="*/ 1016996 h 2525734"/>
              <a:gd name="connsiteX2-4493" fmla="*/ 1242215 w 2505809"/>
              <a:gd name="connsiteY2-4494" fmla="*/ 6073 h 2525734"/>
              <a:gd name="connsiteX3-4495" fmla="*/ 1274549 w 2505809"/>
              <a:gd name="connsiteY3-4496" fmla="*/ 6109 h 2525734"/>
              <a:gd name="connsiteX4-4497" fmla="*/ 2496871 w 2505809"/>
              <a:gd name="connsiteY4-4498" fmla="*/ 1017031 h 2525734"/>
              <a:gd name="connsiteX5-4499" fmla="*/ 2504535 w 2505809"/>
              <a:gd name="connsiteY5-4500" fmla="*/ 1045181 h 2525734"/>
              <a:gd name="connsiteX6-4501" fmla="*/ 2480635 w 2505809"/>
              <a:gd name="connsiteY6-4502" fmla="*/ 1061981 h 2525734"/>
              <a:gd name="connsiteX7-4503" fmla="*/ 1930192 w 2505809"/>
              <a:gd name="connsiteY7-4504" fmla="*/ 1061981 h 2525734"/>
              <a:gd name="connsiteX8-4505" fmla="*/ 1904792 w 2505809"/>
              <a:gd name="connsiteY8-4506" fmla="*/ 1087380 h 2525734"/>
              <a:gd name="connsiteX9-4507" fmla="*/ 1904792 w 2505809"/>
              <a:gd name="connsiteY9-4508" fmla="*/ 2500383 h 2525734"/>
              <a:gd name="connsiteX10-4509" fmla="*/ 1879392 w 2505809"/>
              <a:gd name="connsiteY10-4510" fmla="*/ 2525734 h 2525734"/>
              <a:gd name="connsiteX11-4511" fmla="*/ 637332 w 2505809"/>
              <a:gd name="connsiteY11-4512" fmla="*/ 2525734 h 2525734"/>
              <a:gd name="connsiteX12-4513" fmla="*/ 611932 w 2505809"/>
              <a:gd name="connsiteY12-4514" fmla="*/ 2513036 h 2525734"/>
              <a:gd name="connsiteX13-4515" fmla="*/ 611932 w 2505809"/>
              <a:gd name="connsiteY13-4516" fmla="*/ 1074633 h 2525734"/>
              <a:gd name="connsiteX14-4517" fmla="*/ 599232 w 2505809"/>
              <a:gd name="connsiteY14-4518" fmla="*/ 1061983 h 2525734"/>
              <a:gd name="connsiteX15-4519" fmla="*/ 795 w 2505809"/>
              <a:gd name="connsiteY15-4520" fmla="*/ 1061983 h 2525734"/>
              <a:gd name="connsiteX16-4521" fmla="*/ 12185 w 2505809"/>
              <a:gd name="connsiteY16-4522" fmla="*/ 1045174 h 2525734"/>
              <a:gd name="connsiteX0-4523" fmla="*/ 12185 w 2505809"/>
              <a:gd name="connsiteY0-4524" fmla="*/ 1045174 h 2525734"/>
              <a:gd name="connsiteX1-4525" fmla="*/ 19895 w 2505809"/>
              <a:gd name="connsiteY1-4526" fmla="*/ 1016996 h 2525734"/>
              <a:gd name="connsiteX2-4527" fmla="*/ 1242215 w 2505809"/>
              <a:gd name="connsiteY2-4528" fmla="*/ 6073 h 2525734"/>
              <a:gd name="connsiteX3-4529" fmla="*/ 1274549 w 2505809"/>
              <a:gd name="connsiteY3-4530" fmla="*/ 6109 h 2525734"/>
              <a:gd name="connsiteX4-4531" fmla="*/ 2496871 w 2505809"/>
              <a:gd name="connsiteY4-4532" fmla="*/ 1017031 h 2525734"/>
              <a:gd name="connsiteX5-4533" fmla="*/ 2504535 w 2505809"/>
              <a:gd name="connsiteY5-4534" fmla="*/ 1045181 h 2525734"/>
              <a:gd name="connsiteX6-4535" fmla="*/ 2480635 w 2505809"/>
              <a:gd name="connsiteY6-4536" fmla="*/ 1061981 h 2525734"/>
              <a:gd name="connsiteX7-4537" fmla="*/ 1930192 w 2505809"/>
              <a:gd name="connsiteY7-4538" fmla="*/ 1061981 h 2525734"/>
              <a:gd name="connsiteX8-4539" fmla="*/ 1904792 w 2505809"/>
              <a:gd name="connsiteY8-4540" fmla="*/ 1087380 h 2525734"/>
              <a:gd name="connsiteX9-4541" fmla="*/ 1904792 w 2505809"/>
              <a:gd name="connsiteY9-4542" fmla="*/ 2500383 h 2525734"/>
              <a:gd name="connsiteX10-4543" fmla="*/ 1879392 w 2505809"/>
              <a:gd name="connsiteY10-4544" fmla="*/ 2525734 h 2525734"/>
              <a:gd name="connsiteX11-4545" fmla="*/ 637332 w 2505809"/>
              <a:gd name="connsiteY11-4546" fmla="*/ 2525734 h 2525734"/>
              <a:gd name="connsiteX12-4547" fmla="*/ 611932 w 2505809"/>
              <a:gd name="connsiteY12-4548" fmla="*/ 2513036 h 2525734"/>
              <a:gd name="connsiteX13-4549" fmla="*/ 611932 w 2505809"/>
              <a:gd name="connsiteY13-4550" fmla="*/ 1074633 h 2525734"/>
              <a:gd name="connsiteX14-4551" fmla="*/ 599232 w 2505809"/>
              <a:gd name="connsiteY14-4552" fmla="*/ 1061983 h 2525734"/>
              <a:gd name="connsiteX15-4553" fmla="*/ 795 w 2505809"/>
              <a:gd name="connsiteY15-4554" fmla="*/ 1061983 h 2525734"/>
              <a:gd name="connsiteX16-4555" fmla="*/ 12185 w 2505809"/>
              <a:gd name="connsiteY16-4556" fmla="*/ 1045174 h 2525734"/>
              <a:gd name="connsiteX0-4557" fmla="*/ 12185 w 2505809"/>
              <a:gd name="connsiteY0-4558" fmla="*/ 1045174 h 2525734"/>
              <a:gd name="connsiteX1-4559" fmla="*/ 19895 w 2505809"/>
              <a:gd name="connsiteY1-4560" fmla="*/ 1016996 h 2525734"/>
              <a:gd name="connsiteX2-4561" fmla="*/ 1242215 w 2505809"/>
              <a:gd name="connsiteY2-4562" fmla="*/ 6073 h 2525734"/>
              <a:gd name="connsiteX3-4563" fmla="*/ 1274549 w 2505809"/>
              <a:gd name="connsiteY3-4564" fmla="*/ 6109 h 2525734"/>
              <a:gd name="connsiteX4-4565" fmla="*/ 2496871 w 2505809"/>
              <a:gd name="connsiteY4-4566" fmla="*/ 1017031 h 2525734"/>
              <a:gd name="connsiteX5-4567" fmla="*/ 2504535 w 2505809"/>
              <a:gd name="connsiteY5-4568" fmla="*/ 1045181 h 2525734"/>
              <a:gd name="connsiteX6-4569" fmla="*/ 2480635 w 2505809"/>
              <a:gd name="connsiteY6-4570" fmla="*/ 1061981 h 2525734"/>
              <a:gd name="connsiteX7-4571" fmla="*/ 1930192 w 2505809"/>
              <a:gd name="connsiteY7-4572" fmla="*/ 1061981 h 2525734"/>
              <a:gd name="connsiteX8-4573" fmla="*/ 1904792 w 2505809"/>
              <a:gd name="connsiteY8-4574" fmla="*/ 1087380 h 2525734"/>
              <a:gd name="connsiteX9-4575" fmla="*/ 1904792 w 2505809"/>
              <a:gd name="connsiteY9-4576" fmla="*/ 2500383 h 2525734"/>
              <a:gd name="connsiteX10-4577" fmla="*/ 1879392 w 2505809"/>
              <a:gd name="connsiteY10-4578" fmla="*/ 2525734 h 2525734"/>
              <a:gd name="connsiteX11-4579" fmla="*/ 637332 w 2505809"/>
              <a:gd name="connsiteY11-4580" fmla="*/ 2525734 h 2525734"/>
              <a:gd name="connsiteX12-4581" fmla="*/ 611932 w 2505809"/>
              <a:gd name="connsiteY12-4582" fmla="*/ 2513036 h 2525734"/>
              <a:gd name="connsiteX13-4583" fmla="*/ 611932 w 2505809"/>
              <a:gd name="connsiteY13-4584" fmla="*/ 1074633 h 2525734"/>
              <a:gd name="connsiteX14-4585" fmla="*/ 599232 w 2505809"/>
              <a:gd name="connsiteY14-4586" fmla="*/ 1061983 h 2525734"/>
              <a:gd name="connsiteX15-4587" fmla="*/ 795 w 2505809"/>
              <a:gd name="connsiteY15-4588" fmla="*/ 1061983 h 2525734"/>
              <a:gd name="connsiteX16-4589" fmla="*/ 12185 w 2505809"/>
              <a:gd name="connsiteY16-4590" fmla="*/ 1045174 h 2525734"/>
              <a:gd name="connsiteX0-4591" fmla="*/ 12185 w 2505809"/>
              <a:gd name="connsiteY0-4592" fmla="*/ 1045174 h 2525734"/>
              <a:gd name="connsiteX1-4593" fmla="*/ 19895 w 2505809"/>
              <a:gd name="connsiteY1-4594" fmla="*/ 1016996 h 2525734"/>
              <a:gd name="connsiteX2-4595" fmla="*/ 1242215 w 2505809"/>
              <a:gd name="connsiteY2-4596" fmla="*/ 6073 h 2525734"/>
              <a:gd name="connsiteX3-4597" fmla="*/ 1274549 w 2505809"/>
              <a:gd name="connsiteY3-4598" fmla="*/ 6109 h 2525734"/>
              <a:gd name="connsiteX4-4599" fmla="*/ 2496871 w 2505809"/>
              <a:gd name="connsiteY4-4600" fmla="*/ 1017031 h 2525734"/>
              <a:gd name="connsiteX5-4601" fmla="*/ 2504535 w 2505809"/>
              <a:gd name="connsiteY5-4602" fmla="*/ 1045181 h 2525734"/>
              <a:gd name="connsiteX6-4603" fmla="*/ 2480635 w 2505809"/>
              <a:gd name="connsiteY6-4604" fmla="*/ 1061981 h 2525734"/>
              <a:gd name="connsiteX7-4605" fmla="*/ 1930192 w 2505809"/>
              <a:gd name="connsiteY7-4606" fmla="*/ 1061981 h 2525734"/>
              <a:gd name="connsiteX8-4607" fmla="*/ 1904792 w 2505809"/>
              <a:gd name="connsiteY8-4608" fmla="*/ 1087380 h 2525734"/>
              <a:gd name="connsiteX9-4609" fmla="*/ 1904792 w 2505809"/>
              <a:gd name="connsiteY9-4610" fmla="*/ 2500383 h 2525734"/>
              <a:gd name="connsiteX10-4611" fmla="*/ 1879392 w 2505809"/>
              <a:gd name="connsiteY10-4612" fmla="*/ 2525734 h 2525734"/>
              <a:gd name="connsiteX11-4613" fmla="*/ 637332 w 2505809"/>
              <a:gd name="connsiteY11-4614" fmla="*/ 2525734 h 2525734"/>
              <a:gd name="connsiteX12-4615" fmla="*/ 611932 w 2505809"/>
              <a:gd name="connsiteY12-4616" fmla="*/ 2500334 h 2525734"/>
              <a:gd name="connsiteX13-4617" fmla="*/ 611932 w 2505809"/>
              <a:gd name="connsiteY13-4618" fmla="*/ 1074633 h 2525734"/>
              <a:gd name="connsiteX14-4619" fmla="*/ 599232 w 2505809"/>
              <a:gd name="connsiteY14-4620" fmla="*/ 1061983 h 2525734"/>
              <a:gd name="connsiteX15-4621" fmla="*/ 795 w 2505809"/>
              <a:gd name="connsiteY15-4622" fmla="*/ 1061983 h 2525734"/>
              <a:gd name="connsiteX16-4623" fmla="*/ 12185 w 2505809"/>
              <a:gd name="connsiteY16-4624" fmla="*/ 1045174 h 2525734"/>
              <a:gd name="connsiteX0-4625" fmla="*/ 12185 w 2505809"/>
              <a:gd name="connsiteY0-4626" fmla="*/ 1045174 h 2525734"/>
              <a:gd name="connsiteX1-4627" fmla="*/ 19895 w 2505809"/>
              <a:gd name="connsiteY1-4628" fmla="*/ 1016996 h 2525734"/>
              <a:gd name="connsiteX2-4629" fmla="*/ 1242215 w 2505809"/>
              <a:gd name="connsiteY2-4630" fmla="*/ 6073 h 2525734"/>
              <a:gd name="connsiteX3-4631" fmla="*/ 1274549 w 2505809"/>
              <a:gd name="connsiteY3-4632" fmla="*/ 6109 h 2525734"/>
              <a:gd name="connsiteX4-4633" fmla="*/ 2496871 w 2505809"/>
              <a:gd name="connsiteY4-4634" fmla="*/ 1017031 h 2525734"/>
              <a:gd name="connsiteX5-4635" fmla="*/ 2504535 w 2505809"/>
              <a:gd name="connsiteY5-4636" fmla="*/ 1045181 h 2525734"/>
              <a:gd name="connsiteX6-4637" fmla="*/ 2480635 w 2505809"/>
              <a:gd name="connsiteY6-4638" fmla="*/ 1061981 h 2525734"/>
              <a:gd name="connsiteX7-4639" fmla="*/ 1930192 w 2505809"/>
              <a:gd name="connsiteY7-4640" fmla="*/ 1061981 h 2525734"/>
              <a:gd name="connsiteX8-4641" fmla="*/ 1904792 w 2505809"/>
              <a:gd name="connsiteY8-4642" fmla="*/ 1087380 h 2525734"/>
              <a:gd name="connsiteX9-4643" fmla="*/ 1904792 w 2505809"/>
              <a:gd name="connsiteY9-4644" fmla="*/ 2500383 h 2525734"/>
              <a:gd name="connsiteX10-4645" fmla="*/ 1879392 w 2505809"/>
              <a:gd name="connsiteY10-4646" fmla="*/ 2525734 h 2525734"/>
              <a:gd name="connsiteX11-4647" fmla="*/ 637332 w 2505809"/>
              <a:gd name="connsiteY11-4648" fmla="*/ 2525734 h 2525734"/>
              <a:gd name="connsiteX12-4649" fmla="*/ 611932 w 2505809"/>
              <a:gd name="connsiteY12-4650" fmla="*/ 2500334 h 2525734"/>
              <a:gd name="connsiteX13-4651" fmla="*/ 611932 w 2505809"/>
              <a:gd name="connsiteY13-4652" fmla="*/ 1074633 h 2525734"/>
              <a:gd name="connsiteX14-4653" fmla="*/ 599232 w 2505809"/>
              <a:gd name="connsiteY14-4654" fmla="*/ 1061983 h 2525734"/>
              <a:gd name="connsiteX15-4655" fmla="*/ 795 w 2505809"/>
              <a:gd name="connsiteY15-4656" fmla="*/ 1061983 h 2525734"/>
              <a:gd name="connsiteX16-4657" fmla="*/ 12185 w 2505809"/>
              <a:gd name="connsiteY16-4658" fmla="*/ 1045174 h 2525734"/>
              <a:gd name="connsiteX0-4659" fmla="*/ 12185 w 2505809"/>
              <a:gd name="connsiteY0-4660" fmla="*/ 1045174 h 2525734"/>
              <a:gd name="connsiteX1-4661" fmla="*/ 19895 w 2505809"/>
              <a:gd name="connsiteY1-4662" fmla="*/ 1016996 h 2525734"/>
              <a:gd name="connsiteX2-4663" fmla="*/ 1242215 w 2505809"/>
              <a:gd name="connsiteY2-4664" fmla="*/ 6073 h 2525734"/>
              <a:gd name="connsiteX3-4665" fmla="*/ 1274549 w 2505809"/>
              <a:gd name="connsiteY3-4666" fmla="*/ 6109 h 2525734"/>
              <a:gd name="connsiteX4-4667" fmla="*/ 2496871 w 2505809"/>
              <a:gd name="connsiteY4-4668" fmla="*/ 1017031 h 2525734"/>
              <a:gd name="connsiteX5-4669" fmla="*/ 2504535 w 2505809"/>
              <a:gd name="connsiteY5-4670" fmla="*/ 1045181 h 2525734"/>
              <a:gd name="connsiteX6-4671" fmla="*/ 2480635 w 2505809"/>
              <a:gd name="connsiteY6-4672" fmla="*/ 1061981 h 2525734"/>
              <a:gd name="connsiteX7-4673" fmla="*/ 1930192 w 2505809"/>
              <a:gd name="connsiteY7-4674" fmla="*/ 1061981 h 2525734"/>
              <a:gd name="connsiteX8-4675" fmla="*/ 1904792 w 2505809"/>
              <a:gd name="connsiteY8-4676" fmla="*/ 1087380 h 2525734"/>
              <a:gd name="connsiteX9-4677" fmla="*/ 1904792 w 2505809"/>
              <a:gd name="connsiteY9-4678" fmla="*/ 2500383 h 2525734"/>
              <a:gd name="connsiteX10-4679" fmla="*/ 1879392 w 2505809"/>
              <a:gd name="connsiteY10-4680" fmla="*/ 2525734 h 2525734"/>
              <a:gd name="connsiteX11-4681" fmla="*/ 637332 w 2505809"/>
              <a:gd name="connsiteY11-4682" fmla="*/ 2525734 h 2525734"/>
              <a:gd name="connsiteX12-4683" fmla="*/ 611932 w 2505809"/>
              <a:gd name="connsiteY12-4684" fmla="*/ 2500334 h 2525734"/>
              <a:gd name="connsiteX13-4685" fmla="*/ 611932 w 2505809"/>
              <a:gd name="connsiteY13-4686" fmla="*/ 1074633 h 2525734"/>
              <a:gd name="connsiteX14-4687" fmla="*/ 599232 w 2505809"/>
              <a:gd name="connsiteY14-4688" fmla="*/ 1061983 h 2525734"/>
              <a:gd name="connsiteX15-4689" fmla="*/ 795 w 2505809"/>
              <a:gd name="connsiteY15-4690" fmla="*/ 1061983 h 2525734"/>
              <a:gd name="connsiteX16-4691" fmla="*/ 12185 w 2505809"/>
              <a:gd name="connsiteY16-4692" fmla="*/ 1045174 h 2525734"/>
              <a:gd name="connsiteX0-4693" fmla="*/ 12185 w 2505809"/>
              <a:gd name="connsiteY0-4694" fmla="*/ 1045174 h 2525734"/>
              <a:gd name="connsiteX1-4695" fmla="*/ 19895 w 2505809"/>
              <a:gd name="connsiteY1-4696" fmla="*/ 1016996 h 2525734"/>
              <a:gd name="connsiteX2-4697" fmla="*/ 1242215 w 2505809"/>
              <a:gd name="connsiteY2-4698" fmla="*/ 6073 h 2525734"/>
              <a:gd name="connsiteX3-4699" fmla="*/ 1274549 w 2505809"/>
              <a:gd name="connsiteY3-4700" fmla="*/ 6109 h 2525734"/>
              <a:gd name="connsiteX4-4701" fmla="*/ 2496871 w 2505809"/>
              <a:gd name="connsiteY4-4702" fmla="*/ 1017031 h 2525734"/>
              <a:gd name="connsiteX5-4703" fmla="*/ 2504535 w 2505809"/>
              <a:gd name="connsiteY5-4704" fmla="*/ 1045181 h 2525734"/>
              <a:gd name="connsiteX6-4705" fmla="*/ 2480635 w 2505809"/>
              <a:gd name="connsiteY6-4706" fmla="*/ 1061981 h 2525734"/>
              <a:gd name="connsiteX7-4707" fmla="*/ 1930192 w 2505809"/>
              <a:gd name="connsiteY7-4708" fmla="*/ 1061981 h 2525734"/>
              <a:gd name="connsiteX8-4709" fmla="*/ 1904792 w 2505809"/>
              <a:gd name="connsiteY8-4710" fmla="*/ 1087380 h 2525734"/>
              <a:gd name="connsiteX9-4711" fmla="*/ 1904792 w 2505809"/>
              <a:gd name="connsiteY9-4712" fmla="*/ 2500383 h 2525734"/>
              <a:gd name="connsiteX10-4713" fmla="*/ 1879392 w 2505809"/>
              <a:gd name="connsiteY10-4714" fmla="*/ 2525734 h 2525734"/>
              <a:gd name="connsiteX11-4715" fmla="*/ 637332 w 2505809"/>
              <a:gd name="connsiteY11-4716" fmla="*/ 2525734 h 2525734"/>
              <a:gd name="connsiteX12-4717" fmla="*/ 611932 w 2505809"/>
              <a:gd name="connsiteY12-4718" fmla="*/ 2500334 h 2525734"/>
              <a:gd name="connsiteX13-4719" fmla="*/ 611932 w 2505809"/>
              <a:gd name="connsiteY13-4720" fmla="*/ 1087331 h 2525734"/>
              <a:gd name="connsiteX14-4721" fmla="*/ 599232 w 2505809"/>
              <a:gd name="connsiteY14-4722" fmla="*/ 1061983 h 2525734"/>
              <a:gd name="connsiteX15-4723" fmla="*/ 795 w 2505809"/>
              <a:gd name="connsiteY15-4724" fmla="*/ 1061983 h 2525734"/>
              <a:gd name="connsiteX16-4725" fmla="*/ 12185 w 2505809"/>
              <a:gd name="connsiteY16-4726" fmla="*/ 1045174 h 2525734"/>
              <a:gd name="connsiteX0-4727" fmla="*/ 12185 w 2505809"/>
              <a:gd name="connsiteY0-4728" fmla="*/ 1045174 h 2525734"/>
              <a:gd name="connsiteX1-4729" fmla="*/ 19895 w 2505809"/>
              <a:gd name="connsiteY1-4730" fmla="*/ 1016996 h 2525734"/>
              <a:gd name="connsiteX2-4731" fmla="*/ 1242215 w 2505809"/>
              <a:gd name="connsiteY2-4732" fmla="*/ 6073 h 2525734"/>
              <a:gd name="connsiteX3-4733" fmla="*/ 1274549 w 2505809"/>
              <a:gd name="connsiteY3-4734" fmla="*/ 6109 h 2525734"/>
              <a:gd name="connsiteX4-4735" fmla="*/ 2496871 w 2505809"/>
              <a:gd name="connsiteY4-4736" fmla="*/ 1017031 h 2525734"/>
              <a:gd name="connsiteX5-4737" fmla="*/ 2504535 w 2505809"/>
              <a:gd name="connsiteY5-4738" fmla="*/ 1045181 h 2525734"/>
              <a:gd name="connsiteX6-4739" fmla="*/ 2480635 w 2505809"/>
              <a:gd name="connsiteY6-4740" fmla="*/ 1061981 h 2525734"/>
              <a:gd name="connsiteX7-4741" fmla="*/ 1930192 w 2505809"/>
              <a:gd name="connsiteY7-4742" fmla="*/ 1061981 h 2525734"/>
              <a:gd name="connsiteX8-4743" fmla="*/ 1904792 w 2505809"/>
              <a:gd name="connsiteY8-4744" fmla="*/ 1087380 h 2525734"/>
              <a:gd name="connsiteX9-4745" fmla="*/ 1904792 w 2505809"/>
              <a:gd name="connsiteY9-4746" fmla="*/ 2500383 h 2525734"/>
              <a:gd name="connsiteX10-4747" fmla="*/ 1879392 w 2505809"/>
              <a:gd name="connsiteY10-4748" fmla="*/ 2525734 h 2525734"/>
              <a:gd name="connsiteX11-4749" fmla="*/ 637332 w 2505809"/>
              <a:gd name="connsiteY11-4750" fmla="*/ 2525734 h 2525734"/>
              <a:gd name="connsiteX12-4751" fmla="*/ 611932 w 2505809"/>
              <a:gd name="connsiteY12-4752" fmla="*/ 2500334 h 2525734"/>
              <a:gd name="connsiteX13-4753" fmla="*/ 611932 w 2505809"/>
              <a:gd name="connsiteY13-4754" fmla="*/ 1087331 h 2525734"/>
              <a:gd name="connsiteX14-4755" fmla="*/ 599232 w 2505809"/>
              <a:gd name="connsiteY14-4756" fmla="*/ 1061983 h 2525734"/>
              <a:gd name="connsiteX15-4757" fmla="*/ 795 w 2505809"/>
              <a:gd name="connsiteY15-4758" fmla="*/ 1061983 h 2525734"/>
              <a:gd name="connsiteX16-4759" fmla="*/ 12185 w 2505809"/>
              <a:gd name="connsiteY16-4760" fmla="*/ 1045174 h 2525734"/>
              <a:gd name="connsiteX0-4761" fmla="*/ 12185 w 2505809"/>
              <a:gd name="connsiteY0-4762" fmla="*/ 1045174 h 2525734"/>
              <a:gd name="connsiteX1-4763" fmla="*/ 19895 w 2505809"/>
              <a:gd name="connsiteY1-4764" fmla="*/ 1016996 h 2525734"/>
              <a:gd name="connsiteX2-4765" fmla="*/ 1242215 w 2505809"/>
              <a:gd name="connsiteY2-4766" fmla="*/ 6073 h 2525734"/>
              <a:gd name="connsiteX3-4767" fmla="*/ 1274549 w 2505809"/>
              <a:gd name="connsiteY3-4768" fmla="*/ 6109 h 2525734"/>
              <a:gd name="connsiteX4-4769" fmla="*/ 2496871 w 2505809"/>
              <a:gd name="connsiteY4-4770" fmla="*/ 1017031 h 2525734"/>
              <a:gd name="connsiteX5-4771" fmla="*/ 2504535 w 2505809"/>
              <a:gd name="connsiteY5-4772" fmla="*/ 1045181 h 2525734"/>
              <a:gd name="connsiteX6-4773" fmla="*/ 2480635 w 2505809"/>
              <a:gd name="connsiteY6-4774" fmla="*/ 1061981 h 2525734"/>
              <a:gd name="connsiteX7-4775" fmla="*/ 1930192 w 2505809"/>
              <a:gd name="connsiteY7-4776" fmla="*/ 1061981 h 2525734"/>
              <a:gd name="connsiteX8-4777" fmla="*/ 1904792 w 2505809"/>
              <a:gd name="connsiteY8-4778" fmla="*/ 1087380 h 2525734"/>
              <a:gd name="connsiteX9-4779" fmla="*/ 1904792 w 2505809"/>
              <a:gd name="connsiteY9-4780" fmla="*/ 2500383 h 2525734"/>
              <a:gd name="connsiteX10-4781" fmla="*/ 1879392 w 2505809"/>
              <a:gd name="connsiteY10-4782" fmla="*/ 2525734 h 2525734"/>
              <a:gd name="connsiteX11-4783" fmla="*/ 637332 w 2505809"/>
              <a:gd name="connsiteY11-4784" fmla="*/ 2525734 h 2525734"/>
              <a:gd name="connsiteX12-4785" fmla="*/ 611932 w 2505809"/>
              <a:gd name="connsiteY12-4786" fmla="*/ 2500334 h 2525734"/>
              <a:gd name="connsiteX13-4787" fmla="*/ 611932 w 2505809"/>
              <a:gd name="connsiteY13-4788" fmla="*/ 1087331 h 2525734"/>
              <a:gd name="connsiteX14-4789" fmla="*/ 599232 w 2505809"/>
              <a:gd name="connsiteY14-4790" fmla="*/ 1061983 h 2525734"/>
              <a:gd name="connsiteX15-4791" fmla="*/ 795 w 2505809"/>
              <a:gd name="connsiteY15-4792" fmla="*/ 1061983 h 2525734"/>
              <a:gd name="connsiteX16-4793" fmla="*/ 12185 w 2505809"/>
              <a:gd name="connsiteY16-4794" fmla="*/ 1045174 h 2525734"/>
              <a:gd name="connsiteX0-4795" fmla="*/ 12185 w 2505809"/>
              <a:gd name="connsiteY0-4796" fmla="*/ 1045174 h 2525734"/>
              <a:gd name="connsiteX1-4797" fmla="*/ 19895 w 2505809"/>
              <a:gd name="connsiteY1-4798" fmla="*/ 1016996 h 2525734"/>
              <a:gd name="connsiteX2-4799" fmla="*/ 1242215 w 2505809"/>
              <a:gd name="connsiteY2-4800" fmla="*/ 6073 h 2525734"/>
              <a:gd name="connsiteX3-4801" fmla="*/ 1274549 w 2505809"/>
              <a:gd name="connsiteY3-4802" fmla="*/ 6109 h 2525734"/>
              <a:gd name="connsiteX4-4803" fmla="*/ 2496871 w 2505809"/>
              <a:gd name="connsiteY4-4804" fmla="*/ 1017031 h 2525734"/>
              <a:gd name="connsiteX5-4805" fmla="*/ 2504535 w 2505809"/>
              <a:gd name="connsiteY5-4806" fmla="*/ 1045181 h 2525734"/>
              <a:gd name="connsiteX6-4807" fmla="*/ 2480635 w 2505809"/>
              <a:gd name="connsiteY6-4808" fmla="*/ 1061981 h 2525734"/>
              <a:gd name="connsiteX7-4809" fmla="*/ 1930192 w 2505809"/>
              <a:gd name="connsiteY7-4810" fmla="*/ 1061981 h 2525734"/>
              <a:gd name="connsiteX8-4811" fmla="*/ 1904792 w 2505809"/>
              <a:gd name="connsiteY8-4812" fmla="*/ 1087380 h 2525734"/>
              <a:gd name="connsiteX9-4813" fmla="*/ 1904792 w 2505809"/>
              <a:gd name="connsiteY9-4814" fmla="*/ 2500383 h 2525734"/>
              <a:gd name="connsiteX10-4815" fmla="*/ 1879392 w 2505809"/>
              <a:gd name="connsiteY10-4816" fmla="*/ 2525734 h 2525734"/>
              <a:gd name="connsiteX11-4817" fmla="*/ 637332 w 2505809"/>
              <a:gd name="connsiteY11-4818" fmla="*/ 2525734 h 2525734"/>
              <a:gd name="connsiteX12-4819" fmla="*/ 611932 w 2505809"/>
              <a:gd name="connsiteY12-4820" fmla="*/ 2500334 h 2525734"/>
              <a:gd name="connsiteX13-4821" fmla="*/ 611932 w 2505809"/>
              <a:gd name="connsiteY13-4822" fmla="*/ 1087331 h 2525734"/>
              <a:gd name="connsiteX14-4823" fmla="*/ 586533 w 2505809"/>
              <a:gd name="connsiteY14-4824" fmla="*/ 1061981 h 2525734"/>
              <a:gd name="connsiteX15-4825" fmla="*/ 795 w 2505809"/>
              <a:gd name="connsiteY15-4826" fmla="*/ 1061983 h 2525734"/>
              <a:gd name="connsiteX16-4827" fmla="*/ 12185 w 2505809"/>
              <a:gd name="connsiteY16-4828" fmla="*/ 1045174 h 2525734"/>
              <a:gd name="connsiteX0-4829" fmla="*/ 12185 w 2505809"/>
              <a:gd name="connsiteY0-4830" fmla="*/ 1045174 h 2525734"/>
              <a:gd name="connsiteX1-4831" fmla="*/ 19895 w 2505809"/>
              <a:gd name="connsiteY1-4832" fmla="*/ 1016996 h 2525734"/>
              <a:gd name="connsiteX2-4833" fmla="*/ 1242215 w 2505809"/>
              <a:gd name="connsiteY2-4834" fmla="*/ 6073 h 2525734"/>
              <a:gd name="connsiteX3-4835" fmla="*/ 1274549 w 2505809"/>
              <a:gd name="connsiteY3-4836" fmla="*/ 6109 h 2525734"/>
              <a:gd name="connsiteX4-4837" fmla="*/ 2496871 w 2505809"/>
              <a:gd name="connsiteY4-4838" fmla="*/ 1017031 h 2525734"/>
              <a:gd name="connsiteX5-4839" fmla="*/ 2504535 w 2505809"/>
              <a:gd name="connsiteY5-4840" fmla="*/ 1045181 h 2525734"/>
              <a:gd name="connsiteX6-4841" fmla="*/ 2480635 w 2505809"/>
              <a:gd name="connsiteY6-4842" fmla="*/ 1061981 h 2525734"/>
              <a:gd name="connsiteX7-4843" fmla="*/ 1930192 w 2505809"/>
              <a:gd name="connsiteY7-4844" fmla="*/ 1061981 h 2525734"/>
              <a:gd name="connsiteX8-4845" fmla="*/ 1904792 w 2505809"/>
              <a:gd name="connsiteY8-4846" fmla="*/ 1087380 h 2525734"/>
              <a:gd name="connsiteX9-4847" fmla="*/ 1904792 w 2505809"/>
              <a:gd name="connsiteY9-4848" fmla="*/ 2500383 h 2525734"/>
              <a:gd name="connsiteX10-4849" fmla="*/ 1879392 w 2505809"/>
              <a:gd name="connsiteY10-4850" fmla="*/ 2525734 h 2525734"/>
              <a:gd name="connsiteX11-4851" fmla="*/ 637332 w 2505809"/>
              <a:gd name="connsiteY11-4852" fmla="*/ 2525734 h 2525734"/>
              <a:gd name="connsiteX12-4853" fmla="*/ 611932 w 2505809"/>
              <a:gd name="connsiteY12-4854" fmla="*/ 2500334 h 2525734"/>
              <a:gd name="connsiteX13-4855" fmla="*/ 611932 w 2505809"/>
              <a:gd name="connsiteY13-4856" fmla="*/ 1087331 h 2525734"/>
              <a:gd name="connsiteX14-4857" fmla="*/ 586533 w 2505809"/>
              <a:gd name="connsiteY14-4858" fmla="*/ 1061981 h 2525734"/>
              <a:gd name="connsiteX15-4859" fmla="*/ 795 w 2505809"/>
              <a:gd name="connsiteY15-4860" fmla="*/ 1061983 h 2525734"/>
              <a:gd name="connsiteX16-4861" fmla="*/ 12185 w 2505809"/>
              <a:gd name="connsiteY16-4862" fmla="*/ 1045174 h 2525734"/>
              <a:gd name="connsiteX0-4863" fmla="*/ 12185 w 2505809"/>
              <a:gd name="connsiteY0-4864" fmla="*/ 1045174 h 2525734"/>
              <a:gd name="connsiteX1-4865" fmla="*/ 19895 w 2505809"/>
              <a:gd name="connsiteY1-4866" fmla="*/ 1016996 h 2525734"/>
              <a:gd name="connsiteX2-4867" fmla="*/ 1242215 w 2505809"/>
              <a:gd name="connsiteY2-4868" fmla="*/ 6073 h 2525734"/>
              <a:gd name="connsiteX3-4869" fmla="*/ 1274549 w 2505809"/>
              <a:gd name="connsiteY3-4870" fmla="*/ 6109 h 2525734"/>
              <a:gd name="connsiteX4-4871" fmla="*/ 2496871 w 2505809"/>
              <a:gd name="connsiteY4-4872" fmla="*/ 1017031 h 2525734"/>
              <a:gd name="connsiteX5-4873" fmla="*/ 2504535 w 2505809"/>
              <a:gd name="connsiteY5-4874" fmla="*/ 1045181 h 2525734"/>
              <a:gd name="connsiteX6-4875" fmla="*/ 2480635 w 2505809"/>
              <a:gd name="connsiteY6-4876" fmla="*/ 1061981 h 2525734"/>
              <a:gd name="connsiteX7-4877" fmla="*/ 1930192 w 2505809"/>
              <a:gd name="connsiteY7-4878" fmla="*/ 1061981 h 2525734"/>
              <a:gd name="connsiteX8-4879" fmla="*/ 1904792 w 2505809"/>
              <a:gd name="connsiteY8-4880" fmla="*/ 1087380 h 2525734"/>
              <a:gd name="connsiteX9-4881" fmla="*/ 1904792 w 2505809"/>
              <a:gd name="connsiteY9-4882" fmla="*/ 2500383 h 2525734"/>
              <a:gd name="connsiteX10-4883" fmla="*/ 1879392 w 2505809"/>
              <a:gd name="connsiteY10-4884" fmla="*/ 2525734 h 2525734"/>
              <a:gd name="connsiteX11-4885" fmla="*/ 637332 w 2505809"/>
              <a:gd name="connsiteY11-4886" fmla="*/ 2525734 h 2525734"/>
              <a:gd name="connsiteX12-4887" fmla="*/ 611932 w 2505809"/>
              <a:gd name="connsiteY12-4888" fmla="*/ 2500334 h 2525734"/>
              <a:gd name="connsiteX13-4889" fmla="*/ 611932 w 2505809"/>
              <a:gd name="connsiteY13-4890" fmla="*/ 1087331 h 2525734"/>
              <a:gd name="connsiteX14-4891" fmla="*/ 586533 w 2505809"/>
              <a:gd name="connsiteY14-4892" fmla="*/ 1061981 h 2525734"/>
              <a:gd name="connsiteX15-4893" fmla="*/ 795 w 2505809"/>
              <a:gd name="connsiteY15-4894" fmla="*/ 1061983 h 2525734"/>
              <a:gd name="connsiteX16-4895" fmla="*/ 12185 w 2505809"/>
              <a:gd name="connsiteY16-4896" fmla="*/ 1045174 h 2525734"/>
              <a:gd name="connsiteX0-4897" fmla="*/ 1927 w 2495551"/>
              <a:gd name="connsiteY0-4898" fmla="*/ 1045174 h 2525734"/>
              <a:gd name="connsiteX1-4899" fmla="*/ 9637 w 2495551"/>
              <a:gd name="connsiteY1-4900" fmla="*/ 1016996 h 2525734"/>
              <a:gd name="connsiteX2-4901" fmla="*/ 1231957 w 2495551"/>
              <a:gd name="connsiteY2-4902" fmla="*/ 6073 h 2525734"/>
              <a:gd name="connsiteX3-4903" fmla="*/ 1264291 w 2495551"/>
              <a:gd name="connsiteY3-4904" fmla="*/ 6109 h 2525734"/>
              <a:gd name="connsiteX4-4905" fmla="*/ 2486613 w 2495551"/>
              <a:gd name="connsiteY4-4906" fmla="*/ 1017031 h 2525734"/>
              <a:gd name="connsiteX5-4907" fmla="*/ 2494277 w 2495551"/>
              <a:gd name="connsiteY5-4908" fmla="*/ 1045181 h 2525734"/>
              <a:gd name="connsiteX6-4909" fmla="*/ 2470377 w 2495551"/>
              <a:gd name="connsiteY6-4910" fmla="*/ 1061981 h 2525734"/>
              <a:gd name="connsiteX7-4911" fmla="*/ 1919934 w 2495551"/>
              <a:gd name="connsiteY7-4912" fmla="*/ 1061981 h 2525734"/>
              <a:gd name="connsiteX8-4913" fmla="*/ 1894534 w 2495551"/>
              <a:gd name="connsiteY8-4914" fmla="*/ 1087380 h 2525734"/>
              <a:gd name="connsiteX9-4915" fmla="*/ 1894534 w 2495551"/>
              <a:gd name="connsiteY9-4916" fmla="*/ 2500383 h 2525734"/>
              <a:gd name="connsiteX10-4917" fmla="*/ 1869134 w 2495551"/>
              <a:gd name="connsiteY10-4918" fmla="*/ 2525734 h 2525734"/>
              <a:gd name="connsiteX11-4919" fmla="*/ 627074 w 2495551"/>
              <a:gd name="connsiteY11-4920" fmla="*/ 2525734 h 2525734"/>
              <a:gd name="connsiteX12-4921" fmla="*/ 601674 w 2495551"/>
              <a:gd name="connsiteY12-4922" fmla="*/ 2500334 h 2525734"/>
              <a:gd name="connsiteX13-4923" fmla="*/ 601674 w 2495551"/>
              <a:gd name="connsiteY13-4924" fmla="*/ 1087331 h 2525734"/>
              <a:gd name="connsiteX14-4925" fmla="*/ 576275 w 2495551"/>
              <a:gd name="connsiteY14-4926" fmla="*/ 1061981 h 2525734"/>
              <a:gd name="connsiteX15-4927" fmla="*/ 25831 w 2495551"/>
              <a:gd name="connsiteY15-4928" fmla="*/ 1061981 h 2525734"/>
              <a:gd name="connsiteX16-4929" fmla="*/ 1927 w 2495551"/>
              <a:gd name="connsiteY16-4930" fmla="*/ 1045174 h 2525734"/>
              <a:gd name="connsiteX0-4931" fmla="*/ 1269 w 2494893"/>
              <a:gd name="connsiteY0-4932" fmla="*/ 1045174 h 2525734"/>
              <a:gd name="connsiteX1-4933" fmla="*/ 8979 w 2494893"/>
              <a:gd name="connsiteY1-4934" fmla="*/ 1016996 h 2525734"/>
              <a:gd name="connsiteX2-4935" fmla="*/ 1231299 w 2494893"/>
              <a:gd name="connsiteY2-4936" fmla="*/ 6073 h 2525734"/>
              <a:gd name="connsiteX3-4937" fmla="*/ 1263633 w 2494893"/>
              <a:gd name="connsiteY3-4938" fmla="*/ 6109 h 2525734"/>
              <a:gd name="connsiteX4-4939" fmla="*/ 2485955 w 2494893"/>
              <a:gd name="connsiteY4-4940" fmla="*/ 1017031 h 2525734"/>
              <a:gd name="connsiteX5-4941" fmla="*/ 2493619 w 2494893"/>
              <a:gd name="connsiteY5-4942" fmla="*/ 1045181 h 2525734"/>
              <a:gd name="connsiteX6-4943" fmla="*/ 2469719 w 2494893"/>
              <a:gd name="connsiteY6-4944" fmla="*/ 1061981 h 2525734"/>
              <a:gd name="connsiteX7-4945" fmla="*/ 1919276 w 2494893"/>
              <a:gd name="connsiteY7-4946" fmla="*/ 1061981 h 2525734"/>
              <a:gd name="connsiteX8-4947" fmla="*/ 1893876 w 2494893"/>
              <a:gd name="connsiteY8-4948" fmla="*/ 1087380 h 2525734"/>
              <a:gd name="connsiteX9-4949" fmla="*/ 1893876 w 2494893"/>
              <a:gd name="connsiteY9-4950" fmla="*/ 2500383 h 2525734"/>
              <a:gd name="connsiteX10-4951" fmla="*/ 1868476 w 2494893"/>
              <a:gd name="connsiteY10-4952" fmla="*/ 2525734 h 2525734"/>
              <a:gd name="connsiteX11-4953" fmla="*/ 626416 w 2494893"/>
              <a:gd name="connsiteY11-4954" fmla="*/ 2525734 h 2525734"/>
              <a:gd name="connsiteX12-4955" fmla="*/ 601016 w 2494893"/>
              <a:gd name="connsiteY12-4956" fmla="*/ 2500334 h 2525734"/>
              <a:gd name="connsiteX13-4957" fmla="*/ 601016 w 2494893"/>
              <a:gd name="connsiteY13-4958" fmla="*/ 1087331 h 2525734"/>
              <a:gd name="connsiteX14-4959" fmla="*/ 575617 w 2494893"/>
              <a:gd name="connsiteY14-4960" fmla="*/ 1061981 h 2525734"/>
              <a:gd name="connsiteX15-4961" fmla="*/ 25173 w 2494893"/>
              <a:gd name="connsiteY15-4962" fmla="*/ 1061981 h 2525734"/>
              <a:gd name="connsiteX16-4963" fmla="*/ 1269 w 2494893"/>
              <a:gd name="connsiteY16-4964" fmla="*/ 1045174 h 2525734"/>
              <a:gd name="connsiteX0-4965" fmla="*/ 1269 w 2494893"/>
              <a:gd name="connsiteY0-4966" fmla="*/ 1045174 h 2525734"/>
              <a:gd name="connsiteX1-4967" fmla="*/ 8979 w 2494893"/>
              <a:gd name="connsiteY1-4968" fmla="*/ 1016996 h 2525734"/>
              <a:gd name="connsiteX2-4969" fmla="*/ 1231299 w 2494893"/>
              <a:gd name="connsiteY2-4970" fmla="*/ 6073 h 2525734"/>
              <a:gd name="connsiteX3-4971" fmla="*/ 1263633 w 2494893"/>
              <a:gd name="connsiteY3-4972" fmla="*/ 6109 h 2525734"/>
              <a:gd name="connsiteX4-4973" fmla="*/ 2485955 w 2494893"/>
              <a:gd name="connsiteY4-4974" fmla="*/ 1017031 h 2525734"/>
              <a:gd name="connsiteX5-4975" fmla="*/ 2493619 w 2494893"/>
              <a:gd name="connsiteY5-4976" fmla="*/ 1045181 h 2525734"/>
              <a:gd name="connsiteX6-4977" fmla="*/ 2469719 w 2494893"/>
              <a:gd name="connsiteY6-4978" fmla="*/ 1061981 h 2525734"/>
              <a:gd name="connsiteX7-4979" fmla="*/ 1919276 w 2494893"/>
              <a:gd name="connsiteY7-4980" fmla="*/ 1061981 h 2525734"/>
              <a:gd name="connsiteX8-4981" fmla="*/ 1893876 w 2494893"/>
              <a:gd name="connsiteY8-4982" fmla="*/ 1087380 h 2525734"/>
              <a:gd name="connsiteX9-4983" fmla="*/ 1893876 w 2494893"/>
              <a:gd name="connsiteY9-4984" fmla="*/ 2500383 h 2525734"/>
              <a:gd name="connsiteX10-4985" fmla="*/ 1868476 w 2494893"/>
              <a:gd name="connsiteY10-4986" fmla="*/ 2525734 h 2525734"/>
              <a:gd name="connsiteX11-4987" fmla="*/ 626416 w 2494893"/>
              <a:gd name="connsiteY11-4988" fmla="*/ 2525734 h 2525734"/>
              <a:gd name="connsiteX12-4989" fmla="*/ 601016 w 2494893"/>
              <a:gd name="connsiteY12-4990" fmla="*/ 2500334 h 2525734"/>
              <a:gd name="connsiteX13-4991" fmla="*/ 601016 w 2494893"/>
              <a:gd name="connsiteY13-4992" fmla="*/ 1087331 h 2525734"/>
              <a:gd name="connsiteX14-4993" fmla="*/ 575617 w 2494893"/>
              <a:gd name="connsiteY14-4994" fmla="*/ 1061981 h 2525734"/>
              <a:gd name="connsiteX15-4995" fmla="*/ 25173 w 2494893"/>
              <a:gd name="connsiteY15-4996" fmla="*/ 1061981 h 2525734"/>
              <a:gd name="connsiteX16-4997" fmla="*/ 1269 w 2494893"/>
              <a:gd name="connsiteY16-4998" fmla="*/ 1045174 h 2525734"/>
              <a:gd name="connsiteX0-4999" fmla="*/ 1269 w 2494893"/>
              <a:gd name="connsiteY0-5000" fmla="*/ 1045174 h 2525734"/>
              <a:gd name="connsiteX1-5001" fmla="*/ 8979 w 2494893"/>
              <a:gd name="connsiteY1-5002" fmla="*/ 1016996 h 2525734"/>
              <a:gd name="connsiteX2-5003" fmla="*/ 1231299 w 2494893"/>
              <a:gd name="connsiteY2-5004" fmla="*/ 6073 h 2525734"/>
              <a:gd name="connsiteX3-5005" fmla="*/ 1263633 w 2494893"/>
              <a:gd name="connsiteY3-5006" fmla="*/ 6109 h 2525734"/>
              <a:gd name="connsiteX4-5007" fmla="*/ 2485955 w 2494893"/>
              <a:gd name="connsiteY4-5008" fmla="*/ 1017031 h 2525734"/>
              <a:gd name="connsiteX5-5009" fmla="*/ 2493619 w 2494893"/>
              <a:gd name="connsiteY5-5010" fmla="*/ 1045181 h 2525734"/>
              <a:gd name="connsiteX6-5011" fmla="*/ 2469719 w 2494893"/>
              <a:gd name="connsiteY6-5012" fmla="*/ 1061981 h 2525734"/>
              <a:gd name="connsiteX7-5013" fmla="*/ 1919276 w 2494893"/>
              <a:gd name="connsiteY7-5014" fmla="*/ 1061981 h 2525734"/>
              <a:gd name="connsiteX8-5015" fmla="*/ 1893876 w 2494893"/>
              <a:gd name="connsiteY8-5016" fmla="*/ 1087380 h 2525734"/>
              <a:gd name="connsiteX9-5017" fmla="*/ 1893876 w 2494893"/>
              <a:gd name="connsiteY9-5018" fmla="*/ 2500383 h 2525734"/>
              <a:gd name="connsiteX10-5019" fmla="*/ 1868476 w 2494893"/>
              <a:gd name="connsiteY10-5020" fmla="*/ 2525734 h 2525734"/>
              <a:gd name="connsiteX11-5021" fmla="*/ 626416 w 2494893"/>
              <a:gd name="connsiteY11-5022" fmla="*/ 2525734 h 2525734"/>
              <a:gd name="connsiteX12-5023" fmla="*/ 601016 w 2494893"/>
              <a:gd name="connsiteY12-5024" fmla="*/ 2500334 h 2525734"/>
              <a:gd name="connsiteX13-5025" fmla="*/ 601016 w 2494893"/>
              <a:gd name="connsiteY13-5026" fmla="*/ 1087331 h 2525734"/>
              <a:gd name="connsiteX14-5027" fmla="*/ 575617 w 2494893"/>
              <a:gd name="connsiteY14-5028" fmla="*/ 1061981 h 2525734"/>
              <a:gd name="connsiteX15-5029" fmla="*/ 25173 w 2494893"/>
              <a:gd name="connsiteY15-5030" fmla="*/ 1061981 h 2525734"/>
              <a:gd name="connsiteX16-5031" fmla="*/ 24612 w 2494893"/>
              <a:gd name="connsiteY16-5032" fmla="*/ 1036768 h 2525734"/>
              <a:gd name="connsiteX0-5033" fmla="*/ 21088 w 2491369"/>
              <a:gd name="connsiteY0-5034" fmla="*/ 1036768 h 2525734"/>
              <a:gd name="connsiteX1-5035" fmla="*/ 5455 w 2491369"/>
              <a:gd name="connsiteY1-5036" fmla="*/ 1016996 h 2525734"/>
              <a:gd name="connsiteX2-5037" fmla="*/ 1227775 w 2491369"/>
              <a:gd name="connsiteY2-5038" fmla="*/ 6073 h 2525734"/>
              <a:gd name="connsiteX3-5039" fmla="*/ 1260109 w 2491369"/>
              <a:gd name="connsiteY3-5040" fmla="*/ 6109 h 2525734"/>
              <a:gd name="connsiteX4-5041" fmla="*/ 2482431 w 2491369"/>
              <a:gd name="connsiteY4-5042" fmla="*/ 1017031 h 2525734"/>
              <a:gd name="connsiteX5-5043" fmla="*/ 2490095 w 2491369"/>
              <a:gd name="connsiteY5-5044" fmla="*/ 1045181 h 2525734"/>
              <a:gd name="connsiteX6-5045" fmla="*/ 2466195 w 2491369"/>
              <a:gd name="connsiteY6-5046" fmla="*/ 1061981 h 2525734"/>
              <a:gd name="connsiteX7-5047" fmla="*/ 1915752 w 2491369"/>
              <a:gd name="connsiteY7-5048" fmla="*/ 1061981 h 2525734"/>
              <a:gd name="connsiteX8-5049" fmla="*/ 1890352 w 2491369"/>
              <a:gd name="connsiteY8-5050" fmla="*/ 1087380 h 2525734"/>
              <a:gd name="connsiteX9-5051" fmla="*/ 1890352 w 2491369"/>
              <a:gd name="connsiteY9-5052" fmla="*/ 2500383 h 2525734"/>
              <a:gd name="connsiteX10-5053" fmla="*/ 1864952 w 2491369"/>
              <a:gd name="connsiteY10-5054" fmla="*/ 2525734 h 2525734"/>
              <a:gd name="connsiteX11-5055" fmla="*/ 622892 w 2491369"/>
              <a:gd name="connsiteY11-5056" fmla="*/ 2525734 h 2525734"/>
              <a:gd name="connsiteX12-5057" fmla="*/ 597492 w 2491369"/>
              <a:gd name="connsiteY12-5058" fmla="*/ 2500334 h 2525734"/>
              <a:gd name="connsiteX13-5059" fmla="*/ 597492 w 2491369"/>
              <a:gd name="connsiteY13-5060" fmla="*/ 1087331 h 2525734"/>
              <a:gd name="connsiteX14-5061" fmla="*/ 572093 w 2491369"/>
              <a:gd name="connsiteY14-5062" fmla="*/ 1061981 h 2525734"/>
              <a:gd name="connsiteX15-5063" fmla="*/ 21649 w 2491369"/>
              <a:gd name="connsiteY15-5064" fmla="*/ 1061981 h 2525734"/>
              <a:gd name="connsiteX16-5065" fmla="*/ 21088 w 2491369"/>
              <a:gd name="connsiteY16-5066" fmla="*/ 1036768 h 2525734"/>
              <a:gd name="connsiteX0-5067" fmla="*/ 17454 w 2487735"/>
              <a:gd name="connsiteY0-5068" fmla="*/ 1036768 h 2525734"/>
              <a:gd name="connsiteX1-5069" fmla="*/ 1821 w 2487735"/>
              <a:gd name="connsiteY1-5070" fmla="*/ 1016996 h 2525734"/>
              <a:gd name="connsiteX2-5071" fmla="*/ 1224141 w 2487735"/>
              <a:gd name="connsiteY2-5072" fmla="*/ 6073 h 2525734"/>
              <a:gd name="connsiteX3-5073" fmla="*/ 1256475 w 2487735"/>
              <a:gd name="connsiteY3-5074" fmla="*/ 6109 h 2525734"/>
              <a:gd name="connsiteX4-5075" fmla="*/ 2478797 w 2487735"/>
              <a:gd name="connsiteY4-5076" fmla="*/ 1017031 h 2525734"/>
              <a:gd name="connsiteX5-5077" fmla="*/ 2486461 w 2487735"/>
              <a:gd name="connsiteY5-5078" fmla="*/ 1045181 h 2525734"/>
              <a:gd name="connsiteX6-5079" fmla="*/ 2462561 w 2487735"/>
              <a:gd name="connsiteY6-5080" fmla="*/ 1061981 h 2525734"/>
              <a:gd name="connsiteX7-5081" fmla="*/ 1912118 w 2487735"/>
              <a:gd name="connsiteY7-5082" fmla="*/ 1061981 h 2525734"/>
              <a:gd name="connsiteX8-5083" fmla="*/ 1886718 w 2487735"/>
              <a:gd name="connsiteY8-5084" fmla="*/ 1087380 h 2525734"/>
              <a:gd name="connsiteX9-5085" fmla="*/ 1886718 w 2487735"/>
              <a:gd name="connsiteY9-5086" fmla="*/ 2500383 h 2525734"/>
              <a:gd name="connsiteX10-5087" fmla="*/ 1861318 w 2487735"/>
              <a:gd name="connsiteY10-5088" fmla="*/ 2525734 h 2525734"/>
              <a:gd name="connsiteX11-5089" fmla="*/ 619258 w 2487735"/>
              <a:gd name="connsiteY11-5090" fmla="*/ 2525734 h 2525734"/>
              <a:gd name="connsiteX12-5091" fmla="*/ 593858 w 2487735"/>
              <a:gd name="connsiteY12-5092" fmla="*/ 2500334 h 2525734"/>
              <a:gd name="connsiteX13-5093" fmla="*/ 593858 w 2487735"/>
              <a:gd name="connsiteY13-5094" fmla="*/ 1087331 h 2525734"/>
              <a:gd name="connsiteX14-5095" fmla="*/ 568459 w 2487735"/>
              <a:gd name="connsiteY14-5096" fmla="*/ 1061981 h 2525734"/>
              <a:gd name="connsiteX15-5097" fmla="*/ 18015 w 2487735"/>
              <a:gd name="connsiteY15-5098" fmla="*/ 1061981 h 2525734"/>
              <a:gd name="connsiteX16-5099" fmla="*/ 17454 w 2487735"/>
              <a:gd name="connsiteY16-5100" fmla="*/ 1036768 h 2525734"/>
              <a:gd name="connsiteX0-5101" fmla="*/ 15634 w 2485915"/>
              <a:gd name="connsiteY0-5102" fmla="*/ 1036768 h 2525734"/>
              <a:gd name="connsiteX1-5103" fmla="*/ 1 w 2485915"/>
              <a:gd name="connsiteY1-5104" fmla="*/ 1016996 h 2525734"/>
              <a:gd name="connsiteX2-5105" fmla="*/ 1222321 w 2485915"/>
              <a:gd name="connsiteY2-5106" fmla="*/ 6073 h 2525734"/>
              <a:gd name="connsiteX3-5107" fmla="*/ 1254655 w 2485915"/>
              <a:gd name="connsiteY3-5108" fmla="*/ 6109 h 2525734"/>
              <a:gd name="connsiteX4-5109" fmla="*/ 2476977 w 2485915"/>
              <a:gd name="connsiteY4-5110" fmla="*/ 1017031 h 2525734"/>
              <a:gd name="connsiteX5-5111" fmla="*/ 2484641 w 2485915"/>
              <a:gd name="connsiteY5-5112" fmla="*/ 1045181 h 2525734"/>
              <a:gd name="connsiteX6-5113" fmla="*/ 2460741 w 2485915"/>
              <a:gd name="connsiteY6-5114" fmla="*/ 1061981 h 2525734"/>
              <a:gd name="connsiteX7-5115" fmla="*/ 1910298 w 2485915"/>
              <a:gd name="connsiteY7-5116" fmla="*/ 1061981 h 2525734"/>
              <a:gd name="connsiteX8-5117" fmla="*/ 1884898 w 2485915"/>
              <a:gd name="connsiteY8-5118" fmla="*/ 1087380 h 2525734"/>
              <a:gd name="connsiteX9-5119" fmla="*/ 1884898 w 2485915"/>
              <a:gd name="connsiteY9-5120" fmla="*/ 2500383 h 2525734"/>
              <a:gd name="connsiteX10-5121" fmla="*/ 1859498 w 2485915"/>
              <a:gd name="connsiteY10-5122" fmla="*/ 2525734 h 2525734"/>
              <a:gd name="connsiteX11-5123" fmla="*/ 617438 w 2485915"/>
              <a:gd name="connsiteY11-5124" fmla="*/ 2525734 h 2525734"/>
              <a:gd name="connsiteX12-5125" fmla="*/ 592038 w 2485915"/>
              <a:gd name="connsiteY12-5126" fmla="*/ 2500334 h 2525734"/>
              <a:gd name="connsiteX13-5127" fmla="*/ 592038 w 2485915"/>
              <a:gd name="connsiteY13-5128" fmla="*/ 1087331 h 2525734"/>
              <a:gd name="connsiteX14-5129" fmla="*/ 566639 w 2485915"/>
              <a:gd name="connsiteY14-5130" fmla="*/ 1061981 h 2525734"/>
              <a:gd name="connsiteX15-5131" fmla="*/ 16195 w 2485915"/>
              <a:gd name="connsiteY15-5132" fmla="*/ 1061981 h 2525734"/>
              <a:gd name="connsiteX16-5133" fmla="*/ 15634 w 2485915"/>
              <a:gd name="connsiteY16-5134" fmla="*/ 1036768 h 2525734"/>
              <a:gd name="connsiteX0-5135" fmla="*/ 2988 w 2473269"/>
              <a:gd name="connsiteY0-5136" fmla="*/ 1036768 h 2525734"/>
              <a:gd name="connsiteX1-5137" fmla="*/ 14553 w 2473269"/>
              <a:gd name="connsiteY1-5138" fmla="*/ 994501 h 2525734"/>
              <a:gd name="connsiteX2-5139" fmla="*/ 1209675 w 2473269"/>
              <a:gd name="connsiteY2-5140" fmla="*/ 6073 h 2525734"/>
              <a:gd name="connsiteX3-5141" fmla="*/ 1242009 w 2473269"/>
              <a:gd name="connsiteY3-5142" fmla="*/ 6109 h 2525734"/>
              <a:gd name="connsiteX4-5143" fmla="*/ 2464331 w 2473269"/>
              <a:gd name="connsiteY4-5144" fmla="*/ 1017031 h 2525734"/>
              <a:gd name="connsiteX5-5145" fmla="*/ 2471995 w 2473269"/>
              <a:gd name="connsiteY5-5146" fmla="*/ 1045181 h 2525734"/>
              <a:gd name="connsiteX6-5147" fmla="*/ 2448095 w 2473269"/>
              <a:gd name="connsiteY6-5148" fmla="*/ 1061981 h 2525734"/>
              <a:gd name="connsiteX7-5149" fmla="*/ 1897652 w 2473269"/>
              <a:gd name="connsiteY7-5150" fmla="*/ 1061981 h 2525734"/>
              <a:gd name="connsiteX8-5151" fmla="*/ 1872252 w 2473269"/>
              <a:gd name="connsiteY8-5152" fmla="*/ 1087380 h 2525734"/>
              <a:gd name="connsiteX9-5153" fmla="*/ 1872252 w 2473269"/>
              <a:gd name="connsiteY9-5154" fmla="*/ 2500383 h 2525734"/>
              <a:gd name="connsiteX10-5155" fmla="*/ 1846852 w 2473269"/>
              <a:gd name="connsiteY10-5156" fmla="*/ 2525734 h 2525734"/>
              <a:gd name="connsiteX11-5157" fmla="*/ 604792 w 2473269"/>
              <a:gd name="connsiteY11-5158" fmla="*/ 2525734 h 2525734"/>
              <a:gd name="connsiteX12-5159" fmla="*/ 579392 w 2473269"/>
              <a:gd name="connsiteY12-5160" fmla="*/ 2500334 h 2525734"/>
              <a:gd name="connsiteX13-5161" fmla="*/ 579392 w 2473269"/>
              <a:gd name="connsiteY13-5162" fmla="*/ 1087331 h 2525734"/>
              <a:gd name="connsiteX14-5163" fmla="*/ 553993 w 2473269"/>
              <a:gd name="connsiteY14-5164" fmla="*/ 1061981 h 2525734"/>
              <a:gd name="connsiteX15-5165" fmla="*/ 3549 w 2473269"/>
              <a:gd name="connsiteY15-5166" fmla="*/ 1061981 h 2525734"/>
              <a:gd name="connsiteX16-5167" fmla="*/ 2988 w 2473269"/>
              <a:gd name="connsiteY16-5168" fmla="*/ 1036768 h 2525734"/>
              <a:gd name="connsiteX0-5169" fmla="*/ 2988 w 2473269"/>
              <a:gd name="connsiteY0-5170" fmla="*/ 1036768 h 2525734"/>
              <a:gd name="connsiteX1-5171" fmla="*/ 14553 w 2473269"/>
              <a:gd name="connsiteY1-5172" fmla="*/ 994501 h 2525734"/>
              <a:gd name="connsiteX2-5173" fmla="*/ 1209675 w 2473269"/>
              <a:gd name="connsiteY2-5174" fmla="*/ 6073 h 2525734"/>
              <a:gd name="connsiteX3-5175" fmla="*/ 1242009 w 2473269"/>
              <a:gd name="connsiteY3-5176" fmla="*/ 6109 h 2525734"/>
              <a:gd name="connsiteX4-5177" fmla="*/ 2464331 w 2473269"/>
              <a:gd name="connsiteY4-5178" fmla="*/ 1017031 h 2525734"/>
              <a:gd name="connsiteX5-5179" fmla="*/ 2471995 w 2473269"/>
              <a:gd name="connsiteY5-5180" fmla="*/ 1045181 h 2525734"/>
              <a:gd name="connsiteX6-5181" fmla="*/ 2448095 w 2473269"/>
              <a:gd name="connsiteY6-5182" fmla="*/ 1061981 h 2525734"/>
              <a:gd name="connsiteX7-5183" fmla="*/ 1897652 w 2473269"/>
              <a:gd name="connsiteY7-5184" fmla="*/ 1061981 h 2525734"/>
              <a:gd name="connsiteX8-5185" fmla="*/ 1872252 w 2473269"/>
              <a:gd name="connsiteY8-5186" fmla="*/ 1087380 h 2525734"/>
              <a:gd name="connsiteX9-5187" fmla="*/ 1872252 w 2473269"/>
              <a:gd name="connsiteY9-5188" fmla="*/ 2500383 h 2525734"/>
              <a:gd name="connsiteX10-5189" fmla="*/ 1846852 w 2473269"/>
              <a:gd name="connsiteY10-5190" fmla="*/ 2525734 h 2525734"/>
              <a:gd name="connsiteX11-5191" fmla="*/ 604792 w 2473269"/>
              <a:gd name="connsiteY11-5192" fmla="*/ 2525734 h 2525734"/>
              <a:gd name="connsiteX12-5193" fmla="*/ 579392 w 2473269"/>
              <a:gd name="connsiteY12-5194" fmla="*/ 2500334 h 2525734"/>
              <a:gd name="connsiteX13-5195" fmla="*/ 579392 w 2473269"/>
              <a:gd name="connsiteY13-5196" fmla="*/ 1087331 h 2525734"/>
              <a:gd name="connsiteX14-5197" fmla="*/ 553993 w 2473269"/>
              <a:gd name="connsiteY14-5198" fmla="*/ 1061981 h 2525734"/>
              <a:gd name="connsiteX15-5199" fmla="*/ 3549 w 2473269"/>
              <a:gd name="connsiteY15-5200" fmla="*/ 1061981 h 2525734"/>
              <a:gd name="connsiteX16-5201" fmla="*/ 2988 w 2473269"/>
              <a:gd name="connsiteY16-5202" fmla="*/ 1036768 h 2525734"/>
              <a:gd name="connsiteX0-5203" fmla="*/ 2988 w 2473269"/>
              <a:gd name="connsiteY0-5204" fmla="*/ 1036768 h 2525734"/>
              <a:gd name="connsiteX1-5205" fmla="*/ 14553 w 2473269"/>
              <a:gd name="connsiteY1-5206" fmla="*/ 994501 h 2525734"/>
              <a:gd name="connsiteX2-5207" fmla="*/ 1209675 w 2473269"/>
              <a:gd name="connsiteY2-5208" fmla="*/ 6073 h 2525734"/>
              <a:gd name="connsiteX3-5209" fmla="*/ 1242009 w 2473269"/>
              <a:gd name="connsiteY3-5210" fmla="*/ 6109 h 2525734"/>
              <a:gd name="connsiteX4-5211" fmla="*/ 2464331 w 2473269"/>
              <a:gd name="connsiteY4-5212" fmla="*/ 1017031 h 2525734"/>
              <a:gd name="connsiteX5-5213" fmla="*/ 2471995 w 2473269"/>
              <a:gd name="connsiteY5-5214" fmla="*/ 1045181 h 2525734"/>
              <a:gd name="connsiteX6-5215" fmla="*/ 2448095 w 2473269"/>
              <a:gd name="connsiteY6-5216" fmla="*/ 1061981 h 2525734"/>
              <a:gd name="connsiteX7-5217" fmla="*/ 1897652 w 2473269"/>
              <a:gd name="connsiteY7-5218" fmla="*/ 1061981 h 2525734"/>
              <a:gd name="connsiteX8-5219" fmla="*/ 1872252 w 2473269"/>
              <a:gd name="connsiteY8-5220" fmla="*/ 1087380 h 2525734"/>
              <a:gd name="connsiteX9-5221" fmla="*/ 1872252 w 2473269"/>
              <a:gd name="connsiteY9-5222" fmla="*/ 2500383 h 2525734"/>
              <a:gd name="connsiteX10-5223" fmla="*/ 1846852 w 2473269"/>
              <a:gd name="connsiteY10-5224" fmla="*/ 2525734 h 2525734"/>
              <a:gd name="connsiteX11-5225" fmla="*/ 604792 w 2473269"/>
              <a:gd name="connsiteY11-5226" fmla="*/ 2525734 h 2525734"/>
              <a:gd name="connsiteX12-5227" fmla="*/ 579392 w 2473269"/>
              <a:gd name="connsiteY12-5228" fmla="*/ 2500334 h 2525734"/>
              <a:gd name="connsiteX13-5229" fmla="*/ 579392 w 2473269"/>
              <a:gd name="connsiteY13-5230" fmla="*/ 1087331 h 2525734"/>
              <a:gd name="connsiteX14-5231" fmla="*/ 553993 w 2473269"/>
              <a:gd name="connsiteY14-5232" fmla="*/ 1061981 h 2525734"/>
              <a:gd name="connsiteX15-5233" fmla="*/ 3549 w 2473269"/>
              <a:gd name="connsiteY15-5234" fmla="*/ 1061981 h 2525734"/>
              <a:gd name="connsiteX16-5235" fmla="*/ 2988 w 2473269"/>
              <a:gd name="connsiteY16-5236" fmla="*/ 1036768 h 2525734"/>
              <a:gd name="connsiteX0-5237" fmla="*/ 2988 w 2473269"/>
              <a:gd name="connsiteY0-5238" fmla="*/ 1036113 h 2525079"/>
              <a:gd name="connsiteX1-5239" fmla="*/ 14553 w 2473269"/>
              <a:gd name="connsiteY1-5240" fmla="*/ 993846 h 2525079"/>
              <a:gd name="connsiteX2-5241" fmla="*/ 1201583 w 2473269"/>
              <a:gd name="connsiteY2-5242" fmla="*/ 12111 h 2525079"/>
              <a:gd name="connsiteX3-5243" fmla="*/ 1242009 w 2473269"/>
              <a:gd name="connsiteY3-5244" fmla="*/ 5454 h 2525079"/>
              <a:gd name="connsiteX4-5245" fmla="*/ 2464331 w 2473269"/>
              <a:gd name="connsiteY4-5246" fmla="*/ 1016376 h 2525079"/>
              <a:gd name="connsiteX5-5247" fmla="*/ 2471995 w 2473269"/>
              <a:gd name="connsiteY5-5248" fmla="*/ 1044526 h 2525079"/>
              <a:gd name="connsiteX6-5249" fmla="*/ 2448095 w 2473269"/>
              <a:gd name="connsiteY6-5250" fmla="*/ 1061326 h 2525079"/>
              <a:gd name="connsiteX7-5251" fmla="*/ 1897652 w 2473269"/>
              <a:gd name="connsiteY7-5252" fmla="*/ 1061326 h 2525079"/>
              <a:gd name="connsiteX8-5253" fmla="*/ 1872252 w 2473269"/>
              <a:gd name="connsiteY8-5254" fmla="*/ 1086725 h 2525079"/>
              <a:gd name="connsiteX9-5255" fmla="*/ 1872252 w 2473269"/>
              <a:gd name="connsiteY9-5256" fmla="*/ 2499728 h 2525079"/>
              <a:gd name="connsiteX10-5257" fmla="*/ 1846852 w 2473269"/>
              <a:gd name="connsiteY10-5258" fmla="*/ 2525079 h 2525079"/>
              <a:gd name="connsiteX11-5259" fmla="*/ 604792 w 2473269"/>
              <a:gd name="connsiteY11-5260" fmla="*/ 2525079 h 2525079"/>
              <a:gd name="connsiteX12-5261" fmla="*/ 579392 w 2473269"/>
              <a:gd name="connsiteY12-5262" fmla="*/ 2499679 h 2525079"/>
              <a:gd name="connsiteX13-5263" fmla="*/ 579392 w 2473269"/>
              <a:gd name="connsiteY13-5264" fmla="*/ 1086676 h 2525079"/>
              <a:gd name="connsiteX14-5265" fmla="*/ 553993 w 2473269"/>
              <a:gd name="connsiteY14-5266" fmla="*/ 1061326 h 2525079"/>
              <a:gd name="connsiteX15-5267" fmla="*/ 3549 w 2473269"/>
              <a:gd name="connsiteY15-5268" fmla="*/ 1061326 h 2525079"/>
              <a:gd name="connsiteX16-5269" fmla="*/ 2988 w 2473269"/>
              <a:gd name="connsiteY16-5270" fmla="*/ 1036113 h 2525079"/>
              <a:gd name="connsiteX0-5271" fmla="*/ 2988 w 2473269"/>
              <a:gd name="connsiteY0-5272" fmla="*/ 1035337 h 2524303"/>
              <a:gd name="connsiteX1-5273" fmla="*/ 14553 w 2473269"/>
              <a:gd name="connsiteY1-5274" fmla="*/ 993070 h 2524303"/>
              <a:gd name="connsiteX2-5275" fmla="*/ 1201583 w 2473269"/>
              <a:gd name="connsiteY2-5276" fmla="*/ 11335 h 2524303"/>
              <a:gd name="connsiteX3-5277" fmla="*/ 1242009 w 2473269"/>
              <a:gd name="connsiteY3-5278" fmla="*/ 4678 h 2524303"/>
              <a:gd name="connsiteX4-5279" fmla="*/ 2464331 w 2473269"/>
              <a:gd name="connsiteY4-5280" fmla="*/ 1015600 h 2524303"/>
              <a:gd name="connsiteX5-5281" fmla="*/ 2471995 w 2473269"/>
              <a:gd name="connsiteY5-5282" fmla="*/ 1043750 h 2524303"/>
              <a:gd name="connsiteX6-5283" fmla="*/ 2448095 w 2473269"/>
              <a:gd name="connsiteY6-5284" fmla="*/ 1060550 h 2524303"/>
              <a:gd name="connsiteX7-5285" fmla="*/ 1897652 w 2473269"/>
              <a:gd name="connsiteY7-5286" fmla="*/ 1060550 h 2524303"/>
              <a:gd name="connsiteX8-5287" fmla="*/ 1872252 w 2473269"/>
              <a:gd name="connsiteY8-5288" fmla="*/ 1085949 h 2524303"/>
              <a:gd name="connsiteX9-5289" fmla="*/ 1872252 w 2473269"/>
              <a:gd name="connsiteY9-5290" fmla="*/ 2498952 h 2524303"/>
              <a:gd name="connsiteX10-5291" fmla="*/ 1846852 w 2473269"/>
              <a:gd name="connsiteY10-5292" fmla="*/ 2524303 h 2524303"/>
              <a:gd name="connsiteX11-5293" fmla="*/ 604792 w 2473269"/>
              <a:gd name="connsiteY11-5294" fmla="*/ 2524303 h 2524303"/>
              <a:gd name="connsiteX12-5295" fmla="*/ 579392 w 2473269"/>
              <a:gd name="connsiteY12-5296" fmla="*/ 2498903 h 2524303"/>
              <a:gd name="connsiteX13-5297" fmla="*/ 579392 w 2473269"/>
              <a:gd name="connsiteY13-5298" fmla="*/ 1085900 h 2524303"/>
              <a:gd name="connsiteX14-5299" fmla="*/ 553993 w 2473269"/>
              <a:gd name="connsiteY14-5300" fmla="*/ 1060550 h 2524303"/>
              <a:gd name="connsiteX15-5301" fmla="*/ 3549 w 2473269"/>
              <a:gd name="connsiteY15-5302" fmla="*/ 1060550 h 2524303"/>
              <a:gd name="connsiteX16-5303" fmla="*/ 2988 w 2473269"/>
              <a:gd name="connsiteY16-5304" fmla="*/ 1035337 h 2524303"/>
              <a:gd name="connsiteX0-5305" fmla="*/ 2988 w 2473269"/>
              <a:gd name="connsiteY0-5306" fmla="*/ 1034194 h 2523160"/>
              <a:gd name="connsiteX1-5307" fmla="*/ 14553 w 2473269"/>
              <a:gd name="connsiteY1-5308" fmla="*/ 991927 h 2523160"/>
              <a:gd name="connsiteX2-5309" fmla="*/ 1201583 w 2473269"/>
              <a:gd name="connsiteY2-5310" fmla="*/ 10192 h 2523160"/>
              <a:gd name="connsiteX3-5311" fmla="*/ 1242009 w 2473269"/>
              <a:gd name="connsiteY3-5312" fmla="*/ 3535 h 2523160"/>
              <a:gd name="connsiteX4-5313" fmla="*/ 2464331 w 2473269"/>
              <a:gd name="connsiteY4-5314" fmla="*/ 1014457 h 2523160"/>
              <a:gd name="connsiteX5-5315" fmla="*/ 2471995 w 2473269"/>
              <a:gd name="connsiteY5-5316" fmla="*/ 1042607 h 2523160"/>
              <a:gd name="connsiteX6-5317" fmla="*/ 2448095 w 2473269"/>
              <a:gd name="connsiteY6-5318" fmla="*/ 1059407 h 2523160"/>
              <a:gd name="connsiteX7-5319" fmla="*/ 1897652 w 2473269"/>
              <a:gd name="connsiteY7-5320" fmla="*/ 1059407 h 2523160"/>
              <a:gd name="connsiteX8-5321" fmla="*/ 1872252 w 2473269"/>
              <a:gd name="connsiteY8-5322" fmla="*/ 1084806 h 2523160"/>
              <a:gd name="connsiteX9-5323" fmla="*/ 1872252 w 2473269"/>
              <a:gd name="connsiteY9-5324" fmla="*/ 2497809 h 2523160"/>
              <a:gd name="connsiteX10-5325" fmla="*/ 1846852 w 2473269"/>
              <a:gd name="connsiteY10-5326" fmla="*/ 2523160 h 2523160"/>
              <a:gd name="connsiteX11-5327" fmla="*/ 604792 w 2473269"/>
              <a:gd name="connsiteY11-5328" fmla="*/ 2523160 h 2523160"/>
              <a:gd name="connsiteX12-5329" fmla="*/ 579392 w 2473269"/>
              <a:gd name="connsiteY12-5330" fmla="*/ 2497760 h 2523160"/>
              <a:gd name="connsiteX13-5331" fmla="*/ 579392 w 2473269"/>
              <a:gd name="connsiteY13-5332" fmla="*/ 1084757 h 2523160"/>
              <a:gd name="connsiteX14-5333" fmla="*/ 553993 w 2473269"/>
              <a:gd name="connsiteY14-5334" fmla="*/ 1059407 h 2523160"/>
              <a:gd name="connsiteX15-5335" fmla="*/ 3549 w 2473269"/>
              <a:gd name="connsiteY15-5336" fmla="*/ 1059407 h 2523160"/>
              <a:gd name="connsiteX16-5337" fmla="*/ 2988 w 2473269"/>
              <a:gd name="connsiteY16-5338" fmla="*/ 1034194 h 2523160"/>
              <a:gd name="connsiteX0-5339" fmla="*/ 2988 w 2473269"/>
              <a:gd name="connsiteY0-5340" fmla="*/ 1033119 h 2522085"/>
              <a:gd name="connsiteX1-5341" fmla="*/ 14553 w 2473269"/>
              <a:gd name="connsiteY1-5342" fmla="*/ 990852 h 2522085"/>
              <a:gd name="connsiteX2-5343" fmla="*/ 1201583 w 2473269"/>
              <a:gd name="connsiteY2-5344" fmla="*/ 9117 h 2522085"/>
              <a:gd name="connsiteX3-5345" fmla="*/ 1250106 w 2473269"/>
              <a:gd name="connsiteY3-5346" fmla="*/ 9153 h 2522085"/>
              <a:gd name="connsiteX4-5347" fmla="*/ 2464331 w 2473269"/>
              <a:gd name="connsiteY4-5348" fmla="*/ 1013382 h 2522085"/>
              <a:gd name="connsiteX5-5349" fmla="*/ 2471995 w 2473269"/>
              <a:gd name="connsiteY5-5350" fmla="*/ 1041532 h 2522085"/>
              <a:gd name="connsiteX6-5351" fmla="*/ 2448095 w 2473269"/>
              <a:gd name="connsiteY6-5352" fmla="*/ 1058332 h 2522085"/>
              <a:gd name="connsiteX7-5353" fmla="*/ 1897652 w 2473269"/>
              <a:gd name="connsiteY7-5354" fmla="*/ 1058332 h 2522085"/>
              <a:gd name="connsiteX8-5355" fmla="*/ 1872252 w 2473269"/>
              <a:gd name="connsiteY8-5356" fmla="*/ 1083731 h 2522085"/>
              <a:gd name="connsiteX9-5357" fmla="*/ 1872252 w 2473269"/>
              <a:gd name="connsiteY9-5358" fmla="*/ 2496734 h 2522085"/>
              <a:gd name="connsiteX10-5359" fmla="*/ 1846852 w 2473269"/>
              <a:gd name="connsiteY10-5360" fmla="*/ 2522085 h 2522085"/>
              <a:gd name="connsiteX11-5361" fmla="*/ 604792 w 2473269"/>
              <a:gd name="connsiteY11-5362" fmla="*/ 2522085 h 2522085"/>
              <a:gd name="connsiteX12-5363" fmla="*/ 579392 w 2473269"/>
              <a:gd name="connsiteY12-5364" fmla="*/ 2496685 h 2522085"/>
              <a:gd name="connsiteX13-5365" fmla="*/ 579392 w 2473269"/>
              <a:gd name="connsiteY13-5366" fmla="*/ 1083682 h 2522085"/>
              <a:gd name="connsiteX14-5367" fmla="*/ 553993 w 2473269"/>
              <a:gd name="connsiteY14-5368" fmla="*/ 1058332 h 2522085"/>
              <a:gd name="connsiteX15-5369" fmla="*/ 3549 w 2473269"/>
              <a:gd name="connsiteY15-5370" fmla="*/ 1058332 h 2522085"/>
              <a:gd name="connsiteX16-5371" fmla="*/ 2988 w 2473269"/>
              <a:gd name="connsiteY16-5372" fmla="*/ 1033119 h 2522085"/>
              <a:gd name="connsiteX0-5373" fmla="*/ 2988 w 2473269"/>
              <a:gd name="connsiteY0-5374" fmla="*/ 1033119 h 2522085"/>
              <a:gd name="connsiteX1-5375" fmla="*/ 14553 w 2473269"/>
              <a:gd name="connsiteY1-5376" fmla="*/ 990852 h 2522085"/>
              <a:gd name="connsiteX2-5377" fmla="*/ 1201583 w 2473269"/>
              <a:gd name="connsiteY2-5378" fmla="*/ 9117 h 2522085"/>
              <a:gd name="connsiteX3-5379" fmla="*/ 1250106 w 2473269"/>
              <a:gd name="connsiteY3-5380" fmla="*/ 9153 h 2522085"/>
              <a:gd name="connsiteX4-5381" fmla="*/ 2464331 w 2473269"/>
              <a:gd name="connsiteY4-5382" fmla="*/ 1013382 h 2522085"/>
              <a:gd name="connsiteX5-5383" fmla="*/ 2471995 w 2473269"/>
              <a:gd name="connsiteY5-5384" fmla="*/ 1041532 h 2522085"/>
              <a:gd name="connsiteX6-5385" fmla="*/ 2448095 w 2473269"/>
              <a:gd name="connsiteY6-5386" fmla="*/ 1058332 h 2522085"/>
              <a:gd name="connsiteX7-5387" fmla="*/ 1897652 w 2473269"/>
              <a:gd name="connsiteY7-5388" fmla="*/ 1058332 h 2522085"/>
              <a:gd name="connsiteX8-5389" fmla="*/ 1872252 w 2473269"/>
              <a:gd name="connsiteY8-5390" fmla="*/ 1083731 h 2522085"/>
              <a:gd name="connsiteX9-5391" fmla="*/ 1872252 w 2473269"/>
              <a:gd name="connsiteY9-5392" fmla="*/ 2496734 h 2522085"/>
              <a:gd name="connsiteX10-5393" fmla="*/ 1846852 w 2473269"/>
              <a:gd name="connsiteY10-5394" fmla="*/ 2522085 h 2522085"/>
              <a:gd name="connsiteX11-5395" fmla="*/ 604792 w 2473269"/>
              <a:gd name="connsiteY11-5396" fmla="*/ 2522085 h 2522085"/>
              <a:gd name="connsiteX12-5397" fmla="*/ 579392 w 2473269"/>
              <a:gd name="connsiteY12-5398" fmla="*/ 2496685 h 2522085"/>
              <a:gd name="connsiteX13-5399" fmla="*/ 579392 w 2473269"/>
              <a:gd name="connsiteY13-5400" fmla="*/ 1083682 h 2522085"/>
              <a:gd name="connsiteX14-5401" fmla="*/ 553993 w 2473269"/>
              <a:gd name="connsiteY14-5402" fmla="*/ 1058332 h 2522085"/>
              <a:gd name="connsiteX15-5403" fmla="*/ 3549 w 2473269"/>
              <a:gd name="connsiteY15-5404" fmla="*/ 1058332 h 2522085"/>
              <a:gd name="connsiteX16-5405" fmla="*/ 2988 w 2473269"/>
              <a:gd name="connsiteY16-5406" fmla="*/ 1033119 h 2522085"/>
              <a:gd name="connsiteX0-5407" fmla="*/ 2988 w 2473269"/>
              <a:gd name="connsiteY0-5408" fmla="*/ 1033119 h 2522085"/>
              <a:gd name="connsiteX1-5409" fmla="*/ 14553 w 2473269"/>
              <a:gd name="connsiteY1-5410" fmla="*/ 990852 h 2522085"/>
              <a:gd name="connsiteX2-5411" fmla="*/ 1201583 w 2473269"/>
              <a:gd name="connsiteY2-5412" fmla="*/ 9117 h 2522085"/>
              <a:gd name="connsiteX3-5413" fmla="*/ 1250106 w 2473269"/>
              <a:gd name="connsiteY3-5414" fmla="*/ 9153 h 2522085"/>
              <a:gd name="connsiteX4-5415" fmla="*/ 2464331 w 2473269"/>
              <a:gd name="connsiteY4-5416" fmla="*/ 1013382 h 2522085"/>
              <a:gd name="connsiteX5-5417" fmla="*/ 2471995 w 2473269"/>
              <a:gd name="connsiteY5-5418" fmla="*/ 1041532 h 2522085"/>
              <a:gd name="connsiteX6-5419" fmla="*/ 2448095 w 2473269"/>
              <a:gd name="connsiteY6-5420" fmla="*/ 1058332 h 2522085"/>
              <a:gd name="connsiteX7-5421" fmla="*/ 1897652 w 2473269"/>
              <a:gd name="connsiteY7-5422" fmla="*/ 1058332 h 2522085"/>
              <a:gd name="connsiteX8-5423" fmla="*/ 1872252 w 2473269"/>
              <a:gd name="connsiteY8-5424" fmla="*/ 1083731 h 2522085"/>
              <a:gd name="connsiteX9-5425" fmla="*/ 1872252 w 2473269"/>
              <a:gd name="connsiteY9-5426" fmla="*/ 2496734 h 2522085"/>
              <a:gd name="connsiteX10-5427" fmla="*/ 1846852 w 2473269"/>
              <a:gd name="connsiteY10-5428" fmla="*/ 2522085 h 2522085"/>
              <a:gd name="connsiteX11-5429" fmla="*/ 604792 w 2473269"/>
              <a:gd name="connsiteY11-5430" fmla="*/ 2522085 h 2522085"/>
              <a:gd name="connsiteX12-5431" fmla="*/ 579392 w 2473269"/>
              <a:gd name="connsiteY12-5432" fmla="*/ 2496685 h 2522085"/>
              <a:gd name="connsiteX13-5433" fmla="*/ 579392 w 2473269"/>
              <a:gd name="connsiteY13-5434" fmla="*/ 1083682 h 2522085"/>
              <a:gd name="connsiteX14-5435" fmla="*/ 553993 w 2473269"/>
              <a:gd name="connsiteY14-5436" fmla="*/ 1058332 h 2522085"/>
              <a:gd name="connsiteX15-5437" fmla="*/ 3549 w 2473269"/>
              <a:gd name="connsiteY15-5438" fmla="*/ 1058332 h 2522085"/>
              <a:gd name="connsiteX16-5439" fmla="*/ 2988 w 2473269"/>
              <a:gd name="connsiteY16-5440" fmla="*/ 1033119 h 2522085"/>
              <a:gd name="connsiteX0-5441" fmla="*/ 2988 w 2472994"/>
              <a:gd name="connsiteY0-5442" fmla="*/ 1033119 h 2522085"/>
              <a:gd name="connsiteX1-5443" fmla="*/ 14553 w 2472994"/>
              <a:gd name="connsiteY1-5444" fmla="*/ 990852 h 2522085"/>
              <a:gd name="connsiteX2-5445" fmla="*/ 1201583 w 2472994"/>
              <a:gd name="connsiteY2-5446" fmla="*/ 9117 h 2522085"/>
              <a:gd name="connsiteX3-5447" fmla="*/ 1250106 w 2472994"/>
              <a:gd name="connsiteY3-5448" fmla="*/ 9153 h 2522085"/>
              <a:gd name="connsiteX4-5449" fmla="*/ 2437136 w 2472994"/>
              <a:gd name="connsiteY4-5450" fmla="*/ 990888 h 2522085"/>
              <a:gd name="connsiteX5-5451" fmla="*/ 2471995 w 2472994"/>
              <a:gd name="connsiteY5-5452" fmla="*/ 1041532 h 2522085"/>
              <a:gd name="connsiteX6-5453" fmla="*/ 2448095 w 2472994"/>
              <a:gd name="connsiteY6-5454" fmla="*/ 1058332 h 2522085"/>
              <a:gd name="connsiteX7-5455" fmla="*/ 1897652 w 2472994"/>
              <a:gd name="connsiteY7-5456" fmla="*/ 1058332 h 2522085"/>
              <a:gd name="connsiteX8-5457" fmla="*/ 1872252 w 2472994"/>
              <a:gd name="connsiteY8-5458" fmla="*/ 1083731 h 2522085"/>
              <a:gd name="connsiteX9-5459" fmla="*/ 1872252 w 2472994"/>
              <a:gd name="connsiteY9-5460" fmla="*/ 2496734 h 2522085"/>
              <a:gd name="connsiteX10-5461" fmla="*/ 1846852 w 2472994"/>
              <a:gd name="connsiteY10-5462" fmla="*/ 2522085 h 2522085"/>
              <a:gd name="connsiteX11-5463" fmla="*/ 604792 w 2472994"/>
              <a:gd name="connsiteY11-5464" fmla="*/ 2522085 h 2522085"/>
              <a:gd name="connsiteX12-5465" fmla="*/ 579392 w 2472994"/>
              <a:gd name="connsiteY12-5466" fmla="*/ 2496685 h 2522085"/>
              <a:gd name="connsiteX13-5467" fmla="*/ 579392 w 2472994"/>
              <a:gd name="connsiteY13-5468" fmla="*/ 1083682 h 2522085"/>
              <a:gd name="connsiteX14-5469" fmla="*/ 553993 w 2472994"/>
              <a:gd name="connsiteY14-5470" fmla="*/ 1058332 h 2522085"/>
              <a:gd name="connsiteX15-5471" fmla="*/ 3549 w 2472994"/>
              <a:gd name="connsiteY15-5472" fmla="*/ 1058332 h 2522085"/>
              <a:gd name="connsiteX16-5473" fmla="*/ 2988 w 2472994"/>
              <a:gd name="connsiteY16-5474" fmla="*/ 1033119 h 2522085"/>
              <a:gd name="connsiteX0-5475" fmla="*/ 2988 w 2472278"/>
              <a:gd name="connsiteY0-5476" fmla="*/ 1033119 h 2522085"/>
              <a:gd name="connsiteX1-5477" fmla="*/ 14553 w 2472278"/>
              <a:gd name="connsiteY1-5478" fmla="*/ 990852 h 2522085"/>
              <a:gd name="connsiteX2-5479" fmla="*/ 1201583 w 2472278"/>
              <a:gd name="connsiteY2-5480" fmla="*/ 9117 h 2522085"/>
              <a:gd name="connsiteX3-5481" fmla="*/ 1250106 w 2472278"/>
              <a:gd name="connsiteY3-5482" fmla="*/ 9153 h 2522085"/>
              <a:gd name="connsiteX4-5483" fmla="*/ 2437136 w 2472278"/>
              <a:gd name="connsiteY4-5484" fmla="*/ 990888 h 2522085"/>
              <a:gd name="connsiteX5-5485" fmla="*/ 2471995 w 2472278"/>
              <a:gd name="connsiteY5-5486" fmla="*/ 1041532 h 2522085"/>
              <a:gd name="connsiteX6-5487" fmla="*/ 2448095 w 2472278"/>
              <a:gd name="connsiteY6-5488" fmla="*/ 1058332 h 2522085"/>
              <a:gd name="connsiteX7-5489" fmla="*/ 1897652 w 2472278"/>
              <a:gd name="connsiteY7-5490" fmla="*/ 1058332 h 2522085"/>
              <a:gd name="connsiteX8-5491" fmla="*/ 1872252 w 2472278"/>
              <a:gd name="connsiteY8-5492" fmla="*/ 1083731 h 2522085"/>
              <a:gd name="connsiteX9-5493" fmla="*/ 1872252 w 2472278"/>
              <a:gd name="connsiteY9-5494" fmla="*/ 2496734 h 2522085"/>
              <a:gd name="connsiteX10-5495" fmla="*/ 1846852 w 2472278"/>
              <a:gd name="connsiteY10-5496" fmla="*/ 2522085 h 2522085"/>
              <a:gd name="connsiteX11-5497" fmla="*/ 604792 w 2472278"/>
              <a:gd name="connsiteY11-5498" fmla="*/ 2522085 h 2522085"/>
              <a:gd name="connsiteX12-5499" fmla="*/ 579392 w 2472278"/>
              <a:gd name="connsiteY12-5500" fmla="*/ 2496685 h 2522085"/>
              <a:gd name="connsiteX13-5501" fmla="*/ 579392 w 2472278"/>
              <a:gd name="connsiteY13-5502" fmla="*/ 1083682 h 2522085"/>
              <a:gd name="connsiteX14-5503" fmla="*/ 553993 w 2472278"/>
              <a:gd name="connsiteY14-5504" fmla="*/ 1058332 h 2522085"/>
              <a:gd name="connsiteX15-5505" fmla="*/ 3549 w 2472278"/>
              <a:gd name="connsiteY15-5506" fmla="*/ 1058332 h 2522085"/>
              <a:gd name="connsiteX16-5507" fmla="*/ 2988 w 2472278"/>
              <a:gd name="connsiteY16-5508" fmla="*/ 1033119 h 2522085"/>
              <a:gd name="connsiteX0-5509" fmla="*/ 2988 w 2471995"/>
              <a:gd name="connsiteY0-5510" fmla="*/ 1033119 h 2522085"/>
              <a:gd name="connsiteX1-5511" fmla="*/ 14553 w 2471995"/>
              <a:gd name="connsiteY1-5512" fmla="*/ 990852 h 2522085"/>
              <a:gd name="connsiteX2-5513" fmla="*/ 1201583 w 2471995"/>
              <a:gd name="connsiteY2-5514" fmla="*/ 9117 h 2522085"/>
              <a:gd name="connsiteX3-5515" fmla="*/ 1250106 w 2471995"/>
              <a:gd name="connsiteY3-5516" fmla="*/ 9153 h 2522085"/>
              <a:gd name="connsiteX4-5517" fmla="*/ 2437136 w 2471995"/>
              <a:gd name="connsiteY4-5518" fmla="*/ 990888 h 2522085"/>
              <a:gd name="connsiteX5-5519" fmla="*/ 2471995 w 2471995"/>
              <a:gd name="connsiteY5-5520" fmla="*/ 1041532 h 2522085"/>
              <a:gd name="connsiteX6-5521" fmla="*/ 2448095 w 2471995"/>
              <a:gd name="connsiteY6-5522" fmla="*/ 1058332 h 2522085"/>
              <a:gd name="connsiteX7-5523" fmla="*/ 1897652 w 2471995"/>
              <a:gd name="connsiteY7-5524" fmla="*/ 1058332 h 2522085"/>
              <a:gd name="connsiteX8-5525" fmla="*/ 1872252 w 2471995"/>
              <a:gd name="connsiteY8-5526" fmla="*/ 1083731 h 2522085"/>
              <a:gd name="connsiteX9-5527" fmla="*/ 1872252 w 2471995"/>
              <a:gd name="connsiteY9-5528" fmla="*/ 2496734 h 2522085"/>
              <a:gd name="connsiteX10-5529" fmla="*/ 1846852 w 2471995"/>
              <a:gd name="connsiteY10-5530" fmla="*/ 2522085 h 2522085"/>
              <a:gd name="connsiteX11-5531" fmla="*/ 604792 w 2471995"/>
              <a:gd name="connsiteY11-5532" fmla="*/ 2522085 h 2522085"/>
              <a:gd name="connsiteX12-5533" fmla="*/ 579392 w 2471995"/>
              <a:gd name="connsiteY12-5534" fmla="*/ 2496685 h 2522085"/>
              <a:gd name="connsiteX13-5535" fmla="*/ 579392 w 2471995"/>
              <a:gd name="connsiteY13-5536" fmla="*/ 1083682 h 2522085"/>
              <a:gd name="connsiteX14-5537" fmla="*/ 553993 w 2471995"/>
              <a:gd name="connsiteY14-5538" fmla="*/ 1058332 h 2522085"/>
              <a:gd name="connsiteX15-5539" fmla="*/ 3549 w 2471995"/>
              <a:gd name="connsiteY15-5540" fmla="*/ 1058332 h 2522085"/>
              <a:gd name="connsiteX16-5541" fmla="*/ 2988 w 2471995"/>
              <a:gd name="connsiteY16-5542" fmla="*/ 1033119 h 2522085"/>
              <a:gd name="connsiteX0-5543" fmla="*/ 2988 w 2459944"/>
              <a:gd name="connsiteY0-5544" fmla="*/ 1033119 h 2522085"/>
              <a:gd name="connsiteX1-5545" fmla="*/ 14553 w 2459944"/>
              <a:gd name="connsiteY1-5546" fmla="*/ 990852 h 2522085"/>
              <a:gd name="connsiteX2-5547" fmla="*/ 1201583 w 2459944"/>
              <a:gd name="connsiteY2-5548" fmla="*/ 9117 h 2522085"/>
              <a:gd name="connsiteX3-5549" fmla="*/ 1250106 w 2459944"/>
              <a:gd name="connsiteY3-5550" fmla="*/ 9153 h 2522085"/>
              <a:gd name="connsiteX4-5551" fmla="*/ 2437136 w 2459944"/>
              <a:gd name="connsiteY4-5552" fmla="*/ 990888 h 2522085"/>
              <a:gd name="connsiteX5-5553" fmla="*/ 2448653 w 2459944"/>
              <a:gd name="connsiteY5-5554" fmla="*/ 1033131 h 2522085"/>
              <a:gd name="connsiteX6-5555" fmla="*/ 2448095 w 2459944"/>
              <a:gd name="connsiteY6-5556" fmla="*/ 1058332 h 2522085"/>
              <a:gd name="connsiteX7-5557" fmla="*/ 1897652 w 2459944"/>
              <a:gd name="connsiteY7-5558" fmla="*/ 1058332 h 2522085"/>
              <a:gd name="connsiteX8-5559" fmla="*/ 1872252 w 2459944"/>
              <a:gd name="connsiteY8-5560" fmla="*/ 1083731 h 2522085"/>
              <a:gd name="connsiteX9-5561" fmla="*/ 1872252 w 2459944"/>
              <a:gd name="connsiteY9-5562" fmla="*/ 2496734 h 2522085"/>
              <a:gd name="connsiteX10-5563" fmla="*/ 1846852 w 2459944"/>
              <a:gd name="connsiteY10-5564" fmla="*/ 2522085 h 2522085"/>
              <a:gd name="connsiteX11-5565" fmla="*/ 604792 w 2459944"/>
              <a:gd name="connsiteY11-5566" fmla="*/ 2522085 h 2522085"/>
              <a:gd name="connsiteX12-5567" fmla="*/ 579392 w 2459944"/>
              <a:gd name="connsiteY12-5568" fmla="*/ 2496685 h 2522085"/>
              <a:gd name="connsiteX13-5569" fmla="*/ 579392 w 2459944"/>
              <a:gd name="connsiteY13-5570" fmla="*/ 1083682 h 2522085"/>
              <a:gd name="connsiteX14-5571" fmla="*/ 553993 w 2459944"/>
              <a:gd name="connsiteY14-5572" fmla="*/ 1058332 h 2522085"/>
              <a:gd name="connsiteX15-5573" fmla="*/ 3549 w 2459944"/>
              <a:gd name="connsiteY15-5574" fmla="*/ 1058332 h 2522085"/>
              <a:gd name="connsiteX16-5575" fmla="*/ 2988 w 2459944"/>
              <a:gd name="connsiteY16-5576" fmla="*/ 1033119 h 2522085"/>
              <a:gd name="connsiteX0-5577" fmla="*/ 2988 w 2451643"/>
              <a:gd name="connsiteY0-5578" fmla="*/ 1033119 h 2522085"/>
              <a:gd name="connsiteX1-5579" fmla="*/ 14553 w 2451643"/>
              <a:gd name="connsiteY1-5580" fmla="*/ 990852 h 2522085"/>
              <a:gd name="connsiteX2-5581" fmla="*/ 1201583 w 2451643"/>
              <a:gd name="connsiteY2-5582" fmla="*/ 9117 h 2522085"/>
              <a:gd name="connsiteX3-5583" fmla="*/ 1250106 w 2451643"/>
              <a:gd name="connsiteY3-5584" fmla="*/ 9153 h 2522085"/>
              <a:gd name="connsiteX4-5585" fmla="*/ 2437136 w 2451643"/>
              <a:gd name="connsiteY4-5586" fmla="*/ 990888 h 2522085"/>
              <a:gd name="connsiteX5-5587" fmla="*/ 2448653 w 2451643"/>
              <a:gd name="connsiteY5-5588" fmla="*/ 1033131 h 2522085"/>
              <a:gd name="connsiteX6-5589" fmla="*/ 2448095 w 2451643"/>
              <a:gd name="connsiteY6-5590" fmla="*/ 1058332 h 2522085"/>
              <a:gd name="connsiteX7-5591" fmla="*/ 1897652 w 2451643"/>
              <a:gd name="connsiteY7-5592" fmla="*/ 1058332 h 2522085"/>
              <a:gd name="connsiteX8-5593" fmla="*/ 1872252 w 2451643"/>
              <a:gd name="connsiteY8-5594" fmla="*/ 1083731 h 2522085"/>
              <a:gd name="connsiteX9-5595" fmla="*/ 1872252 w 2451643"/>
              <a:gd name="connsiteY9-5596" fmla="*/ 2496734 h 2522085"/>
              <a:gd name="connsiteX10-5597" fmla="*/ 1846852 w 2451643"/>
              <a:gd name="connsiteY10-5598" fmla="*/ 2522085 h 2522085"/>
              <a:gd name="connsiteX11-5599" fmla="*/ 604792 w 2451643"/>
              <a:gd name="connsiteY11-5600" fmla="*/ 2522085 h 2522085"/>
              <a:gd name="connsiteX12-5601" fmla="*/ 579392 w 2451643"/>
              <a:gd name="connsiteY12-5602" fmla="*/ 2496685 h 2522085"/>
              <a:gd name="connsiteX13-5603" fmla="*/ 579392 w 2451643"/>
              <a:gd name="connsiteY13-5604" fmla="*/ 1083682 h 2522085"/>
              <a:gd name="connsiteX14-5605" fmla="*/ 553993 w 2451643"/>
              <a:gd name="connsiteY14-5606" fmla="*/ 1058332 h 2522085"/>
              <a:gd name="connsiteX15-5607" fmla="*/ 3549 w 2451643"/>
              <a:gd name="connsiteY15-5608" fmla="*/ 1058332 h 2522085"/>
              <a:gd name="connsiteX16-5609" fmla="*/ 2988 w 2451643"/>
              <a:gd name="connsiteY16-5610" fmla="*/ 1033119 h 2522085"/>
              <a:gd name="connsiteX0-5611" fmla="*/ 2988 w 2450561"/>
              <a:gd name="connsiteY0-5612" fmla="*/ 1033119 h 2522085"/>
              <a:gd name="connsiteX1-5613" fmla="*/ 14553 w 2450561"/>
              <a:gd name="connsiteY1-5614" fmla="*/ 990852 h 2522085"/>
              <a:gd name="connsiteX2-5615" fmla="*/ 1201583 w 2450561"/>
              <a:gd name="connsiteY2-5616" fmla="*/ 9117 h 2522085"/>
              <a:gd name="connsiteX3-5617" fmla="*/ 1250106 w 2450561"/>
              <a:gd name="connsiteY3-5618" fmla="*/ 9153 h 2522085"/>
              <a:gd name="connsiteX4-5619" fmla="*/ 2437136 w 2450561"/>
              <a:gd name="connsiteY4-5620" fmla="*/ 990888 h 2522085"/>
              <a:gd name="connsiteX5-5621" fmla="*/ 2448653 w 2450561"/>
              <a:gd name="connsiteY5-5622" fmla="*/ 1033131 h 2522085"/>
              <a:gd name="connsiteX6-5623" fmla="*/ 2448095 w 2450561"/>
              <a:gd name="connsiteY6-5624" fmla="*/ 1058332 h 2522085"/>
              <a:gd name="connsiteX7-5625" fmla="*/ 1897652 w 2450561"/>
              <a:gd name="connsiteY7-5626" fmla="*/ 1058332 h 2522085"/>
              <a:gd name="connsiteX8-5627" fmla="*/ 1872252 w 2450561"/>
              <a:gd name="connsiteY8-5628" fmla="*/ 1083731 h 2522085"/>
              <a:gd name="connsiteX9-5629" fmla="*/ 1872252 w 2450561"/>
              <a:gd name="connsiteY9-5630" fmla="*/ 2496734 h 2522085"/>
              <a:gd name="connsiteX10-5631" fmla="*/ 1846852 w 2450561"/>
              <a:gd name="connsiteY10-5632" fmla="*/ 2522085 h 2522085"/>
              <a:gd name="connsiteX11-5633" fmla="*/ 604792 w 2450561"/>
              <a:gd name="connsiteY11-5634" fmla="*/ 2522085 h 2522085"/>
              <a:gd name="connsiteX12-5635" fmla="*/ 579392 w 2450561"/>
              <a:gd name="connsiteY12-5636" fmla="*/ 2496685 h 2522085"/>
              <a:gd name="connsiteX13-5637" fmla="*/ 579392 w 2450561"/>
              <a:gd name="connsiteY13-5638" fmla="*/ 1083682 h 2522085"/>
              <a:gd name="connsiteX14-5639" fmla="*/ 553993 w 2450561"/>
              <a:gd name="connsiteY14-5640" fmla="*/ 1058332 h 2522085"/>
              <a:gd name="connsiteX15-5641" fmla="*/ 3549 w 2450561"/>
              <a:gd name="connsiteY15-5642" fmla="*/ 1058332 h 2522085"/>
              <a:gd name="connsiteX16-5643" fmla="*/ 2988 w 2450561"/>
              <a:gd name="connsiteY16-5644" fmla="*/ 1033119 h 2522085"/>
              <a:gd name="connsiteX0-5645" fmla="*/ 2988 w 2450561"/>
              <a:gd name="connsiteY0-5646" fmla="*/ 1033119 h 2522085"/>
              <a:gd name="connsiteX1-5647" fmla="*/ 14553 w 2450561"/>
              <a:gd name="connsiteY1-5648" fmla="*/ 990852 h 2522085"/>
              <a:gd name="connsiteX2-5649" fmla="*/ 1201583 w 2450561"/>
              <a:gd name="connsiteY2-5650" fmla="*/ 9117 h 2522085"/>
              <a:gd name="connsiteX3-5651" fmla="*/ 1250106 w 2450561"/>
              <a:gd name="connsiteY3-5652" fmla="*/ 9153 h 2522085"/>
              <a:gd name="connsiteX4-5653" fmla="*/ 2437136 w 2450561"/>
              <a:gd name="connsiteY4-5654" fmla="*/ 990888 h 2522085"/>
              <a:gd name="connsiteX5-5655" fmla="*/ 2448653 w 2450561"/>
              <a:gd name="connsiteY5-5656" fmla="*/ 1033131 h 2522085"/>
              <a:gd name="connsiteX6-5657" fmla="*/ 2412804 w 2450561"/>
              <a:gd name="connsiteY6-5658" fmla="*/ 1058331 h 2522085"/>
              <a:gd name="connsiteX7-5659" fmla="*/ 1897652 w 2450561"/>
              <a:gd name="connsiteY7-5660" fmla="*/ 1058332 h 2522085"/>
              <a:gd name="connsiteX8-5661" fmla="*/ 1872252 w 2450561"/>
              <a:gd name="connsiteY8-5662" fmla="*/ 1083731 h 2522085"/>
              <a:gd name="connsiteX9-5663" fmla="*/ 1872252 w 2450561"/>
              <a:gd name="connsiteY9-5664" fmla="*/ 2496734 h 2522085"/>
              <a:gd name="connsiteX10-5665" fmla="*/ 1846852 w 2450561"/>
              <a:gd name="connsiteY10-5666" fmla="*/ 2522085 h 2522085"/>
              <a:gd name="connsiteX11-5667" fmla="*/ 604792 w 2450561"/>
              <a:gd name="connsiteY11-5668" fmla="*/ 2522085 h 2522085"/>
              <a:gd name="connsiteX12-5669" fmla="*/ 579392 w 2450561"/>
              <a:gd name="connsiteY12-5670" fmla="*/ 2496685 h 2522085"/>
              <a:gd name="connsiteX13-5671" fmla="*/ 579392 w 2450561"/>
              <a:gd name="connsiteY13-5672" fmla="*/ 1083682 h 2522085"/>
              <a:gd name="connsiteX14-5673" fmla="*/ 553993 w 2450561"/>
              <a:gd name="connsiteY14-5674" fmla="*/ 1058332 h 2522085"/>
              <a:gd name="connsiteX15-5675" fmla="*/ 3549 w 2450561"/>
              <a:gd name="connsiteY15-5676" fmla="*/ 1058332 h 2522085"/>
              <a:gd name="connsiteX16-5677" fmla="*/ 2988 w 2450561"/>
              <a:gd name="connsiteY16-5678" fmla="*/ 1033119 h 2522085"/>
              <a:gd name="connsiteX0-5679" fmla="*/ 2988 w 2450561"/>
              <a:gd name="connsiteY0-5680" fmla="*/ 1033119 h 2522085"/>
              <a:gd name="connsiteX1-5681" fmla="*/ 14553 w 2450561"/>
              <a:gd name="connsiteY1-5682" fmla="*/ 990852 h 2522085"/>
              <a:gd name="connsiteX2-5683" fmla="*/ 1201583 w 2450561"/>
              <a:gd name="connsiteY2-5684" fmla="*/ 9117 h 2522085"/>
              <a:gd name="connsiteX3-5685" fmla="*/ 1250106 w 2450561"/>
              <a:gd name="connsiteY3-5686" fmla="*/ 9153 h 2522085"/>
              <a:gd name="connsiteX4-5687" fmla="*/ 2437136 w 2450561"/>
              <a:gd name="connsiteY4-5688" fmla="*/ 990888 h 2522085"/>
              <a:gd name="connsiteX5-5689" fmla="*/ 2448653 w 2450561"/>
              <a:gd name="connsiteY5-5690" fmla="*/ 1033131 h 2522085"/>
              <a:gd name="connsiteX6-5691" fmla="*/ 2412804 w 2450561"/>
              <a:gd name="connsiteY6-5692" fmla="*/ 1058331 h 2522085"/>
              <a:gd name="connsiteX7-5693" fmla="*/ 1897652 w 2450561"/>
              <a:gd name="connsiteY7-5694" fmla="*/ 1058332 h 2522085"/>
              <a:gd name="connsiteX8-5695" fmla="*/ 1872252 w 2450561"/>
              <a:gd name="connsiteY8-5696" fmla="*/ 1083731 h 2522085"/>
              <a:gd name="connsiteX9-5697" fmla="*/ 1872252 w 2450561"/>
              <a:gd name="connsiteY9-5698" fmla="*/ 2496734 h 2522085"/>
              <a:gd name="connsiteX10-5699" fmla="*/ 1846852 w 2450561"/>
              <a:gd name="connsiteY10-5700" fmla="*/ 2522085 h 2522085"/>
              <a:gd name="connsiteX11-5701" fmla="*/ 604792 w 2450561"/>
              <a:gd name="connsiteY11-5702" fmla="*/ 2522085 h 2522085"/>
              <a:gd name="connsiteX12-5703" fmla="*/ 579392 w 2450561"/>
              <a:gd name="connsiteY12-5704" fmla="*/ 2496685 h 2522085"/>
              <a:gd name="connsiteX13-5705" fmla="*/ 579392 w 2450561"/>
              <a:gd name="connsiteY13-5706" fmla="*/ 1083682 h 2522085"/>
              <a:gd name="connsiteX14-5707" fmla="*/ 553993 w 2450561"/>
              <a:gd name="connsiteY14-5708" fmla="*/ 1058332 h 2522085"/>
              <a:gd name="connsiteX15-5709" fmla="*/ 3549 w 2450561"/>
              <a:gd name="connsiteY15-5710" fmla="*/ 1058332 h 2522085"/>
              <a:gd name="connsiteX16-5711" fmla="*/ 2988 w 2450561"/>
              <a:gd name="connsiteY16-5712" fmla="*/ 1033119 h 2522085"/>
              <a:gd name="connsiteX0-5713" fmla="*/ 2988 w 2450561"/>
              <a:gd name="connsiteY0-5714" fmla="*/ 1033119 h 2522085"/>
              <a:gd name="connsiteX1-5715" fmla="*/ 14553 w 2450561"/>
              <a:gd name="connsiteY1-5716" fmla="*/ 990852 h 2522085"/>
              <a:gd name="connsiteX2-5717" fmla="*/ 1201583 w 2450561"/>
              <a:gd name="connsiteY2-5718" fmla="*/ 9117 h 2522085"/>
              <a:gd name="connsiteX3-5719" fmla="*/ 1250106 w 2450561"/>
              <a:gd name="connsiteY3-5720" fmla="*/ 9153 h 2522085"/>
              <a:gd name="connsiteX4-5721" fmla="*/ 2437136 w 2450561"/>
              <a:gd name="connsiteY4-5722" fmla="*/ 990888 h 2522085"/>
              <a:gd name="connsiteX5-5723" fmla="*/ 2448653 w 2450561"/>
              <a:gd name="connsiteY5-5724" fmla="*/ 1033131 h 2522085"/>
              <a:gd name="connsiteX6-5725" fmla="*/ 2412804 w 2450561"/>
              <a:gd name="connsiteY6-5726" fmla="*/ 1058331 h 2522085"/>
              <a:gd name="connsiteX7-5727" fmla="*/ 1897652 w 2450561"/>
              <a:gd name="connsiteY7-5728" fmla="*/ 1058332 h 2522085"/>
              <a:gd name="connsiteX8-5729" fmla="*/ 1872252 w 2450561"/>
              <a:gd name="connsiteY8-5730" fmla="*/ 1083731 h 2522085"/>
              <a:gd name="connsiteX9-5731" fmla="*/ 1872252 w 2450561"/>
              <a:gd name="connsiteY9-5732" fmla="*/ 2496734 h 2522085"/>
              <a:gd name="connsiteX10-5733" fmla="*/ 1846852 w 2450561"/>
              <a:gd name="connsiteY10-5734" fmla="*/ 2522085 h 2522085"/>
              <a:gd name="connsiteX11-5735" fmla="*/ 604792 w 2450561"/>
              <a:gd name="connsiteY11-5736" fmla="*/ 2522085 h 2522085"/>
              <a:gd name="connsiteX12-5737" fmla="*/ 579392 w 2450561"/>
              <a:gd name="connsiteY12-5738" fmla="*/ 2496685 h 2522085"/>
              <a:gd name="connsiteX13-5739" fmla="*/ 579392 w 2450561"/>
              <a:gd name="connsiteY13-5740" fmla="*/ 1083682 h 2522085"/>
              <a:gd name="connsiteX14-5741" fmla="*/ 553993 w 2450561"/>
              <a:gd name="connsiteY14-5742" fmla="*/ 1058332 h 2522085"/>
              <a:gd name="connsiteX15-5743" fmla="*/ 3549 w 2450561"/>
              <a:gd name="connsiteY15-5744" fmla="*/ 1058332 h 2522085"/>
              <a:gd name="connsiteX16-5745" fmla="*/ 2988 w 2450561"/>
              <a:gd name="connsiteY16-5746" fmla="*/ 1033119 h 2522085"/>
              <a:gd name="connsiteX0-5747" fmla="*/ 2988 w 2450561"/>
              <a:gd name="connsiteY0-5748" fmla="*/ 1033119 h 2522085"/>
              <a:gd name="connsiteX1-5749" fmla="*/ 14553 w 2450561"/>
              <a:gd name="connsiteY1-5750" fmla="*/ 990852 h 2522085"/>
              <a:gd name="connsiteX2-5751" fmla="*/ 1201583 w 2450561"/>
              <a:gd name="connsiteY2-5752" fmla="*/ 9117 h 2522085"/>
              <a:gd name="connsiteX3-5753" fmla="*/ 1250106 w 2450561"/>
              <a:gd name="connsiteY3-5754" fmla="*/ 9153 h 2522085"/>
              <a:gd name="connsiteX4-5755" fmla="*/ 2437136 w 2450561"/>
              <a:gd name="connsiteY4-5756" fmla="*/ 990888 h 2522085"/>
              <a:gd name="connsiteX5-5757" fmla="*/ 2448653 w 2450561"/>
              <a:gd name="connsiteY5-5758" fmla="*/ 1033131 h 2522085"/>
              <a:gd name="connsiteX6-5759" fmla="*/ 2412804 w 2450561"/>
              <a:gd name="connsiteY6-5760" fmla="*/ 1058331 h 2522085"/>
              <a:gd name="connsiteX7-5761" fmla="*/ 1910353 w 2450561"/>
              <a:gd name="connsiteY7-5762" fmla="*/ 1058331 h 2522085"/>
              <a:gd name="connsiteX8-5763" fmla="*/ 1872252 w 2450561"/>
              <a:gd name="connsiteY8-5764" fmla="*/ 1083731 h 2522085"/>
              <a:gd name="connsiteX9-5765" fmla="*/ 1872252 w 2450561"/>
              <a:gd name="connsiteY9-5766" fmla="*/ 2496734 h 2522085"/>
              <a:gd name="connsiteX10-5767" fmla="*/ 1846852 w 2450561"/>
              <a:gd name="connsiteY10-5768" fmla="*/ 2522085 h 2522085"/>
              <a:gd name="connsiteX11-5769" fmla="*/ 604792 w 2450561"/>
              <a:gd name="connsiteY11-5770" fmla="*/ 2522085 h 2522085"/>
              <a:gd name="connsiteX12-5771" fmla="*/ 579392 w 2450561"/>
              <a:gd name="connsiteY12-5772" fmla="*/ 2496685 h 2522085"/>
              <a:gd name="connsiteX13-5773" fmla="*/ 579392 w 2450561"/>
              <a:gd name="connsiteY13-5774" fmla="*/ 1083682 h 2522085"/>
              <a:gd name="connsiteX14-5775" fmla="*/ 553993 w 2450561"/>
              <a:gd name="connsiteY14-5776" fmla="*/ 1058332 h 2522085"/>
              <a:gd name="connsiteX15-5777" fmla="*/ 3549 w 2450561"/>
              <a:gd name="connsiteY15-5778" fmla="*/ 1058332 h 2522085"/>
              <a:gd name="connsiteX16-5779" fmla="*/ 2988 w 2450561"/>
              <a:gd name="connsiteY16-5780" fmla="*/ 1033119 h 2522085"/>
              <a:gd name="connsiteX0-5781" fmla="*/ 2988 w 2450561"/>
              <a:gd name="connsiteY0-5782" fmla="*/ 1033119 h 2522085"/>
              <a:gd name="connsiteX1-5783" fmla="*/ 14553 w 2450561"/>
              <a:gd name="connsiteY1-5784" fmla="*/ 990852 h 2522085"/>
              <a:gd name="connsiteX2-5785" fmla="*/ 1201583 w 2450561"/>
              <a:gd name="connsiteY2-5786" fmla="*/ 9117 h 2522085"/>
              <a:gd name="connsiteX3-5787" fmla="*/ 1250106 w 2450561"/>
              <a:gd name="connsiteY3-5788" fmla="*/ 9153 h 2522085"/>
              <a:gd name="connsiteX4-5789" fmla="*/ 2437136 w 2450561"/>
              <a:gd name="connsiteY4-5790" fmla="*/ 990888 h 2522085"/>
              <a:gd name="connsiteX5-5791" fmla="*/ 2448653 w 2450561"/>
              <a:gd name="connsiteY5-5792" fmla="*/ 1033131 h 2522085"/>
              <a:gd name="connsiteX6-5793" fmla="*/ 2412804 w 2450561"/>
              <a:gd name="connsiteY6-5794" fmla="*/ 1058331 h 2522085"/>
              <a:gd name="connsiteX7-5795" fmla="*/ 1910353 w 2450561"/>
              <a:gd name="connsiteY7-5796" fmla="*/ 1058331 h 2522085"/>
              <a:gd name="connsiteX8-5797" fmla="*/ 1872252 w 2450561"/>
              <a:gd name="connsiteY8-5798" fmla="*/ 1083731 h 2522085"/>
              <a:gd name="connsiteX9-5799" fmla="*/ 1872252 w 2450561"/>
              <a:gd name="connsiteY9-5800" fmla="*/ 2496734 h 2522085"/>
              <a:gd name="connsiteX10-5801" fmla="*/ 1846852 w 2450561"/>
              <a:gd name="connsiteY10-5802" fmla="*/ 2522085 h 2522085"/>
              <a:gd name="connsiteX11-5803" fmla="*/ 604792 w 2450561"/>
              <a:gd name="connsiteY11-5804" fmla="*/ 2522085 h 2522085"/>
              <a:gd name="connsiteX12-5805" fmla="*/ 579392 w 2450561"/>
              <a:gd name="connsiteY12-5806" fmla="*/ 2496685 h 2522085"/>
              <a:gd name="connsiteX13-5807" fmla="*/ 579392 w 2450561"/>
              <a:gd name="connsiteY13-5808" fmla="*/ 1083682 h 2522085"/>
              <a:gd name="connsiteX14-5809" fmla="*/ 553993 w 2450561"/>
              <a:gd name="connsiteY14-5810" fmla="*/ 1058332 h 2522085"/>
              <a:gd name="connsiteX15-5811" fmla="*/ 3549 w 2450561"/>
              <a:gd name="connsiteY15-5812" fmla="*/ 1058332 h 2522085"/>
              <a:gd name="connsiteX16-5813" fmla="*/ 2988 w 2450561"/>
              <a:gd name="connsiteY16-5814" fmla="*/ 1033119 h 2522085"/>
              <a:gd name="connsiteX0-5815" fmla="*/ 2988 w 2450561"/>
              <a:gd name="connsiteY0-5816" fmla="*/ 1033119 h 2522085"/>
              <a:gd name="connsiteX1-5817" fmla="*/ 14553 w 2450561"/>
              <a:gd name="connsiteY1-5818" fmla="*/ 990852 h 2522085"/>
              <a:gd name="connsiteX2-5819" fmla="*/ 1201583 w 2450561"/>
              <a:gd name="connsiteY2-5820" fmla="*/ 9117 h 2522085"/>
              <a:gd name="connsiteX3-5821" fmla="*/ 1250106 w 2450561"/>
              <a:gd name="connsiteY3-5822" fmla="*/ 9153 h 2522085"/>
              <a:gd name="connsiteX4-5823" fmla="*/ 2437136 w 2450561"/>
              <a:gd name="connsiteY4-5824" fmla="*/ 990888 h 2522085"/>
              <a:gd name="connsiteX5-5825" fmla="*/ 2448653 w 2450561"/>
              <a:gd name="connsiteY5-5826" fmla="*/ 1033131 h 2522085"/>
              <a:gd name="connsiteX6-5827" fmla="*/ 2412804 w 2450561"/>
              <a:gd name="connsiteY6-5828" fmla="*/ 1058331 h 2522085"/>
              <a:gd name="connsiteX7-5829" fmla="*/ 1910353 w 2450561"/>
              <a:gd name="connsiteY7-5830" fmla="*/ 1058331 h 2522085"/>
              <a:gd name="connsiteX8-5831" fmla="*/ 1872252 w 2450561"/>
              <a:gd name="connsiteY8-5832" fmla="*/ 1083731 h 2522085"/>
              <a:gd name="connsiteX9-5833" fmla="*/ 1872252 w 2450561"/>
              <a:gd name="connsiteY9-5834" fmla="*/ 2496734 h 2522085"/>
              <a:gd name="connsiteX10-5835" fmla="*/ 1846852 w 2450561"/>
              <a:gd name="connsiteY10-5836" fmla="*/ 2522085 h 2522085"/>
              <a:gd name="connsiteX11-5837" fmla="*/ 604792 w 2450561"/>
              <a:gd name="connsiteY11-5838" fmla="*/ 2522085 h 2522085"/>
              <a:gd name="connsiteX12-5839" fmla="*/ 579392 w 2450561"/>
              <a:gd name="connsiteY12-5840" fmla="*/ 2496685 h 2522085"/>
              <a:gd name="connsiteX13-5841" fmla="*/ 579392 w 2450561"/>
              <a:gd name="connsiteY13-5842" fmla="*/ 1083682 h 2522085"/>
              <a:gd name="connsiteX14-5843" fmla="*/ 553993 w 2450561"/>
              <a:gd name="connsiteY14-5844" fmla="*/ 1058332 h 2522085"/>
              <a:gd name="connsiteX15-5845" fmla="*/ 3549 w 2450561"/>
              <a:gd name="connsiteY15-5846" fmla="*/ 1058332 h 2522085"/>
              <a:gd name="connsiteX16-5847" fmla="*/ 2988 w 2450561"/>
              <a:gd name="connsiteY16-5848" fmla="*/ 1033119 h 2522085"/>
              <a:gd name="connsiteX0-5849" fmla="*/ 2988 w 2450561"/>
              <a:gd name="connsiteY0-5850" fmla="*/ 1033119 h 2522085"/>
              <a:gd name="connsiteX1-5851" fmla="*/ 14553 w 2450561"/>
              <a:gd name="connsiteY1-5852" fmla="*/ 990852 h 2522085"/>
              <a:gd name="connsiteX2-5853" fmla="*/ 1201583 w 2450561"/>
              <a:gd name="connsiteY2-5854" fmla="*/ 9117 h 2522085"/>
              <a:gd name="connsiteX3-5855" fmla="*/ 1250106 w 2450561"/>
              <a:gd name="connsiteY3-5856" fmla="*/ 9153 h 2522085"/>
              <a:gd name="connsiteX4-5857" fmla="*/ 2437136 w 2450561"/>
              <a:gd name="connsiteY4-5858" fmla="*/ 990888 h 2522085"/>
              <a:gd name="connsiteX5-5859" fmla="*/ 2448653 w 2450561"/>
              <a:gd name="connsiteY5-5860" fmla="*/ 1033131 h 2522085"/>
              <a:gd name="connsiteX6-5861" fmla="*/ 2412804 w 2450561"/>
              <a:gd name="connsiteY6-5862" fmla="*/ 1058331 h 2522085"/>
              <a:gd name="connsiteX7-5863" fmla="*/ 1910353 w 2450561"/>
              <a:gd name="connsiteY7-5864" fmla="*/ 1058331 h 2522085"/>
              <a:gd name="connsiteX8-5865" fmla="*/ 1872254 w 2450561"/>
              <a:gd name="connsiteY8-5866" fmla="*/ 1096430 h 2522085"/>
              <a:gd name="connsiteX9-5867" fmla="*/ 1872252 w 2450561"/>
              <a:gd name="connsiteY9-5868" fmla="*/ 2496734 h 2522085"/>
              <a:gd name="connsiteX10-5869" fmla="*/ 1846852 w 2450561"/>
              <a:gd name="connsiteY10-5870" fmla="*/ 2522085 h 2522085"/>
              <a:gd name="connsiteX11-5871" fmla="*/ 604792 w 2450561"/>
              <a:gd name="connsiteY11-5872" fmla="*/ 2522085 h 2522085"/>
              <a:gd name="connsiteX12-5873" fmla="*/ 579392 w 2450561"/>
              <a:gd name="connsiteY12-5874" fmla="*/ 2496685 h 2522085"/>
              <a:gd name="connsiteX13-5875" fmla="*/ 579392 w 2450561"/>
              <a:gd name="connsiteY13-5876" fmla="*/ 1083682 h 2522085"/>
              <a:gd name="connsiteX14-5877" fmla="*/ 553993 w 2450561"/>
              <a:gd name="connsiteY14-5878" fmla="*/ 1058332 h 2522085"/>
              <a:gd name="connsiteX15-5879" fmla="*/ 3549 w 2450561"/>
              <a:gd name="connsiteY15-5880" fmla="*/ 1058332 h 2522085"/>
              <a:gd name="connsiteX16-5881" fmla="*/ 2988 w 2450561"/>
              <a:gd name="connsiteY16-5882" fmla="*/ 1033119 h 2522085"/>
              <a:gd name="connsiteX0-5883" fmla="*/ 2988 w 2450561"/>
              <a:gd name="connsiteY0-5884" fmla="*/ 1033119 h 2522085"/>
              <a:gd name="connsiteX1-5885" fmla="*/ 14553 w 2450561"/>
              <a:gd name="connsiteY1-5886" fmla="*/ 990852 h 2522085"/>
              <a:gd name="connsiteX2-5887" fmla="*/ 1201583 w 2450561"/>
              <a:gd name="connsiteY2-5888" fmla="*/ 9117 h 2522085"/>
              <a:gd name="connsiteX3-5889" fmla="*/ 1250106 w 2450561"/>
              <a:gd name="connsiteY3-5890" fmla="*/ 9153 h 2522085"/>
              <a:gd name="connsiteX4-5891" fmla="*/ 2437136 w 2450561"/>
              <a:gd name="connsiteY4-5892" fmla="*/ 990888 h 2522085"/>
              <a:gd name="connsiteX5-5893" fmla="*/ 2448653 w 2450561"/>
              <a:gd name="connsiteY5-5894" fmla="*/ 1033131 h 2522085"/>
              <a:gd name="connsiteX6-5895" fmla="*/ 2412804 w 2450561"/>
              <a:gd name="connsiteY6-5896" fmla="*/ 1058331 h 2522085"/>
              <a:gd name="connsiteX7-5897" fmla="*/ 1910353 w 2450561"/>
              <a:gd name="connsiteY7-5898" fmla="*/ 1058331 h 2522085"/>
              <a:gd name="connsiteX8-5899" fmla="*/ 1872254 w 2450561"/>
              <a:gd name="connsiteY8-5900" fmla="*/ 1096430 h 2522085"/>
              <a:gd name="connsiteX9-5901" fmla="*/ 1872252 w 2450561"/>
              <a:gd name="connsiteY9-5902" fmla="*/ 2496734 h 2522085"/>
              <a:gd name="connsiteX10-5903" fmla="*/ 1846852 w 2450561"/>
              <a:gd name="connsiteY10-5904" fmla="*/ 2522085 h 2522085"/>
              <a:gd name="connsiteX11-5905" fmla="*/ 604792 w 2450561"/>
              <a:gd name="connsiteY11-5906" fmla="*/ 2522085 h 2522085"/>
              <a:gd name="connsiteX12-5907" fmla="*/ 579392 w 2450561"/>
              <a:gd name="connsiteY12-5908" fmla="*/ 2496685 h 2522085"/>
              <a:gd name="connsiteX13-5909" fmla="*/ 579392 w 2450561"/>
              <a:gd name="connsiteY13-5910" fmla="*/ 1083682 h 2522085"/>
              <a:gd name="connsiteX14-5911" fmla="*/ 553993 w 2450561"/>
              <a:gd name="connsiteY14-5912" fmla="*/ 1058332 h 2522085"/>
              <a:gd name="connsiteX15-5913" fmla="*/ 3549 w 2450561"/>
              <a:gd name="connsiteY15-5914" fmla="*/ 1058332 h 2522085"/>
              <a:gd name="connsiteX16-5915" fmla="*/ 2988 w 2450561"/>
              <a:gd name="connsiteY16-5916" fmla="*/ 1033119 h 2522085"/>
              <a:gd name="connsiteX0-5917" fmla="*/ 2988 w 2450561"/>
              <a:gd name="connsiteY0-5918" fmla="*/ 1033119 h 2522085"/>
              <a:gd name="connsiteX1-5919" fmla="*/ 14553 w 2450561"/>
              <a:gd name="connsiteY1-5920" fmla="*/ 990852 h 2522085"/>
              <a:gd name="connsiteX2-5921" fmla="*/ 1201583 w 2450561"/>
              <a:gd name="connsiteY2-5922" fmla="*/ 9117 h 2522085"/>
              <a:gd name="connsiteX3-5923" fmla="*/ 1250106 w 2450561"/>
              <a:gd name="connsiteY3-5924" fmla="*/ 9153 h 2522085"/>
              <a:gd name="connsiteX4-5925" fmla="*/ 2437136 w 2450561"/>
              <a:gd name="connsiteY4-5926" fmla="*/ 990888 h 2522085"/>
              <a:gd name="connsiteX5-5927" fmla="*/ 2448653 w 2450561"/>
              <a:gd name="connsiteY5-5928" fmla="*/ 1033131 h 2522085"/>
              <a:gd name="connsiteX6-5929" fmla="*/ 2412804 w 2450561"/>
              <a:gd name="connsiteY6-5930" fmla="*/ 1058331 h 2522085"/>
              <a:gd name="connsiteX7-5931" fmla="*/ 1910353 w 2450561"/>
              <a:gd name="connsiteY7-5932" fmla="*/ 1058331 h 2522085"/>
              <a:gd name="connsiteX8-5933" fmla="*/ 1872254 w 2450561"/>
              <a:gd name="connsiteY8-5934" fmla="*/ 1096430 h 2522085"/>
              <a:gd name="connsiteX9-5935" fmla="*/ 1872252 w 2450561"/>
              <a:gd name="connsiteY9-5936" fmla="*/ 2496734 h 2522085"/>
              <a:gd name="connsiteX10-5937" fmla="*/ 1846852 w 2450561"/>
              <a:gd name="connsiteY10-5938" fmla="*/ 2522085 h 2522085"/>
              <a:gd name="connsiteX11-5939" fmla="*/ 604792 w 2450561"/>
              <a:gd name="connsiteY11-5940" fmla="*/ 2522085 h 2522085"/>
              <a:gd name="connsiteX12-5941" fmla="*/ 579392 w 2450561"/>
              <a:gd name="connsiteY12-5942" fmla="*/ 2496685 h 2522085"/>
              <a:gd name="connsiteX13-5943" fmla="*/ 579392 w 2450561"/>
              <a:gd name="connsiteY13-5944" fmla="*/ 1083682 h 2522085"/>
              <a:gd name="connsiteX14-5945" fmla="*/ 553993 w 2450561"/>
              <a:gd name="connsiteY14-5946" fmla="*/ 1058332 h 2522085"/>
              <a:gd name="connsiteX15-5947" fmla="*/ 3549 w 2450561"/>
              <a:gd name="connsiteY15-5948" fmla="*/ 1058332 h 2522085"/>
              <a:gd name="connsiteX16-5949" fmla="*/ 2988 w 2450561"/>
              <a:gd name="connsiteY16-5950" fmla="*/ 1033119 h 2522085"/>
              <a:gd name="connsiteX0-5951" fmla="*/ 2988 w 2450561"/>
              <a:gd name="connsiteY0-5952" fmla="*/ 1033119 h 2522085"/>
              <a:gd name="connsiteX1-5953" fmla="*/ 14553 w 2450561"/>
              <a:gd name="connsiteY1-5954" fmla="*/ 990852 h 2522085"/>
              <a:gd name="connsiteX2-5955" fmla="*/ 1201583 w 2450561"/>
              <a:gd name="connsiteY2-5956" fmla="*/ 9117 h 2522085"/>
              <a:gd name="connsiteX3-5957" fmla="*/ 1250106 w 2450561"/>
              <a:gd name="connsiteY3-5958" fmla="*/ 9153 h 2522085"/>
              <a:gd name="connsiteX4-5959" fmla="*/ 2437136 w 2450561"/>
              <a:gd name="connsiteY4-5960" fmla="*/ 990888 h 2522085"/>
              <a:gd name="connsiteX5-5961" fmla="*/ 2448653 w 2450561"/>
              <a:gd name="connsiteY5-5962" fmla="*/ 1033131 h 2522085"/>
              <a:gd name="connsiteX6-5963" fmla="*/ 2412804 w 2450561"/>
              <a:gd name="connsiteY6-5964" fmla="*/ 1058331 h 2522085"/>
              <a:gd name="connsiteX7-5965" fmla="*/ 1910353 w 2450561"/>
              <a:gd name="connsiteY7-5966" fmla="*/ 1058331 h 2522085"/>
              <a:gd name="connsiteX8-5967" fmla="*/ 1872254 w 2450561"/>
              <a:gd name="connsiteY8-5968" fmla="*/ 1096430 h 2522085"/>
              <a:gd name="connsiteX9-5969" fmla="*/ 1872254 w 2450561"/>
              <a:gd name="connsiteY9-5970" fmla="*/ 2484033 h 2522085"/>
              <a:gd name="connsiteX10-5971" fmla="*/ 1846852 w 2450561"/>
              <a:gd name="connsiteY10-5972" fmla="*/ 2522085 h 2522085"/>
              <a:gd name="connsiteX11-5973" fmla="*/ 604792 w 2450561"/>
              <a:gd name="connsiteY11-5974" fmla="*/ 2522085 h 2522085"/>
              <a:gd name="connsiteX12-5975" fmla="*/ 579392 w 2450561"/>
              <a:gd name="connsiteY12-5976" fmla="*/ 2496685 h 2522085"/>
              <a:gd name="connsiteX13-5977" fmla="*/ 579392 w 2450561"/>
              <a:gd name="connsiteY13-5978" fmla="*/ 1083682 h 2522085"/>
              <a:gd name="connsiteX14-5979" fmla="*/ 553993 w 2450561"/>
              <a:gd name="connsiteY14-5980" fmla="*/ 1058332 h 2522085"/>
              <a:gd name="connsiteX15-5981" fmla="*/ 3549 w 2450561"/>
              <a:gd name="connsiteY15-5982" fmla="*/ 1058332 h 2522085"/>
              <a:gd name="connsiteX16-5983" fmla="*/ 2988 w 2450561"/>
              <a:gd name="connsiteY16-5984" fmla="*/ 1033119 h 2522085"/>
              <a:gd name="connsiteX0-5985" fmla="*/ 2988 w 2450561"/>
              <a:gd name="connsiteY0-5986" fmla="*/ 1033119 h 2522085"/>
              <a:gd name="connsiteX1-5987" fmla="*/ 14553 w 2450561"/>
              <a:gd name="connsiteY1-5988" fmla="*/ 990852 h 2522085"/>
              <a:gd name="connsiteX2-5989" fmla="*/ 1201583 w 2450561"/>
              <a:gd name="connsiteY2-5990" fmla="*/ 9117 h 2522085"/>
              <a:gd name="connsiteX3-5991" fmla="*/ 1250106 w 2450561"/>
              <a:gd name="connsiteY3-5992" fmla="*/ 9153 h 2522085"/>
              <a:gd name="connsiteX4-5993" fmla="*/ 2437136 w 2450561"/>
              <a:gd name="connsiteY4-5994" fmla="*/ 990888 h 2522085"/>
              <a:gd name="connsiteX5-5995" fmla="*/ 2448653 w 2450561"/>
              <a:gd name="connsiteY5-5996" fmla="*/ 1033131 h 2522085"/>
              <a:gd name="connsiteX6-5997" fmla="*/ 2412804 w 2450561"/>
              <a:gd name="connsiteY6-5998" fmla="*/ 1058331 h 2522085"/>
              <a:gd name="connsiteX7-5999" fmla="*/ 1910353 w 2450561"/>
              <a:gd name="connsiteY7-6000" fmla="*/ 1058331 h 2522085"/>
              <a:gd name="connsiteX8-6001" fmla="*/ 1872254 w 2450561"/>
              <a:gd name="connsiteY8-6002" fmla="*/ 1096430 h 2522085"/>
              <a:gd name="connsiteX9-6003" fmla="*/ 1872254 w 2450561"/>
              <a:gd name="connsiteY9-6004" fmla="*/ 2484033 h 2522085"/>
              <a:gd name="connsiteX10-6005" fmla="*/ 1846852 w 2450561"/>
              <a:gd name="connsiteY10-6006" fmla="*/ 2522085 h 2522085"/>
              <a:gd name="connsiteX11-6007" fmla="*/ 604792 w 2450561"/>
              <a:gd name="connsiteY11-6008" fmla="*/ 2522085 h 2522085"/>
              <a:gd name="connsiteX12-6009" fmla="*/ 579392 w 2450561"/>
              <a:gd name="connsiteY12-6010" fmla="*/ 2496685 h 2522085"/>
              <a:gd name="connsiteX13-6011" fmla="*/ 579392 w 2450561"/>
              <a:gd name="connsiteY13-6012" fmla="*/ 1083682 h 2522085"/>
              <a:gd name="connsiteX14-6013" fmla="*/ 553993 w 2450561"/>
              <a:gd name="connsiteY14-6014" fmla="*/ 1058332 h 2522085"/>
              <a:gd name="connsiteX15-6015" fmla="*/ 3549 w 2450561"/>
              <a:gd name="connsiteY15-6016" fmla="*/ 1058332 h 2522085"/>
              <a:gd name="connsiteX16-6017" fmla="*/ 2988 w 2450561"/>
              <a:gd name="connsiteY16-6018" fmla="*/ 1033119 h 2522085"/>
              <a:gd name="connsiteX0-6019" fmla="*/ 2988 w 2450561"/>
              <a:gd name="connsiteY0-6020" fmla="*/ 1033119 h 2522085"/>
              <a:gd name="connsiteX1-6021" fmla="*/ 14553 w 2450561"/>
              <a:gd name="connsiteY1-6022" fmla="*/ 990852 h 2522085"/>
              <a:gd name="connsiteX2-6023" fmla="*/ 1201583 w 2450561"/>
              <a:gd name="connsiteY2-6024" fmla="*/ 9117 h 2522085"/>
              <a:gd name="connsiteX3-6025" fmla="*/ 1250106 w 2450561"/>
              <a:gd name="connsiteY3-6026" fmla="*/ 9153 h 2522085"/>
              <a:gd name="connsiteX4-6027" fmla="*/ 2437136 w 2450561"/>
              <a:gd name="connsiteY4-6028" fmla="*/ 990888 h 2522085"/>
              <a:gd name="connsiteX5-6029" fmla="*/ 2448653 w 2450561"/>
              <a:gd name="connsiteY5-6030" fmla="*/ 1033131 h 2522085"/>
              <a:gd name="connsiteX6-6031" fmla="*/ 2412804 w 2450561"/>
              <a:gd name="connsiteY6-6032" fmla="*/ 1058331 h 2522085"/>
              <a:gd name="connsiteX7-6033" fmla="*/ 1910353 w 2450561"/>
              <a:gd name="connsiteY7-6034" fmla="*/ 1058331 h 2522085"/>
              <a:gd name="connsiteX8-6035" fmla="*/ 1872254 w 2450561"/>
              <a:gd name="connsiteY8-6036" fmla="*/ 1096430 h 2522085"/>
              <a:gd name="connsiteX9-6037" fmla="*/ 1872254 w 2450561"/>
              <a:gd name="connsiteY9-6038" fmla="*/ 2484033 h 2522085"/>
              <a:gd name="connsiteX10-6039" fmla="*/ 1846852 w 2450561"/>
              <a:gd name="connsiteY10-6040" fmla="*/ 2522085 h 2522085"/>
              <a:gd name="connsiteX11-6041" fmla="*/ 604792 w 2450561"/>
              <a:gd name="connsiteY11-6042" fmla="*/ 2522085 h 2522085"/>
              <a:gd name="connsiteX12-6043" fmla="*/ 579392 w 2450561"/>
              <a:gd name="connsiteY12-6044" fmla="*/ 2496685 h 2522085"/>
              <a:gd name="connsiteX13-6045" fmla="*/ 579392 w 2450561"/>
              <a:gd name="connsiteY13-6046" fmla="*/ 1083682 h 2522085"/>
              <a:gd name="connsiteX14-6047" fmla="*/ 553993 w 2450561"/>
              <a:gd name="connsiteY14-6048" fmla="*/ 1058332 h 2522085"/>
              <a:gd name="connsiteX15-6049" fmla="*/ 3549 w 2450561"/>
              <a:gd name="connsiteY15-6050" fmla="*/ 1058332 h 2522085"/>
              <a:gd name="connsiteX16-6051" fmla="*/ 2988 w 2450561"/>
              <a:gd name="connsiteY16-6052" fmla="*/ 1033119 h 2522085"/>
              <a:gd name="connsiteX0-6053" fmla="*/ 2988 w 2450561"/>
              <a:gd name="connsiteY0-6054" fmla="*/ 1033119 h 2522085"/>
              <a:gd name="connsiteX1-6055" fmla="*/ 14553 w 2450561"/>
              <a:gd name="connsiteY1-6056" fmla="*/ 990852 h 2522085"/>
              <a:gd name="connsiteX2-6057" fmla="*/ 1201583 w 2450561"/>
              <a:gd name="connsiteY2-6058" fmla="*/ 9117 h 2522085"/>
              <a:gd name="connsiteX3-6059" fmla="*/ 1250106 w 2450561"/>
              <a:gd name="connsiteY3-6060" fmla="*/ 9153 h 2522085"/>
              <a:gd name="connsiteX4-6061" fmla="*/ 2437136 w 2450561"/>
              <a:gd name="connsiteY4-6062" fmla="*/ 990888 h 2522085"/>
              <a:gd name="connsiteX5-6063" fmla="*/ 2448653 w 2450561"/>
              <a:gd name="connsiteY5-6064" fmla="*/ 1033131 h 2522085"/>
              <a:gd name="connsiteX6-6065" fmla="*/ 2412804 w 2450561"/>
              <a:gd name="connsiteY6-6066" fmla="*/ 1058331 h 2522085"/>
              <a:gd name="connsiteX7-6067" fmla="*/ 1910353 w 2450561"/>
              <a:gd name="connsiteY7-6068" fmla="*/ 1058331 h 2522085"/>
              <a:gd name="connsiteX8-6069" fmla="*/ 1872254 w 2450561"/>
              <a:gd name="connsiteY8-6070" fmla="*/ 1096430 h 2522085"/>
              <a:gd name="connsiteX9-6071" fmla="*/ 1872254 w 2450561"/>
              <a:gd name="connsiteY9-6072" fmla="*/ 2484033 h 2522085"/>
              <a:gd name="connsiteX10-6073" fmla="*/ 1834154 w 2450561"/>
              <a:gd name="connsiteY10-6074" fmla="*/ 2522084 h 2522085"/>
              <a:gd name="connsiteX11-6075" fmla="*/ 604792 w 2450561"/>
              <a:gd name="connsiteY11-6076" fmla="*/ 2522085 h 2522085"/>
              <a:gd name="connsiteX12-6077" fmla="*/ 579392 w 2450561"/>
              <a:gd name="connsiteY12-6078" fmla="*/ 2496685 h 2522085"/>
              <a:gd name="connsiteX13-6079" fmla="*/ 579392 w 2450561"/>
              <a:gd name="connsiteY13-6080" fmla="*/ 1083682 h 2522085"/>
              <a:gd name="connsiteX14-6081" fmla="*/ 553993 w 2450561"/>
              <a:gd name="connsiteY14-6082" fmla="*/ 1058332 h 2522085"/>
              <a:gd name="connsiteX15-6083" fmla="*/ 3549 w 2450561"/>
              <a:gd name="connsiteY15-6084" fmla="*/ 1058332 h 2522085"/>
              <a:gd name="connsiteX16-6085" fmla="*/ 2988 w 2450561"/>
              <a:gd name="connsiteY16-6086" fmla="*/ 1033119 h 2522085"/>
              <a:gd name="connsiteX0-6087" fmla="*/ 2988 w 2450561"/>
              <a:gd name="connsiteY0-6088" fmla="*/ 1033119 h 2522085"/>
              <a:gd name="connsiteX1-6089" fmla="*/ 14553 w 2450561"/>
              <a:gd name="connsiteY1-6090" fmla="*/ 990852 h 2522085"/>
              <a:gd name="connsiteX2-6091" fmla="*/ 1201583 w 2450561"/>
              <a:gd name="connsiteY2-6092" fmla="*/ 9117 h 2522085"/>
              <a:gd name="connsiteX3-6093" fmla="*/ 1250106 w 2450561"/>
              <a:gd name="connsiteY3-6094" fmla="*/ 9153 h 2522085"/>
              <a:gd name="connsiteX4-6095" fmla="*/ 2437136 w 2450561"/>
              <a:gd name="connsiteY4-6096" fmla="*/ 990888 h 2522085"/>
              <a:gd name="connsiteX5-6097" fmla="*/ 2448653 w 2450561"/>
              <a:gd name="connsiteY5-6098" fmla="*/ 1033131 h 2522085"/>
              <a:gd name="connsiteX6-6099" fmla="*/ 2412804 w 2450561"/>
              <a:gd name="connsiteY6-6100" fmla="*/ 1058331 h 2522085"/>
              <a:gd name="connsiteX7-6101" fmla="*/ 1910353 w 2450561"/>
              <a:gd name="connsiteY7-6102" fmla="*/ 1058331 h 2522085"/>
              <a:gd name="connsiteX8-6103" fmla="*/ 1872254 w 2450561"/>
              <a:gd name="connsiteY8-6104" fmla="*/ 1096430 h 2522085"/>
              <a:gd name="connsiteX9-6105" fmla="*/ 1872254 w 2450561"/>
              <a:gd name="connsiteY9-6106" fmla="*/ 2484033 h 2522085"/>
              <a:gd name="connsiteX10-6107" fmla="*/ 1834154 w 2450561"/>
              <a:gd name="connsiteY10-6108" fmla="*/ 2522084 h 2522085"/>
              <a:gd name="connsiteX11-6109" fmla="*/ 604792 w 2450561"/>
              <a:gd name="connsiteY11-6110" fmla="*/ 2522085 h 2522085"/>
              <a:gd name="connsiteX12-6111" fmla="*/ 579392 w 2450561"/>
              <a:gd name="connsiteY12-6112" fmla="*/ 2496685 h 2522085"/>
              <a:gd name="connsiteX13-6113" fmla="*/ 579392 w 2450561"/>
              <a:gd name="connsiteY13-6114" fmla="*/ 1083682 h 2522085"/>
              <a:gd name="connsiteX14-6115" fmla="*/ 553993 w 2450561"/>
              <a:gd name="connsiteY14-6116" fmla="*/ 1058332 h 2522085"/>
              <a:gd name="connsiteX15-6117" fmla="*/ 3549 w 2450561"/>
              <a:gd name="connsiteY15-6118" fmla="*/ 1058332 h 2522085"/>
              <a:gd name="connsiteX16-6119" fmla="*/ 2988 w 2450561"/>
              <a:gd name="connsiteY16-6120" fmla="*/ 1033119 h 2522085"/>
              <a:gd name="connsiteX0-6121" fmla="*/ 2988 w 2450561"/>
              <a:gd name="connsiteY0-6122" fmla="*/ 1033119 h 2522085"/>
              <a:gd name="connsiteX1-6123" fmla="*/ 14553 w 2450561"/>
              <a:gd name="connsiteY1-6124" fmla="*/ 990852 h 2522085"/>
              <a:gd name="connsiteX2-6125" fmla="*/ 1201583 w 2450561"/>
              <a:gd name="connsiteY2-6126" fmla="*/ 9117 h 2522085"/>
              <a:gd name="connsiteX3-6127" fmla="*/ 1250106 w 2450561"/>
              <a:gd name="connsiteY3-6128" fmla="*/ 9153 h 2522085"/>
              <a:gd name="connsiteX4-6129" fmla="*/ 2437136 w 2450561"/>
              <a:gd name="connsiteY4-6130" fmla="*/ 990888 h 2522085"/>
              <a:gd name="connsiteX5-6131" fmla="*/ 2448653 w 2450561"/>
              <a:gd name="connsiteY5-6132" fmla="*/ 1033131 h 2522085"/>
              <a:gd name="connsiteX6-6133" fmla="*/ 2412804 w 2450561"/>
              <a:gd name="connsiteY6-6134" fmla="*/ 1058331 h 2522085"/>
              <a:gd name="connsiteX7-6135" fmla="*/ 1910353 w 2450561"/>
              <a:gd name="connsiteY7-6136" fmla="*/ 1058331 h 2522085"/>
              <a:gd name="connsiteX8-6137" fmla="*/ 1872254 w 2450561"/>
              <a:gd name="connsiteY8-6138" fmla="*/ 1096430 h 2522085"/>
              <a:gd name="connsiteX9-6139" fmla="*/ 1872254 w 2450561"/>
              <a:gd name="connsiteY9-6140" fmla="*/ 2484033 h 2522085"/>
              <a:gd name="connsiteX10-6141" fmla="*/ 1834154 w 2450561"/>
              <a:gd name="connsiteY10-6142" fmla="*/ 2522084 h 2522085"/>
              <a:gd name="connsiteX11-6143" fmla="*/ 604792 w 2450561"/>
              <a:gd name="connsiteY11-6144" fmla="*/ 2522085 h 2522085"/>
              <a:gd name="connsiteX12-6145" fmla="*/ 579392 w 2450561"/>
              <a:gd name="connsiteY12-6146" fmla="*/ 2496685 h 2522085"/>
              <a:gd name="connsiteX13-6147" fmla="*/ 579392 w 2450561"/>
              <a:gd name="connsiteY13-6148" fmla="*/ 1083682 h 2522085"/>
              <a:gd name="connsiteX14-6149" fmla="*/ 553993 w 2450561"/>
              <a:gd name="connsiteY14-6150" fmla="*/ 1058332 h 2522085"/>
              <a:gd name="connsiteX15-6151" fmla="*/ 3549 w 2450561"/>
              <a:gd name="connsiteY15-6152" fmla="*/ 1058332 h 2522085"/>
              <a:gd name="connsiteX16-6153" fmla="*/ 2988 w 2450561"/>
              <a:gd name="connsiteY16-6154" fmla="*/ 1033119 h 2522085"/>
              <a:gd name="connsiteX0-6155" fmla="*/ 2988 w 2450561"/>
              <a:gd name="connsiteY0-6156" fmla="*/ 1033119 h 2522084"/>
              <a:gd name="connsiteX1-6157" fmla="*/ 14553 w 2450561"/>
              <a:gd name="connsiteY1-6158" fmla="*/ 990852 h 2522084"/>
              <a:gd name="connsiteX2-6159" fmla="*/ 1201583 w 2450561"/>
              <a:gd name="connsiteY2-6160" fmla="*/ 9117 h 2522084"/>
              <a:gd name="connsiteX3-6161" fmla="*/ 1250106 w 2450561"/>
              <a:gd name="connsiteY3-6162" fmla="*/ 9153 h 2522084"/>
              <a:gd name="connsiteX4-6163" fmla="*/ 2437136 w 2450561"/>
              <a:gd name="connsiteY4-6164" fmla="*/ 990888 h 2522084"/>
              <a:gd name="connsiteX5-6165" fmla="*/ 2448653 w 2450561"/>
              <a:gd name="connsiteY5-6166" fmla="*/ 1033131 h 2522084"/>
              <a:gd name="connsiteX6-6167" fmla="*/ 2412804 w 2450561"/>
              <a:gd name="connsiteY6-6168" fmla="*/ 1058331 h 2522084"/>
              <a:gd name="connsiteX7-6169" fmla="*/ 1910353 w 2450561"/>
              <a:gd name="connsiteY7-6170" fmla="*/ 1058331 h 2522084"/>
              <a:gd name="connsiteX8-6171" fmla="*/ 1872254 w 2450561"/>
              <a:gd name="connsiteY8-6172" fmla="*/ 1096430 h 2522084"/>
              <a:gd name="connsiteX9-6173" fmla="*/ 1872254 w 2450561"/>
              <a:gd name="connsiteY9-6174" fmla="*/ 2484033 h 2522084"/>
              <a:gd name="connsiteX10-6175" fmla="*/ 1834154 w 2450561"/>
              <a:gd name="connsiteY10-6176" fmla="*/ 2522084 h 2522084"/>
              <a:gd name="connsiteX11-6177" fmla="*/ 617494 w 2450561"/>
              <a:gd name="connsiteY11-6178" fmla="*/ 2522084 h 2522084"/>
              <a:gd name="connsiteX12-6179" fmla="*/ 579392 w 2450561"/>
              <a:gd name="connsiteY12-6180" fmla="*/ 2496685 h 2522084"/>
              <a:gd name="connsiteX13-6181" fmla="*/ 579392 w 2450561"/>
              <a:gd name="connsiteY13-6182" fmla="*/ 1083682 h 2522084"/>
              <a:gd name="connsiteX14-6183" fmla="*/ 553993 w 2450561"/>
              <a:gd name="connsiteY14-6184" fmla="*/ 1058332 h 2522084"/>
              <a:gd name="connsiteX15-6185" fmla="*/ 3549 w 2450561"/>
              <a:gd name="connsiteY15-6186" fmla="*/ 1058332 h 2522084"/>
              <a:gd name="connsiteX16-6187" fmla="*/ 2988 w 2450561"/>
              <a:gd name="connsiteY16-6188" fmla="*/ 1033119 h 2522084"/>
              <a:gd name="connsiteX0-6189" fmla="*/ 2988 w 2450561"/>
              <a:gd name="connsiteY0-6190" fmla="*/ 1033119 h 2522084"/>
              <a:gd name="connsiteX1-6191" fmla="*/ 14553 w 2450561"/>
              <a:gd name="connsiteY1-6192" fmla="*/ 990852 h 2522084"/>
              <a:gd name="connsiteX2-6193" fmla="*/ 1201583 w 2450561"/>
              <a:gd name="connsiteY2-6194" fmla="*/ 9117 h 2522084"/>
              <a:gd name="connsiteX3-6195" fmla="*/ 1250106 w 2450561"/>
              <a:gd name="connsiteY3-6196" fmla="*/ 9153 h 2522084"/>
              <a:gd name="connsiteX4-6197" fmla="*/ 2437136 w 2450561"/>
              <a:gd name="connsiteY4-6198" fmla="*/ 990888 h 2522084"/>
              <a:gd name="connsiteX5-6199" fmla="*/ 2448653 w 2450561"/>
              <a:gd name="connsiteY5-6200" fmla="*/ 1033131 h 2522084"/>
              <a:gd name="connsiteX6-6201" fmla="*/ 2412804 w 2450561"/>
              <a:gd name="connsiteY6-6202" fmla="*/ 1058331 h 2522084"/>
              <a:gd name="connsiteX7-6203" fmla="*/ 1910353 w 2450561"/>
              <a:gd name="connsiteY7-6204" fmla="*/ 1058331 h 2522084"/>
              <a:gd name="connsiteX8-6205" fmla="*/ 1872254 w 2450561"/>
              <a:gd name="connsiteY8-6206" fmla="*/ 1096430 h 2522084"/>
              <a:gd name="connsiteX9-6207" fmla="*/ 1872254 w 2450561"/>
              <a:gd name="connsiteY9-6208" fmla="*/ 2484033 h 2522084"/>
              <a:gd name="connsiteX10-6209" fmla="*/ 1834154 w 2450561"/>
              <a:gd name="connsiteY10-6210" fmla="*/ 2522084 h 2522084"/>
              <a:gd name="connsiteX11-6211" fmla="*/ 617494 w 2450561"/>
              <a:gd name="connsiteY11-6212" fmla="*/ 2522084 h 2522084"/>
              <a:gd name="connsiteX12-6213" fmla="*/ 579392 w 2450561"/>
              <a:gd name="connsiteY12-6214" fmla="*/ 2496685 h 2522084"/>
              <a:gd name="connsiteX13-6215" fmla="*/ 579392 w 2450561"/>
              <a:gd name="connsiteY13-6216" fmla="*/ 1083682 h 2522084"/>
              <a:gd name="connsiteX14-6217" fmla="*/ 553993 w 2450561"/>
              <a:gd name="connsiteY14-6218" fmla="*/ 1058332 h 2522084"/>
              <a:gd name="connsiteX15-6219" fmla="*/ 3549 w 2450561"/>
              <a:gd name="connsiteY15-6220" fmla="*/ 1058332 h 2522084"/>
              <a:gd name="connsiteX16-6221" fmla="*/ 2988 w 2450561"/>
              <a:gd name="connsiteY16-6222" fmla="*/ 1033119 h 2522084"/>
              <a:gd name="connsiteX0-6223" fmla="*/ 2988 w 2450561"/>
              <a:gd name="connsiteY0-6224" fmla="*/ 1033119 h 2522084"/>
              <a:gd name="connsiteX1-6225" fmla="*/ 14553 w 2450561"/>
              <a:gd name="connsiteY1-6226" fmla="*/ 990852 h 2522084"/>
              <a:gd name="connsiteX2-6227" fmla="*/ 1201583 w 2450561"/>
              <a:gd name="connsiteY2-6228" fmla="*/ 9117 h 2522084"/>
              <a:gd name="connsiteX3-6229" fmla="*/ 1250106 w 2450561"/>
              <a:gd name="connsiteY3-6230" fmla="*/ 9153 h 2522084"/>
              <a:gd name="connsiteX4-6231" fmla="*/ 2437136 w 2450561"/>
              <a:gd name="connsiteY4-6232" fmla="*/ 990888 h 2522084"/>
              <a:gd name="connsiteX5-6233" fmla="*/ 2448653 w 2450561"/>
              <a:gd name="connsiteY5-6234" fmla="*/ 1033131 h 2522084"/>
              <a:gd name="connsiteX6-6235" fmla="*/ 2412804 w 2450561"/>
              <a:gd name="connsiteY6-6236" fmla="*/ 1058331 h 2522084"/>
              <a:gd name="connsiteX7-6237" fmla="*/ 1910353 w 2450561"/>
              <a:gd name="connsiteY7-6238" fmla="*/ 1058331 h 2522084"/>
              <a:gd name="connsiteX8-6239" fmla="*/ 1872254 w 2450561"/>
              <a:gd name="connsiteY8-6240" fmla="*/ 1096430 h 2522084"/>
              <a:gd name="connsiteX9-6241" fmla="*/ 1872254 w 2450561"/>
              <a:gd name="connsiteY9-6242" fmla="*/ 2484033 h 2522084"/>
              <a:gd name="connsiteX10-6243" fmla="*/ 1834154 w 2450561"/>
              <a:gd name="connsiteY10-6244" fmla="*/ 2522084 h 2522084"/>
              <a:gd name="connsiteX11-6245" fmla="*/ 617494 w 2450561"/>
              <a:gd name="connsiteY11-6246" fmla="*/ 2522084 h 2522084"/>
              <a:gd name="connsiteX12-6247" fmla="*/ 579392 w 2450561"/>
              <a:gd name="connsiteY12-6248" fmla="*/ 2496685 h 2522084"/>
              <a:gd name="connsiteX13-6249" fmla="*/ 579392 w 2450561"/>
              <a:gd name="connsiteY13-6250" fmla="*/ 1083682 h 2522084"/>
              <a:gd name="connsiteX14-6251" fmla="*/ 553993 w 2450561"/>
              <a:gd name="connsiteY14-6252" fmla="*/ 1058332 h 2522084"/>
              <a:gd name="connsiteX15-6253" fmla="*/ 3549 w 2450561"/>
              <a:gd name="connsiteY15-6254" fmla="*/ 1058332 h 2522084"/>
              <a:gd name="connsiteX16-6255" fmla="*/ 2988 w 2450561"/>
              <a:gd name="connsiteY16-6256" fmla="*/ 1033119 h 2522084"/>
              <a:gd name="connsiteX0-6257" fmla="*/ 2988 w 2450561"/>
              <a:gd name="connsiteY0-6258" fmla="*/ 1033119 h 2522084"/>
              <a:gd name="connsiteX1-6259" fmla="*/ 14553 w 2450561"/>
              <a:gd name="connsiteY1-6260" fmla="*/ 990852 h 2522084"/>
              <a:gd name="connsiteX2-6261" fmla="*/ 1201583 w 2450561"/>
              <a:gd name="connsiteY2-6262" fmla="*/ 9117 h 2522084"/>
              <a:gd name="connsiteX3-6263" fmla="*/ 1250106 w 2450561"/>
              <a:gd name="connsiteY3-6264" fmla="*/ 9153 h 2522084"/>
              <a:gd name="connsiteX4-6265" fmla="*/ 2437136 w 2450561"/>
              <a:gd name="connsiteY4-6266" fmla="*/ 990888 h 2522084"/>
              <a:gd name="connsiteX5-6267" fmla="*/ 2448653 w 2450561"/>
              <a:gd name="connsiteY5-6268" fmla="*/ 1033131 h 2522084"/>
              <a:gd name="connsiteX6-6269" fmla="*/ 2412804 w 2450561"/>
              <a:gd name="connsiteY6-6270" fmla="*/ 1058331 h 2522084"/>
              <a:gd name="connsiteX7-6271" fmla="*/ 1910353 w 2450561"/>
              <a:gd name="connsiteY7-6272" fmla="*/ 1058331 h 2522084"/>
              <a:gd name="connsiteX8-6273" fmla="*/ 1872254 w 2450561"/>
              <a:gd name="connsiteY8-6274" fmla="*/ 1096430 h 2522084"/>
              <a:gd name="connsiteX9-6275" fmla="*/ 1872254 w 2450561"/>
              <a:gd name="connsiteY9-6276" fmla="*/ 2484033 h 2522084"/>
              <a:gd name="connsiteX10-6277" fmla="*/ 1834154 w 2450561"/>
              <a:gd name="connsiteY10-6278" fmla="*/ 2522084 h 2522084"/>
              <a:gd name="connsiteX11-6279" fmla="*/ 617494 w 2450561"/>
              <a:gd name="connsiteY11-6280" fmla="*/ 2522084 h 2522084"/>
              <a:gd name="connsiteX12-6281" fmla="*/ 579394 w 2450561"/>
              <a:gd name="connsiteY12-6282" fmla="*/ 2483984 h 2522084"/>
              <a:gd name="connsiteX13-6283" fmla="*/ 579392 w 2450561"/>
              <a:gd name="connsiteY13-6284" fmla="*/ 1083682 h 2522084"/>
              <a:gd name="connsiteX14-6285" fmla="*/ 553993 w 2450561"/>
              <a:gd name="connsiteY14-6286" fmla="*/ 1058332 h 2522084"/>
              <a:gd name="connsiteX15-6287" fmla="*/ 3549 w 2450561"/>
              <a:gd name="connsiteY15-6288" fmla="*/ 1058332 h 2522084"/>
              <a:gd name="connsiteX16-6289" fmla="*/ 2988 w 2450561"/>
              <a:gd name="connsiteY16-6290" fmla="*/ 1033119 h 2522084"/>
              <a:gd name="connsiteX0-6291" fmla="*/ 2988 w 2450561"/>
              <a:gd name="connsiteY0-6292" fmla="*/ 1033119 h 2522084"/>
              <a:gd name="connsiteX1-6293" fmla="*/ 14553 w 2450561"/>
              <a:gd name="connsiteY1-6294" fmla="*/ 990852 h 2522084"/>
              <a:gd name="connsiteX2-6295" fmla="*/ 1201583 w 2450561"/>
              <a:gd name="connsiteY2-6296" fmla="*/ 9117 h 2522084"/>
              <a:gd name="connsiteX3-6297" fmla="*/ 1250106 w 2450561"/>
              <a:gd name="connsiteY3-6298" fmla="*/ 9153 h 2522084"/>
              <a:gd name="connsiteX4-6299" fmla="*/ 2437136 w 2450561"/>
              <a:gd name="connsiteY4-6300" fmla="*/ 990888 h 2522084"/>
              <a:gd name="connsiteX5-6301" fmla="*/ 2448653 w 2450561"/>
              <a:gd name="connsiteY5-6302" fmla="*/ 1033131 h 2522084"/>
              <a:gd name="connsiteX6-6303" fmla="*/ 2412804 w 2450561"/>
              <a:gd name="connsiteY6-6304" fmla="*/ 1058331 h 2522084"/>
              <a:gd name="connsiteX7-6305" fmla="*/ 1910353 w 2450561"/>
              <a:gd name="connsiteY7-6306" fmla="*/ 1058331 h 2522084"/>
              <a:gd name="connsiteX8-6307" fmla="*/ 1872254 w 2450561"/>
              <a:gd name="connsiteY8-6308" fmla="*/ 1096430 h 2522084"/>
              <a:gd name="connsiteX9-6309" fmla="*/ 1872254 w 2450561"/>
              <a:gd name="connsiteY9-6310" fmla="*/ 2484033 h 2522084"/>
              <a:gd name="connsiteX10-6311" fmla="*/ 1834154 w 2450561"/>
              <a:gd name="connsiteY10-6312" fmla="*/ 2522084 h 2522084"/>
              <a:gd name="connsiteX11-6313" fmla="*/ 617494 w 2450561"/>
              <a:gd name="connsiteY11-6314" fmla="*/ 2522084 h 2522084"/>
              <a:gd name="connsiteX12-6315" fmla="*/ 579394 w 2450561"/>
              <a:gd name="connsiteY12-6316" fmla="*/ 2483984 h 2522084"/>
              <a:gd name="connsiteX13-6317" fmla="*/ 579392 w 2450561"/>
              <a:gd name="connsiteY13-6318" fmla="*/ 1083682 h 2522084"/>
              <a:gd name="connsiteX14-6319" fmla="*/ 553993 w 2450561"/>
              <a:gd name="connsiteY14-6320" fmla="*/ 1058332 h 2522084"/>
              <a:gd name="connsiteX15-6321" fmla="*/ 3549 w 2450561"/>
              <a:gd name="connsiteY15-6322" fmla="*/ 1058332 h 2522084"/>
              <a:gd name="connsiteX16-6323" fmla="*/ 2988 w 2450561"/>
              <a:gd name="connsiteY16-6324" fmla="*/ 1033119 h 2522084"/>
              <a:gd name="connsiteX0-6325" fmla="*/ 2988 w 2450561"/>
              <a:gd name="connsiteY0-6326" fmla="*/ 1033119 h 2522084"/>
              <a:gd name="connsiteX1-6327" fmla="*/ 14553 w 2450561"/>
              <a:gd name="connsiteY1-6328" fmla="*/ 990852 h 2522084"/>
              <a:gd name="connsiteX2-6329" fmla="*/ 1201583 w 2450561"/>
              <a:gd name="connsiteY2-6330" fmla="*/ 9117 h 2522084"/>
              <a:gd name="connsiteX3-6331" fmla="*/ 1250106 w 2450561"/>
              <a:gd name="connsiteY3-6332" fmla="*/ 9153 h 2522084"/>
              <a:gd name="connsiteX4-6333" fmla="*/ 2437136 w 2450561"/>
              <a:gd name="connsiteY4-6334" fmla="*/ 990888 h 2522084"/>
              <a:gd name="connsiteX5-6335" fmla="*/ 2448653 w 2450561"/>
              <a:gd name="connsiteY5-6336" fmla="*/ 1033131 h 2522084"/>
              <a:gd name="connsiteX6-6337" fmla="*/ 2412804 w 2450561"/>
              <a:gd name="connsiteY6-6338" fmla="*/ 1058331 h 2522084"/>
              <a:gd name="connsiteX7-6339" fmla="*/ 1910353 w 2450561"/>
              <a:gd name="connsiteY7-6340" fmla="*/ 1058331 h 2522084"/>
              <a:gd name="connsiteX8-6341" fmla="*/ 1872254 w 2450561"/>
              <a:gd name="connsiteY8-6342" fmla="*/ 1096430 h 2522084"/>
              <a:gd name="connsiteX9-6343" fmla="*/ 1872254 w 2450561"/>
              <a:gd name="connsiteY9-6344" fmla="*/ 2484033 h 2522084"/>
              <a:gd name="connsiteX10-6345" fmla="*/ 1834154 w 2450561"/>
              <a:gd name="connsiteY10-6346" fmla="*/ 2522084 h 2522084"/>
              <a:gd name="connsiteX11-6347" fmla="*/ 617494 w 2450561"/>
              <a:gd name="connsiteY11-6348" fmla="*/ 2522084 h 2522084"/>
              <a:gd name="connsiteX12-6349" fmla="*/ 579394 w 2450561"/>
              <a:gd name="connsiteY12-6350" fmla="*/ 2483984 h 2522084"/>
              <a:gd name="connsiteX13-6351" fmla="*/ 579392 w 2450561"/>
              <a:gd name="connsiteY13-6352" fmla="*/ 1083682 h 2522084"/>
              <a:gd name="connsiteX14-6353" fmla="*/ 553993 w 2450561"/>
              <a:gd name="connsiteY14-6354" fmla="*/ 1058332 h 2522084"/>
              <a:gd name="connsiteX15-6355" fmla="*/ 3549 w 2450561"/>
              <a:gd name="connsiteY15-6356" fmla="*/ 1058332 h 2522084"/>
              <a:gd name="connsiteX16-6357" fmla="*/ 2988 w 2450561"/>
              <a:gd name="connsiteY16-6358" fmla="*/ 1033119 h 2522084"/>
              <a:gd name="connsiteX0-6359" fmla="*/ 2988 w 2450561"/>
              <a:gd name="connsiteY0-6360" fmla="*/ 1033119 h 2522084"/>
              <a:gd name="connsiteX1-6361" fmla="*/ 14553 w 2450561"/>
              <a:gd name="connsiteY1-6362" fmla="*/ 990852 h 2522084"/>
              <a:gd name="connsiteX2-6363" fmla="*/ 1201583 w 2450561"/>
              <a:gd name="connsiteY2-6364" fmla="*/ 9117 h 2522084"/>
              <a:gd name="connsiteX3-6365" fmla="*/ 1250106 w 2450561"/>
              <a:gd name="connsiteY3-6366" fmla="*/ 9153 h 2522084"/>
              <a:gd name="connsiteX4-6367" fmla="*/ 2437136 w 2450561"/>
              <a:gd name="connsiteY4-6368" fmla="*/ 990888 h 2522084"/>
              <a:gd name="connsiteX5-6369" fmla="*/ 2448653 w 2450561"/>
              <a:gd name="connsiteY5-6370" fmla="*/ 1033131 h 2522084"/>
              <a:gd name="connsiteX6-6371" fmla="*/ 2412804 w 2450561"/>
              <a:gd name="connsiteY6-6372" fmla="*/ 1058331 h 2522084"/>
              <a:gd name="connsiteX7-6373" fmla="*/ 1910353 w 2450561"/>
              <a:gd name="connsiteY7-6374" fmla="*/ 1058331 h 2522084"/>
              <a:gd name="connsiteX8-6375" fmla="*/ 1872254 w 2450561"/>
              <a:gd name="connsiteY8-6376" fmla="*/ 1096430 h 2522084"/>
              <a:gd name="connsiteX9-6377" fmla="*/ 1872254 w 2450561"/>
              <a:gd name="connsiteY9-6378" fmla="*/ 2484033 h 2522084"/>
              <a:gd name="connsiteX10-6379" fmla="*/ 1834154 w 2450561"/>
              <a:gd name="connsiteY10-6380" fmla="*/ 2522084 h 2522084"/>
              <a:gd name="connsiteX11-6381" fmla="*/ 617494 w 2450561"/>
              <a:gd name="connsiteY11-6382" fmla="*/ 2522084 h 2522084"/>
              <a:gd name="connsiteX12-6383" fmla="*/ 579394 w 2450561"/>
              <a:gd name="connsiteY12-6384" fmla="*/ 2483984 h 2522084"/>
              <a:gd name="connsiteX13-6385" fmla="*/ 579394 w 2450561"/>
              <a:gd name="connsiteY13-6386" fmla="*/ 1096381 h 2522084"/>
              <a:gd name="connsiteX14-6387" fmla="*/ 553993 w 2450561"/>
              <a:gd name="connsiteY14-6388" fmla="*/ 1058332 h 2522084"/>
              <a:gd name="connsiteX15-6389" fmla="*/ 3549 w 2450561"/>
              <a:gd name="connsiteY15-6390" fmla="*/ 1058332 h 2522084"/>
              <a:gd name="connsiteX16-6391" fmla="*/ 2988 w 2450561"/>
              <a:gd name="connsiteY16-6392" fmla="*/ 1033119 h 2522084"/>
              <a:gd name="connsiteX0-6393" fmla="*/ 2988 w 2450561"/>
              <a:gd name="connsiteY0-6394" fmla="*/ 1033119 h 2522084"/>
              <a:gd name="connsiteX1-6395" fmla="*/ 14553 w 2450561"/>
              <a:gd name="connsiteY1-6396" fmla="*/ 990852 h 2522084"/>
              <a:gd name="connsiteX2-6397" fmla="*/ 1201583 w 2450561"/>
              <a:gd name="connsiteY2-6398" fmla="*/ 9117 h 2522084"/>
              <a:gd name="connsiteX3-6399" fmla="*/ 1250106 w 2450561"/>
              <a:gd name="connsiteY3-6400" fmla="*/ 9153 h 2522084"/>
              <a:gd name="connsiteX4-6401" fmla="*/ 2437136 w 2450561"/>
              <a:gd name="connsiteY4-6402" fmla="*/ 990888 h 2522084"/>
              <a:gd name="connsiteX5-6403" fmla="*/ 2448653 w 2450561"/>
              <a:gd name="connsiteY5-6404" fmla="*/ 1033131 h 2522084"/>
              <a:gd name="connsiteX6-6405" fmla="*/ 2412804 w 2450561"/>
              <a:gd name="connsiteY6-6406" fmla="*/ 1058331 h 2522084"/>
              <a:gd name="connsiteX7-6407" fmla="*/ 1910353 w 2450561"/>
              <a:gd name="connsiteY7-6408" fmla="*/ 1058331 h 2522084"/>
              <a:gd name="connsiteX8-6409" fmla="*/ 1872254 w 2450561"/>
              <a:gd name="connsiteY8-6410" fmla="*/ 1096430 h 2522084"/>
              <a:gd name="connsiteX9-6411" fmla="*/ 1872254 w 2450561"/>
              <a:gd name="connsiteY9-6412" fmla="*/ 2484033 h 2522084"/>
              <a:gd name="connsiteX10-6413" fmla="*/ 1834154 w 2450561"/>
              <a:gd name="connsiteY10-6414" fmla="*/ 2522084 h 2522084"/>
              <a:gd name="connsiteX11-6415" fmla="*/ 617494 w 2450561"/>
              <a:gd name="connsiteY11-6416" fmla="*/ 2522084 h 2522084"/>
              <a:gd name="connsiteX12-6417" fmla="*/ 579394 w 2450561"/>
              <a:gd name="connsiteY12-6418" fmla="*/ 2483984 h 2522084"/>
              <a:gd name="connsiteX13-6419" fmla="*/ 579394 w 2450561"/>
              <a:gd name="connsiteY13-6420" fmla="*/ 1096381 h 2522084"/>
              <a:gd name="connsiteX14-6421" fmla="*/ 553993 w 2450561"/>
              <a:gd name="connsiteY14-6422" fmla="*/ 1058332 h 2522084"/>
              <a:gd name="connsiteX15-6423" fmla="*/ 3549 w 2450561"/>
              <a:gd name="connsiteY15-6424" fmla="*/ 1058332 h 2522084"/>
              <a:gd name="connsiteX16-6425" fmla="*/ 2988 w 2450561"/>
              <a:gd name="connsiteY16-6426" fmla="*/ 1033119 h 2522084"/>
              <a:gd name="connsiteX0-6427" fmla="*/ 2988 w 2450561"/>
              <a:gd name="connsiteY0-6428" fmla="*/ 1033119 h 2522084"/>
              <a:gd name="connsiteX1-6429" fmla="*/ 14553 w 2450561"/>
              <a:gd name="connsiteY1-6430" fmla="*/ 990852 h 2522084"/>
              <a:gd name="connsiteX2-6431" fmla="*/ 1201583 w 2450561"/>
              <a:gd name="connsiteY2-6432" fmla="*/ 9117 h 2522084"/>
              <a:gd name="connsiteX3-6433" fmla="*/ 1250106 w 2450561"/>
              <a:gd name="connsiteY3-6434" fmla="*/ 9153 h 2522084"/>
              <a:gd name="connsiteX4-6435" fmla="*/ 2437136 w 2450561"/>
              <a:gd name="connsiteY4-6436" fmla="*/ 990888 h 2522084"/>
              <a:gd name="connsiteX5-6437" fmla="*/ 2448653 w 2450561"/>
              <a:gd name="connsiteY5-6438" fmla="*/ 1033131 h 2522084"/>
              <a:gd name="connsiteX6-6439" fmla="*/ 2412804 w 2450561"/>
              <a:gd name="connsiteY6-6440" fmla="*/ 1058331 h 2522084"/>
              <a:gd name="connsiteX7-6441" fmla="*/ 1910353 w 2450561"/>
              <a:gd name="connsiteY7-6442" fmla="*/ 1058331 h 2522084"/>
              <a:gd name="connsiteX8-6443" fmla="*/ 1872254 w 2450561"/>
              <a:gd name="connsiteY8-6444" fmla="*/ 1096430 h 2522084"/>
              <a:gd name="connsiteX9-6445" fmla="*/ 1872254 w 2450561"/>
              <a:gd name="connsiteY9-6446" fmla="*/ 2484033 h 2522084"/>
              <a:gd name="connsiteX10-6447" fmla="*/ 1834154 w 2450561"/>
              <a:gd name="connsiteY10-6448" fmla="*/ 2522084 h 2522084"/>
              <a:gd name="connsiteX11-6449" fmla="*/ 617494 w 2450561"/>
              <a:gd name="connsiteY11-6450" fmla="*/ 2522084 h 2522084"/>
              <a:gd name="connsiteX12-6451" fmla="*/ 579394 w 2450561"/>
              <a:gd name="connsiteY12-6452" fmla="*/ 2483984 h 2522084"/>
              <a:gd name="connsiteX13-6453" fmla="*/ 579394 w 2450561"/>
              <a:gd name="connsiteY13-6454" fmla="*/ 1096381 h 2522084"/>
              <a:gd name="connsiteX14-6455" fmla="*/ 553993 w 2450561"/>
              <a:gd name="connsiteY14-6456" fmla="*/ 1058332 h 2522084"/>
              <a:gd name="connsiteX15-6457" fmla="*/ 3549 w 2450561"/>
              <a:gd name="connsiteY15-6458" fmla="*/ 1058332 h 2522084"/>
              <a:gd name="connsiteX16-6459" fmla="*/ 2988 w 2450561"/>
              <a:gd name="connsiteY16-6460" fmla="*/ 1033119 h 2522084"/>
              <a:gd name="connsiteX0-6461" fmla="*/ 2988 w 2450561"/>
              <a:gd name="connsiteY0-6462" fmla="*/ 1033119 h 2522084"/>
              <a:gd name="connsiteX1-6463" fmla="*/ 14553 w 2450561"/>
              <a:gd name="connsiteY1-6464" fmla="*/ 990852 h 2522084"/>
              <a:gd name="connsiteX2-6465" fmla="*/ 1201583 w 2450561"/>
              <a:gd name="connsiteY2-6466" fmla="*/ 9117 h 2522084"/>
              <a:gd name="connsiteX3-6467" fmla="*/ 1250106 w 2450561"/>
              <a:gd name="connsiteY3-6468" fmla="*/ 9153 h 2522084"/>
              <a:gd name="connsiteX4-6469" fmla="*/ 2437136 w 2450561"/>
              <a:gd name="connsiteY4-6470" fmla="*/ 990888 h 2522084"/>
              <a:gd name="connsiteX5-6471" fmla="*/ 2448653 w 2450561"/>
              <a:gd name="connsiteY5-6472" fmla="*/ 1033131 h 2522084"/>
              <a:gd name="connsiteX6-6473" fmla="*/ 2412804 w 2450561"/>
              <a:gd name="connsiteY6-6474" fmla="*/ 1058331 h 2522084"/>
              <a:gd name="connsiteX7-6475" fmla="*/ 1910353 w 2450561"/>
              <a:gd name="connsiteY7-6476" fmla="*/ 1058331 h 2522084"/>
              <a:gd name="connsiteX8-6477" fmla="*/ 1872254 w 2450561"/>
              <a:gd name="connsiteY8-6478" fmla="*/ 1096430 h 2522084"/>
              <a:gd name="connsiteX9-6479" fmla="*/ 1872254 w 2450561"/>
              <a:gd name="connsiteY9-6480" fmla="*/ 2484033 h 2522084"/>
              <a:gd name="connsiteX10-6481" fmla="*/ 1834154 w 2450561"/>
              <a:gd name="connsiteY10-6482" fmla="*/ 2522084 h 2522084"/>
              <a:gd name="connsiteX11-6483" fmla="*/ 617494 w 2450561"/>
              <a:gd name="connsiteY11-6484" fmla="*/ 2522084 h 2522084"/>
              <a:gd name="connsiteX12-6485" fmla="*/ 579394 w 2450561"/>
              <a:gd name="connsiteY12-6486" fmla="*/ 2483984 h 2522084"/>
              <a:gd name="connsiteX13-6487" fmla="*/ 579394 w 2450561"/>
              <a:gd name="connsiteY13-6488" fmla="*/ 1096381 h 2522084"/>
              <a:gd name="connsiteX14-6489" fmla="*/ 541295 w 2450561"/>
              <a:gd name="connsiteY14-6490" fmla="*/ 1058331 h 2522084"/>
              <a:gd name="connsiteX15-6491" fmla="*/ 3549 w 2450561"/>
              <a:gd name="connsiteY15-6492" fmla="*/ 1058332 h 2522084"/>
              <a:gd name="connsiteX16-6493" fmla="*/ 2988 w 2450561"/>
              <a:gd name="connsiteY16-6494" fmla="*/ 1033119 h 2522084"/>
              <a:gd name="connsiteX0-6495" fmla="*/ 2988 w 2450561"/>
              <a:gd name="connsiteY0-6496" fmla="*/ 1033119 h 2522084"/>
              <a:gd name="connsiteX1-6497" fmla="*/ 14553 w 2450561"/>
              <a:gd name="connsiteY1-6498" fmla="*/ 990852 h 2522084"/>
              <a:gd name="connsiteX2-6499" fmla="*/ 1201583 w 2450561"/>
              <a:gd name="connsiteY2-6500" fmla="*/ 9117 h 2522084"/>
              <a:gd name="connsiteX3-6501" fmla="*/ 1250106 w 2450561"/>
              <a:gd name="connsiteY3-6502" fmla="*/ 9153 h 2522084"/>
              <a:gd name="connsiteX4-6503" fmla="*/ 2437136 w 2450561"/>
              <a:gd name="connsiteY4-6504" fmla="*/ 990888 h 2522084"/>
              <a:gd name="connsiteX5-6505" fmla="*/ 2448653 w 2450561"/>
              <a:gd name="connsiteY5-6506" fmla="*/ 1033131 h 2522084"/>
              <a:gd name="connsiteX6-6507" fmla="*/ 2412804 w 2450561"/>
              <a:gd name="connsiteY6-6508" fmla="*/ 1058331 h 2522084"/>
              <a:gd name="connsiteX7-6509" fmla="*/ 1910353 w 2450561"/>
              <a:gd name="connsiteY7-6510" fmla="*/ 1058331 h 2522084"/>
              <a:gd name="connsiteX8-6511" fmla="*/ 1872254 w 2450561"/>
              <a:gd name="connsiteY8-6512" fmla="*/ 1096430 h 2522084"/>
              <a:gd name="connsiteX9-6513" fmla="*/ 1872254 w 2450561"/>
              <a:gd name="connsiteY9-6514" fmla="*/ 2484033 h 2522084"/>
              <a:gd name="connsiteX10-6515" fmla="*/ 1834154 w 2450561"/>
              <a:gd name="connsiteY10-6516" fmla="*/ 2522084 h 2522084"/>
              <a:gd name="connsiteX11-6517" fmla="*/ 617494 w 2450561"/>
              <a:gd name="connsiteY11-6518" fmla="*/ 2522084 h 2522084"/>
              <a:gd name="connsiteX12-6519" fmla="*/ 579394 w 2450561"/>
              <a:gd name="connsiteY12-6520" fmla="*/ 2483984 h 2522084"/>
              <a:gd name="connsiteX13-6521" fmla="*/ 579394 w 2450561"/>
              <a:gd name="connsiteY13-6522" fmla="*/ 1096381 h 2522084"/>
              <a:gd name="connsiteX14-6523" fmla="*/ 541295 w 2450561"/>
              <a:gd name="connsiteY14-6524" fmla="*/ 1058331 h 2522084"/>
              <a:gd name="connsiteX15-6525" fmla="*/ 3549 w 2450561"/>
              <a:gd name="connsiteY15-6526" fmla="*/ 1058332 h 2522084"/>
              <a:gd name="connsiteX16-6527" fmla="*/ 2988 w 2450561"/>
              <a:gd name="connsiteY16-6528" fmla="*/ 1033119 h 2522084"/>
              <a:gd name="connsiteX0-6529" fmla="*/ 2988 w 2450561"/>
              <a:gd name="connsiteY0-6530" fmla="*/ 1033119 h 2522084"/>
              <a:gd name="connsiteX1-6531" fmla="*/ 14553 w 2450561"/>
              <a:gd name="connsiteY1-6532" fmla="*/ 990852 h 2522084"/>
              <a:gd name="connsiteX2-6533" fmla="*/ 1201583 w 2450561"/>
              <a:gd name="connsiteY2-6534" fmla="*/ 9117 h 2522084"/>
              <a:gd name="connsiteX3-6535" fmla="*/ 1250106 w 2450561"/>
              <a:gd name="connsiteY3-6536" fmla="*/ 9153 h 2522084"/>
              <a:gd name="connsiteX4-6537" fmla="*/ 2437136 w 2450561"/>
              <a:gd name="connsiteY4-6538" fmla="*/ 990888 h 2522084"/>
              <a:gd name="connsiteX5-6539" fmla="*/ 2448653 w 2450561"/>
              <a:gd name="connsiteY5-6540" fmla="*/ 1033131 h 2522084"/>
              <a:gd name="connsiteX6-6541" fmla="*/ 2412804 w 2450561"/>
              <a:gd name="connsiteY6-6542" fmla="*/ 1058331 h 2522084"/>
              <a:gd name="connsiteX7-6543" fmla="*/ 1910353 w 2450561"/>
              <a:gd name="connsiteY7-6544" fmla="*/ 1058331 h 2522084"/>
              <a:gd name="connsiteX8-6545" fmla="*/ 1872254 w 2450561"/>
              <a:gd name="connsiteY8-6546" fmla="*/ 1096430 h 2522084"/>
              <a:gd name="connsiteX9-6547" fmla="*/ 1872254 w 2450561"/>
              <a:gd name="connsiteY9-6548" fmla="*/ 2484033 h 2522084"/>
              <a:gd name="connsiteX10-6549" fmla="*/ 1834154 w 2450561"/>
              <a:gd name="connsiteY10-6550" fmla="*/ 2522084 h 2522084"/>
              <a:gd name="connsiteX11-6551" fmla="*/ 617494 w 2450561"/>
              <a:gd name="connsiteY11-6552" fmla="*/ 2522084 h 2522084"/>
              <a:gd name="connsiteX12-6553" fmla="*/ 579394 w 2450561"/>
              <a:gd name="connsiteY12-6554" fmla="*/ 2483984 h 2522084"/>
              <a:gd name="connsiteX13-6555" fmla="*/ 579394 w 2450561"/>
              <a:gd name="connsiteY13-6556" fmla="*/ 1096381 h 2522084"/>
              <a:gd name="connsiteX14-6557" fmla="*/ 541295 w 2450561"/>
              <a:gd name="connsiteY14-6558" fmla="*/ 1058331 h 2522084"/>
              <a:gd name="connsiteX15-6559" fmla="*/ 3549 w 2450561"/>
              <a:gd name="connsiteY15-6560" fmla="*/ 1058332 h 2522084"/>
              <a:gd name="connsiteX16-6561" fmla="*/ 2988 w 2450561"/>
              <a:gd name="connsiteY16-6562" fmla="*/ 1033119 h 2522084"/>
              <a:gd name="connsiteX0-6563" fmla="*/ 1903 w 2449476"/>
              <a:gd name="connsiteY0-6564" fmla="*/ 1033119 h 2522084"/>
              <a:gd name="connsiteX1-6565" fmla="*/ 13468 w 2449476"/>
              <a:gd name="connsiteY1-6566" fmla="*/ 990852 h 2522084"/>
              <a:gd name="connsiteX2-6567" fmla="*/ 1200498 w 2449476"/>
              <a:gd name="connsiteY2-6568" fmla="*/ 9117 h 2522084"/>
              <a:gd name="connsiteX3-6569" fmla="*/ 1249021 w 2449476"/>
              <a:gd name="connsiteY3-6570" fmla="*/ 9153 h 2522084"/>
              <a:gd name="connsiteX4-6571" fmla="*/ 2436051 w 2449476"/>
              <a:gd name="connsiteY4-6572" fmla="*/ 990888 h 2522084"/>
              <a:gd name="connsiteX5-6573" fmla="*/ 2447568 w 2449476"/>
              <a:gd name="connsiteY5-6574" fmla="*/ 1033131 h 2522084"/>
              <a:gd name="connsiteX6-6575" fmla="*/ 2411719 w 2449476"/>
              <a:gd name="connsiteY6-6576" fmla="*/ 1058331 h 2522084"/>
              <a:gd name="connsiteX7-6577" fmla="*/ 1909268 w 2449476"/>
              <a:gd name="connsiteY7-6578" fmla="*/ 1058331 h 2522084"/>
              <a:gd name="connsiteX8-6579" fmla="*/ 1871169 w 2449476"/>
              <a:gd name="connsiteY8-6580" fmla="*/ 1096430 h 2522084"/>
              <a:gd name="connsiteX9-6581" fmla="*/ 1871169 w 2449476"/>
              <a:gd name="connsiteY9-6582" fmla="*/ 2484033 h 2522084"/>
              <a:gd name="connsiteX10-6583" fmla="*/ 1833069 w 2449476"/>
              <a:gd name="connsiteY10-6584" fmla="*/ 2522084 h 2522084"/>
              <a:gd name="connsiteX11-6585" fmla="*/ 616409 w 2449476"/>
              <a:gd name="connsiteY11-6586" fmla="*/ 2522084 h 2522084"/>
              <a:gd name="connsiteX12-6587" fmla="*/ 578309 w 2449476"/>
              <a:gd name="connsiteY12-6588" fmla="*/ 2483984 h 2522084"/>
              <a:gd name="connsiteX13-6589" fmla="*/ 578309 w 2449476"/>
              <a:gd name="connsiteY13-6590" fmla="*/ 1096381 h 2522084"/>
              <a:gd name="connsiteX14-6591" fmla="*/ 540210 w 2449476"/>
              <a:gd name="connsiteY14-6592" fmla="*/ 1058331 h 2522084"/>
              <a:gd name="connsiteX15-6593" fmla="*/ 37759 w 2449476"/>
              <a:gd name="connsiteY15-6594" fmla="*/ 1058331 h 2522084"/>
              <a:gd name="connsiteX16-6595" fmla="*/ 1903 w 2449476"/>
              <a:gd name="connsiteY16-6596" fmla="*/ 1033119 h 2522084"/>
              <a:gd name="connsiteX0-6597" fmla="*/ 1903 w 2449476"/>
              <a:gd name="connsiteY0-6598" fmla="*/ 1033119 h 2522084"/>
              <a:gd name="connsiteX1-6599" fmla="*/ 13468 w 2449476"/>
              <a:gd name="connsiteY1-6600" fmla="*/ 990852 h 2522084"/>
              <a:gd name="connsiteX2-6601" fmla="*/ 1200498 w 2449476"/>
              <a:gd name="connsiteY2-6602" fmla="*/ 9117 h 2522084"/>
              <a:gd name="connsiteX3-6603" fmla="*/ 1249021 w 2449476"/>
              <a:gd name="connsiteY3-6604" fmla="*/ 9153 h 2522084"/>
              <a:gd name="connsiteX4-6605" fmla="*/ 2436051 w 2449476"/>
              <a:gd name="connsiteY4-6606" fmla="*/ 990888 h 2522084"/>
              <a:gd name="connsiteX5-6607" fmla="*/ 2447568 w 2449476"/>
              <a:gd name="connsiteY5-6608" fmla="*/ 1033131 h 2522084"/>
              <a:gd name="connsiteX6-6609" fmla="*/ 2411719 w 2449476"/>
              <a:gd name="connsiteY6-6610" fmla="*/ 1058331 h 2522084"/>
              <a:gd name="connsiteX7-6611" fmla="*/ 1909268 w 2449476"/>
              <a:gd name="connsiteY7-6612" fmla="*/ 1058331 h 2522084"/>
              <a:gd name="connsiteX8-6613" fmla="*/ 1871169 w 2449476"/>
              <a:gd name="connsiteY8-6614" fmla="*/ 1096430 h 2522084"/>
              <a:gd name="connsiteX9-6615" fmla="*/ 1871169 w 2449476"/>
              <a:gd name="connsiteY9-6616" fmla="*/ 2484033 h 2522084"/>
              <a:gd name="connsiteX10-6617" fmla="*/ 1833069 w 2449476"/>
              <a:gd name="connsiteY10-6618" fmla="*/ 2522084 h 2522084"/>
              <a:gd name="connsiteX11-6619" fmla="*/ 616409 w 2449476"/>
              <a:gd name="connsiteY11-6620" fmla="*/ 2522084 h 2522084"/>
              <a:gd name="connsiteX12-6621" fmla="*/ 578309 w 2449476"/>
              <a:gd name="connsiteY12-6622" fmla="*/ 2483984 h 2522084"/>
              <a:gd name="connsiteX13-6623" fmla="*/ 578309 w 2449476"/>
              <a:gd name="connsiteY13-6624" fmla="*/ 1096381 h 2522084"/>
              <a:gd name="connsiteX14-6625" fmla="*/ 540210 w 2449476"/>
              <a:gd name="connsiteY14-6626" fmla="*/ 1058331 h 2522084"/>
              <a:gd name="connsiteX15-6627" fmla="*/ 37759 w 2449476"/>
              <a:gd name="connsiteY15-6628" fmla="*/ 1058331 h 2522084"/>
              <a:gd name="connsiteX16-6629" fmla="*/ 1903 w 2449476"/>
              <a:gd name="connsiteY16-6630" fmla="*/ 1033119 h 25220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</a:cxnLst>
            <a:rect l="l" t="t" r="r" b="b"/>
            <a:pathLst>
              <a:path w="2449476" h="2522084">
                <a:moveTo>
                  <a:pt x="1903" y="1033119"/>
                </a:moveTo>
                <a:cubicBezTo>
                  <a:pt x="-3095" y="1019238"/>
                  <a:pt x="2100" y="1000255"/>
                  <a:pt x="13468" y="990852"/>
                </a:cubicBezTo>
                <a:cubicBezTo>
                  <a:pt x="13468" y="990852"/>
                  <a:pt x="1200498" y="9117"/>
                  <a:pt x="1200498" y="9117"/>
                </a:cubicBezTo>
                <a:cubicBezTo>
                  <a:pt x="1215226" y="-3063"/>
                  <a:pt x="1234293" y="-3026"/>
                  <a:pt x="1249021" y="9153"/>
                </a:cubicBezTo>
                <a:cubicBezTo>
                  <a:pt x="1249021" y="9153"/>
                  <a:pt x="2436051" y="990888"/>
                  <a:pt x="2436051" y="990888"/>
                </a:cubicBezTo>
                <a:cubicBezTo>
                  <a:pt x="2447419" y="1000290"/>
                  <a:pt x="2452562" y="1019249"/>
                  <a:pt x="2447568" y="1033131"/>
                </a:cubicBezTo>
                <a:cubicBezTo>
                  <a:pt x="2442572" y="1047013"/>
                  <a:pt x="2426472" y="1058331"/>
                  <a:pt x="2411719" y="1058331"/>
                </a:cubicBezTo>
                <a:cubicBezTo>
                  <a:pt x="2411719" y="1058331"/>
                  <a:pt x="1909268" y="1058331"/>
                  <a:pt x="1909268" y="1058331"/>
                </a:cubicBezTo>
                <a:cubicBezTo>
                  <a:pt x="1886950" y="1058331"/>
                  <a:pt x="1871169" y="1074112"/>
                  <a:pt x="1871169" y="1096430"/>
                </a:cubicBezTo>
                <a:cubicBezTo>
                  <a:pt x="1871169" y="1096430"/>
                  <a:pt x="1871169" y="2484033"/>
                  <a:pt x="1871169" y="2484033"/>
                </a:cubicBezTo>
                <a:cubicBezTo>
                  <a:pt x="1871169" y="2506352"/>
                  <a:pt x="1855388" y="2522084"/>
                  <a:pt x="1833069" y="2522084"/>
                </a:cubicBezTo>
                <a:cubicBezTo>
                  <a:pt x="1833069" y="2522084"/>
                  <a:pt x="616409" y="2522084"/>
                  <a:pt x="616409" y="2522084"/>
                </a:cubicBezTo>
                <a:cubicBezTo>
                  <a:pt x="594090" y="2522084"/>
                  <a:pt x="578309" y="2506303"/>
                  <a:pt x="578309" y="2483984"/>
                </a:cubicBezTo>
                <a:cubicBezTo>
                  <a:pt x="578309" y="2483984"/>
                  <a:pt x="578309" y="1096381"/>
                  <a:pt x="578309" y="1096381"/>
                </a:cubicBezTo>
                <a:cubicBezTo>
                  <a:pt x="578309" y="1074063"/>
                  <a:pt x="562528" y="1058331"/>
                  <a:pt x="540210" y="1058331"/>
                </a:cubicBezTo>
                <a:cubicBezTo>
                  <a:pt x="540210" y="1058331"/>
                  <a:pt x="37759" y="1058331"/>
                  <a:pt x="37759" y="1058331"/>
                </a:cubicBezTo>
                <a:cubicBezTo>
                  <a:pt x="23005" y="1058331"/>
                  <a:pt x="6901" y="1046999"/>
                  <a:pt x="1903" y="1033119"/>
                </a:cubicBezTo>
                <a:close/>
              </a:path>
            </a:pathLst>
          </a:custGeom>
          <a:gradFill>
            <a:gsLst>
              <a:gs pos="7000">
                <a:schemeClr val="accent1"/>
              </a:gs>
              <a:gs pos="100000">
                <a:schemeClr val="accent1">
                  <a:alpha val="6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684395" y="4410710"/>
            <a:ext cx="163639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tesseract</a:t>
            </a:r>
            <a:endParaRPr lang="en-US" altLang="zh-CN" sz="2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5785" y="2202180"/>
            <a:ext cx="3423285" cy="133096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600">
                <a:hlinkClick r:id="rId6"/>
              </a:rPr>
              <a:t>Tesseract OCR</a:t>
            </a:r>
            <a:r>
              <a:rPr lang="zh-CN" altLang="en-US" sz="1600">
                <a:hlinkClick r:id="rId6"/>
              </a:rPr>
              <a:t>下载安装保姆级教程（附官网安装包，非常详细） </a:t>
            </a:r>
            <a:r>
              <a:rPr lang="en-US" altLang="zh-CN" sz="1600">
                <a:hlinkClick r:id="rId6"/>
              </a:rPr>
              <a:t>- </a:t>
            </a:r>
            <a:r>
              <a:rPr lang="zh-CN" altLang="en-US" sz="1600">
                <a:hlinkClick r:id="rId6"/>
              </a:rPr>
              <a:t>分享博主 </a:t>
            </a:r>
            <a:r>
              <a:rPr lang="en-US" altLang="zh-CN" sz="1600">
                <a:hlinkClick r:id="rId6"/>
              </a:rPr>
              <a:t>- </a:t>
            </a:r>
            <a:r>
              <a:rPr lang="zh-CN" altLang="en-US" sz="1600">
                <a:hlinkClick r:id="rId6"/>
              </a:rPr>
              <a:t>博客园</a:t>
            </a:r>
            <a:endParaRPr lang="zh-CN" altLang="en-US" sz="1600">
              <a:hlinkClick r:id="rId6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785" y="3287395"/>
            <a:ext cx="4257675" cy="4286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380" y="3831590"/>
            <a:ext cx="3258820" cy="25374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989070" y="5828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安装时必须勾选</a:t>
            </a:r>
            <a:r>
              <a:rPr lang="en-US" altLang="zh-CN"/>
              <a:t>“</a:t>
            </a:r>
            <a:r>
              <a:rPr lang="zh-CN" altLang="en-US"/>
              <a:t>中文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013450" y="2848610"/>
            <a:ext cx="1838325" cy="438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realesrgan</a:t>
            </a:r>
            <a:endParaRPr lang="en-US" altLang="zh-CN" sz="2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0860" y="365125"/>
            <a:ext cx="3409950" cy="256222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1775" y="2848610"/>
            <a:ext cx="4238625" cy="74295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3070" y="3716020"/>
            <a:ext cx="3119120" cy="298894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5756275" y="1050290"/>
            <a:ext cx="2489200" cy="1102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解压后必须放在</a:t>
            </a:r>
            <a:br>
              <a:rPr lang="zh-CN" altLang="en-US"/>
            </a:br>
            <a:r>
              <a:rPr lang="en-US" altLang="zh-CN"/>
              <a:t>realesrgan-ncnn-vulkan</a:t>
            </a:r>
            <a:r>
              <a:rPr lang="zh-CN" altLang="en-US"/>
              <a:t>中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>
            <p:custDataLst>
              <p:tags r:id="rId1"/>
            </p:custDataLst>
          </p:nvPr>
        </p:nvCxnSpPr>
        <p:spPr>
          <a:xfrm flipH="1">
            <a:off x="10146665" y="5822950"/>
            <a:ext cx="728345" cy="0"/>
          </a:xfrm>
          <a:prstGeom prst="line">
            <a:avLst/>
          </a:prstGeom>
          <a:ln w="25400" cap="rnd" cmpd="sng">
            <a:solidFill>
              <a:schemeClr val="accent1">
                <a:alpha val="75000"/>
              </a:schemeClr>
            </a:solidFill>
            <a:prstDash val="sysDash"/>
            <a:round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 flipH="1" flipV="1">
            <a:off x="1205230" y="1694180"/>
            <a:ext cx="8881110" cy="4128770"/>
          </a:xfrm>
          <a:custGeom>
            <a:avLst/>
            <a:gdLst>
              <a:gd name="connisteX0" fmla="*/ 0 w 5389880"/>
              <a:gd name="connsiteY0" fmla="*/ 0 h 2423795"/>
              <a:gd name="connisteX1" fmla="*/ 5389880 w 5389880"/>
              <a:gd name="connsiteY1" fmla="*/ 0 h 2423795"/>
              <a:gd name="connisteX2" fmla="*/ 5389880 w 5389880"/>
              <a:gd name="connsiteY2" fmla="*/ 2423795 h 24237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389880" h="2423795">
                <a:moveTo>
                  <a:pt x="0" y="0"/>
                </a:moveTo>
                <a:lnTo>
                  <a:pt x="5389880" y="0"/>
                </a:lnTo>
                <a:lnTo>
                  <a:pt x="5389880" y="2423795"/>
                </a:lnTo>
              </a:path>
            </a:pathLst>
          </a:custGeom>
          <a:noFill/>
          <a:ln w="25400" cap="rnd">
            <a:gradFill>
              <a:gsLst>
                <a:gs pos="100000">
                  <a:schemeClr val="accent1">
                    <a:alpha val="35000"/>
                  </a:schemeClr>
                </a:gs>
                <a:gs pos="0">
                  <a:schemeClr val="accent1">
                    <a:alpha val="75000"/>
                  </a:schemeClr>
                </a:gs>
              </a:gsLst>
              <a:lin ang="2700000" scaled="1"/>
            </a:gra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2" name="任意多边形 81"/>
          <p:cNvSpPr/>
          <p:nvPr>
            <p:custDataLst>
              <p:tags r:id="rId3"/>
            </p:custDataLst>
          </p:nvPr>
        </p:nvSpPr>
        <p:spPr>
          <a:xfrm>
            <a:off x="2146935" y="1122045"/>
            <a:ext cx="8840470" cy="4121785"/>
          </a:xfrm>
          <a:custGeom>
            <a:avLst/>
            <a:gdLst>
              <a:gd name="connisteX0" fmla="*/ 0 w 5389880"/>
              <a:gd name="connsiteY0" fmla="*/ 0 h 2423795"/>
              <a:gd name="connisteX1" fmla="*/ 5389880 w 5389880"/>
              <a:gd name="connsiteY1" fmla="*/ 0 h 2423795"/>
              <a:gd name="connisteX2" fmla="*/ 5389880 w 5389880"/>
              <a:gd name="connsiteY2" fmla="*/ 2423795 h 242379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389880" h="2423795">
                <a:moveTo>
                  <a:pt x="0" y="0"/>
                </a:moveTo>
                <a:lnTo>
                  <a:pt x="5389880" y="0"/>
                </a:lnTo>
                <a:lnTo>
                  <a:pt x="5389880" y="2423795"/>
                </a:lnTo>
              </a:path>
            </a:pathLst>
          </a:custGeom>
          <a:noFill/>
          <a:ln w="25400" cap="rnd">
            <a:gradFill>
              <a:gsLst>
                <a:gs pos="100000">
                  <a:schemeClr val="accent1">
                    <a:alpha val="35000"/>
                  </a:schemeClr>
                </a:gs>
                <a:gs pos="0">
                  <a:schemeClr val="accent1">
                    <a:alpha val="75000"/>
                  </a:schemeClr>
                </a:gs>
              </a:gsLst>
              <a:lin ang="2700000" scaled="1"/>
            </a:gra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>
            <p:custDataLst>
              <p:tags r:id="rId4"/>
            </p:custDataLst>
          </p:nvPr>
        </p:nvCxnSpPr>
        <p:spPr>
          <a:xfrm flipH="1">
            <a:off x="1347470" y="1122045"/>
            <a:ext cx="728345" cy="0"/>
          </a:xfrm>
          <a:prstGeom prst="line">
            <a:avLst/>
          </a:prstGeom>
          <a:ln w="25400" cap="rnd" cmpd="sng">
            <a:solidFill>
              <a:schemeClr val="accent1">
                <a:alpha val="75000"/>
              </a:schemeClr>
            </a:solidFill>
            <a:prstDash val="sysDash"/>
            <a:round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 21"/>
          <p:cNvSpPr/>
          <p:nvPr>
            <p:custDataLst>
              <p:tags r:id="rId5"/>
            </p:custDataLst>
          </p:nvPr>
        </p:nvSpPr>
        <p:spPr>
          <a:xfrm>
            <a:off x="-635" y="5812790"/>
            <a:ext cx="1012825" cy="10452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95" h="1646">
                <a:moveTo>
                  <a:pt x="60" y="0"/>
                </a:moveTo>
                <a:cubicBezTo>
                  <a:pt x="908" y="0"/>
                  <a:pt x="1595" y="687"/>
                  <a:pt x="1595" y="1536"/>
                </a:cubicBezTo>
                <a:cubicBezTo>
                  <a:pt x="1595" y="1562"/>
                  <a:pt x="1594" y="1588"/>
                  <a:pt x="1593" y="1615"/>
                </a:cubicBezTo>
                <a:lnTo>
                  <a:pt x="1591" y="1646"/>
                </a:lnTo>
                <a:lnTo>
                  <a:pt x="0" y="1646"/>
                </a:lnTo>
                <a:lnTo>
                  <a:pt x="0" y="1"/>
                </a:lnTo>
                <a:lnTo>
                  <a:pt x="20" y="1"/>
                </a:lnTo>
                <a:cubicBezTo>
                  <a:pt x="33" y="0"/>
                  <a:pt x="46" y="0"/>
                  <a:pt x="6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任意多边形 23"/>
          <p:cNvSpPr/>
          <p:nvPr>
            <p:custDataLst>
              <p:tags r:id="rId6"/>
            </p:custDataLst>
          </p:nvPr>
        </p:nvSpPr>
        <p:spPr>
          <a:xfrm flipH="1" flipV="1">
            <a:off x="11179175" y="0"/>
            <a:ext cx="1012825" cy="104521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595" h="1646">
                <a:moveTo>
                  <a:pt x="60" y="0"/>
                </a:moveTo>
                <a:cubicBezTo>
                  <a:pt x="908" y="0"/>
                  <a:pt x="1595" y="687"/>
                  <a:pt x="1595" y="1536"/>
                </a:cubicBezTo>
                <a:cubicBezTo>
                  <a:pt x="1595" y="1562"/>
                  <a:pt x="1594" y="1588"/>
                  <a:pt x="1593" y="1615"/>
                </a:cubicBezTo>
                <a:lnTo>
                  <a:pt x="1591" y="1646"/>
                </a:lnTo>
                <a:lnTo>
                  <a:pt x="0" y="1646"/>
                </a:lnTo>
                <a:lnTo>
                  <a:pt x="0" y="1"/>
                </a:lnTo>
                <a:lnTo>
                  <a:pt x="20" y="1"/>
                </a:lnTo>
                <a:cubicBezTo>
                  <a:pt x="33" y="0"/>
                  <a:pt x="46" y="0"/>
                  <a:pt x="6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7470" y="1376045"/>
            <a:ext cx="3409315" cy="42246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3990" y="1459230"/>
            <a:ext cx="5286375" cy="405765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986915" y="2035810"/>
            <a:ext cx="9056370" cy="76327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/>
              <a:t>启动</a:t>
            </a:r>
            <a:r>
              <a:rPr lang="zh-CN" altLang="en-US"/>
              <a:t>校准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986915" y="3042285"/>
            <a:ext cx="9056370" cy="1877695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-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启动《终末地》，进入帝江号，到达好友物资点</a:t>
            </a:r>
            <a:b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</a:b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-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启动辅助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程序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97" name="图形 95"/>
          <p:cNvSpPr/>
          <p:nvPr>
            <p:custDataLst>
              <p:tags r:id="rId3"/>
            </p:custDataLst>
          </p:nvPr>
        </p:nvSpPr>
        <p:spPr>
          <a:xfrm>
            <a:off x="1087120" y="759778"/>
            <a:ext cx="2559685" cy="5338445"/>
          </a:xfrm>
          <a:custGeom>
            <a:avLst/>
            <a:gdLst>
              <a:gd name="connsiteX0" fmla="*/ 1182053 w 1182052"/>
              <a:gd name="connsiteY0" fmla="*/ 278797 h 2029491"/>
              <a:gd name="connsiteX1" fmla="*/ 1182053 w 1182052"/>
              <a:gd name="connsiteY1" fmla="*/ 0 h 2029491"/>
              <a:gd name="connsiteX2" fmla="*/ 0 w 1182052"/>
              <a:gd name="connsiteY2" fmla="*/ 0 h 2029491"/>
              <a:gd name="connsiteX3" fmla="*/ 0 w 1182052"/>
              <a:gd name="connsiteY3" fmla="*/ 2029492 h 2029491"/>
              <a:gd name="connsiteX4" fmla="*/ 1182053 w 1182052"/>
              <a:gd name="connsiteY4" fmla="*/ 2029492 h 2029491"/>
              <a:gd name="connsiteX5" fmla="*/ 1182053 w 1182052"/>
              <a:gd name="connsiteY5" fmla="*/ 1778603 h 2029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2052" h="2029491">
                <a:moveTo>
                  <a:pt x="1182053" y="278797"/>
                </a:moveTo>
                <a:lnTo>
                  <a:pt x="1182053" y="0"/>
                </a:lnTo>
                <a:lnTo>
                  <a:pt x="0" y="0"/>
                </a:lnTo>
                <a:lnTo>
                  <a:pt x="0" y="2029492"/>
                </a:lnTo>
                <a:lnTo>
                  <a:pt x="1182053" y="2029492"/>
                </a:lnTo>
                <a:lnTo>
                  <a:pt x="1182053" y="1778603"/>
                </a:lnTo>
              </a:path>
            </a:pathLst>
          </a:custGeom>
          <a:noFill/>
          <a:ln w="53975" cap="flat">
            <a:solidFill>
              <a:schemeClr val="accent1">
                <a:alpha val="69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665" y="3456940"/>
            <a:ext cx="1905000" cy="361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910" y="173355"/>
            <a:ext cx="5381625" cy="2124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910" y="2489200"/>
            <a:ext cx="5381625" cy="41840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2232978" y="337820"/>
            <a:ext cx="7726045" cy="76327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/>
              <a:t>启动</a:t>
            </a:r>
            <a:r>
              <a:rPr lang="zh-CN" altLang="en-US"/>
              <a:t>校准</a:t>
            </a:r>
            <a:endParaRPr lang="zh-CN" altLang="en-US"/>
          </a:p>
        </p:txBody>
      </p:sp>
      <p:sp>
        <p:nvSpPr>
          <p:cNvPr id="17" name="图形 15"/>
          <p:cNvSpPr/>
          <p:nvPr>
            <p:custDataLst>
              <p:tags r:id="rId2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3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4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5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140" y="1394460"/>
            <a:ext cx="2686050" cy="361950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4735195" y="1415415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1765" y="1394460"/>
            <a:ext cx="1171575" cy="371475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6692900" y="1408430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5140" y="1958975"/>
            <a:ext cx="5676900" cy="1257300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>
          <a:xfrm>
            <a:off x="7676515" y="2435860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9435" y="2435860"/>
            <a:ext cx="1143000" cy="361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5140" y="3378835"/>
            <a:ext cx="5657850" cy="3015615"/>
          </a:xfrm>
          <a:prstGeom prst="rect">
            <a:avLst/>
          </a:prstGeom>
        </p:spPr>
      </p:pic>
      <p:sp>
        <p:nvSpPr>
          <p:cNvPr id="14" name="右箭头 13"/>
          <p:cNvSpPr/>
          <p:nvPr/>
        </p:nvSpPr>
        <p:spPr>
          <a:xfrm>
            <a:off x="9566910" y="2435860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7626350" y="4815205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8155" y="4766310"/>
            <a:ext cx="1104900" cy="40005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2232978" y="337820"/>
            <a:ext cx="7726045" cy="763270"/>
          </a:xfrm>
        </p:spPr>
        <p:txBody>
          <a:bodyPr>
            <a:normAutofit/>
          </a:bodyPr>
          <a:lstStyle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7" name="图形 15"/>
          <p:cNvSpPr/>
          <p:nvPr>
            <p:custDataLst>
              <p:tags r:id="rId2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3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4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5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620" y="1272540"/>
            <a:ext cx="3130550" cy="2349500"/>
          </a:xfrm>
          <a:prstGeom prst="rect">
            <a:avLst/>
          </a:prstGeom>
        </p:spPr>
      </p:pic>
      <p:sp>
        <p:nvSpPr>
          <p:cNvPr id="19" name="右箭头 18"/>
          <p:cNvSpPr/>
          <p:nvPr/>
        </p:nvSpPr>
        <p:spPr>
          <a:xfrm>
            <a:off x="5086350" y="2295525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 descr="7db809dd193d86808d4e95baddb62f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815" y="1485265"/>
            <a:ext cx="3707765" cy="2085975"/>
          </a:xfrm>
          <a:prstGeom prst="rect">
            <a:avLst/>
          </a:prstGeom>
        </p:spPr>
      </p:pic>
      <p:sp>
        <p:nvSpPr>
          <p:cNvPr id="21" name="右箭头 20"/>
          <p:cNvSpPr/>
          <p:nvPr/>
        </p:nvSpPr>
        <p:spPr>
          <a:xfrm>
            <a:off x="9503410" y="2422525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2232978" y="337820"/>
            <a:ext cx="7726045" cy="763270"/>
          </a:xfrm>
        </p:spPr>
        <p:txBody>
          <a:bodyPr>
            <a:normAutofit/>
          </a:bodyPr>
          <a:lstStyle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7" name="图形 15"/>
          <p:cNvSpPr/>
          <p:nvPr>
            <p:custDataLst>
              <p:tags r:id="rId2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3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4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5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" name="图片 2" descr="Screenshot 2026-02-01 0929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4335" y="1028065"/>
            <a:ext cx="9083675" cy="46831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2232978" y="337820"/>
            <a:ext cx="7726045" cy="763270"/>
          </a:xfrm>
        </p:spPr>
        <p:txBody>
          <a:bodyPr>
            <a:normAutofit/>
          </a:bodyPr>
          <a:lstStyle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图形 15"/>
          <p:cNvSpPr/>
          <p:nvPr>
            <p:custDataLst>
              <p:tags r:id="rId2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3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4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5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9315" y="1101090"/>
            <a:ext cx="7914640" cy="26682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70150" y="4786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左键点击没有商品的区域来</a:t>
            </a:r>
            <a:r>
              <a:rPr lang="zh-CN" altLang="en-US"/>
              <a:t>屏蔽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9625" y="4367530"/>
            <a:ext cx="4753610" cy="151955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2232978" y="337820"/>
            <a:ext cx="7726045" cy="763270"/>
          </a:xfrm>
        </p:spPr>
        <p:txBody>
          <a:bodyPr>
            <a:normAutofit/>
          </a:bodyPr>
          <a:lstStyle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7" name="图形 15"/>
          <p:cNvSpPr/>
          <p:nvPr>
            <p:custDataLst>
              <p:tags r:id="rId2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3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4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5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910" y="1571625"/>
            <a:ext cx="1938020" cy="26136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845" y="1566545"/>
            <a:ext cx="1951355" cy="2618740"/>
          </a:xfrm>
          <a:prstGeom prst="rect">
            <a:avLst/>
          </a:prstGeom>
        </p:spPr>
      </p:pic>
      <p:sp>
        <p:nvSpPr>
          <p:cNvPr id="19" name="右箭头 18"/>
          <p:cNvSpPr/>
          <p:nvPr/>
        </p:nvSpPr>
        <p:spPr>
          <a:xfrm>
            <a:off x="4050665" y="2782570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87195" y="4712970"/>
            <a:ext cx="8351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多次</a:t>
            </a:r>
            <a:r>
              <a:rPr lang="en-US" altLang="zh-CN"/>
              <a:t>CTRL+</a:t>
            </a:r>
            <a:r>
              <a:rPr lang="zh-CN" altLang="en-US"/>
              <a:t>右键调整</a:t>
            </a:r>
            <a:r>
              <a:rPr lang="en-US" altLang="zh-CN"/>
              <a:t>“</a:t>
            </a:r>
            <a:r>
              <a:rPr lang="zh-CN" altLang="en-US"/>
              <a:t>蓝色</a:t>
            </a:r>
            <a:r>
              <a:rPr lang="en-US" altLang="zh-CN"/>
              <a:t>”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单价选区</a:t>
            </a:r>
            <a:r>
              <a:rPr lang="en-US" altLang="zh-CN"/>
              <a:t>”</a:t>
            </a:r>
            <a:r>
              <a:rPr lang="zh-CN" altLang="en-US"/>
              <a:t>，以期达到框选数字的</a:t>
            </a:r>
            <a:r>
              <a:rPr lang="zh-CN" altLang="en-US"/>
              <a:t>目的</a:t>
            </a:r>
            <a:endParaRPr lang="zh-CN" altLang="en-US"/>
          </a:p>
          <a:p>
            <a:r>
              <a:rPr lang="zh-CN" altLang="en-US"/>
              <a:t>全部调整好后，点击</a:t>
            </a:r>
            <a:r>
              <a:rPr lang="en-US" altLang="zh-CN"/>
              <a:t>“</a:t>
            </a:r>
            <a:r>
              <a:rPr lang="zh-CN" altLang="en-US"/>
              <a:t>截图</a:t>
            </a:r>
            <a:r>
              <a:rPr lang="en-US" altLang="zh-CN"/>
              <a:t>F7”</a:t>
            </a:r>
            <a:r>
              <a:rPr lang="zh-CN" altLang="en-US"/>
              <a:t>，完成</a:t>
            </a:r>
            <a:r>
              <a:rPr lang="zh-CN" altLang="en-US"/>
              <a:t>截图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7105" y="1925320"/>
            <a:ext cx="3925570" cy="2018030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6869430" y="2782570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2232978" y="337820"/>
            <a:ext cx="7726045" cy="763270"/>
          </a:xfrm>
        </p:spPr>
        <p:txBody>
          <a:bodyPr>
            <a:normAutofit/>
          </a:bodyPr>
          <a:lstStyle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17" name="图形 15"/>
          <p:cNvSpPr/>
          <p:nvPr>
            <p:custDataLst>
              <p:tags r:id="rId2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3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4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5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910" y="1571625"/>
            <a:ext cx="1938020" cy="26136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845" y="1566545"/>
            <a:ext cx="1951355" cy="2618740"/>
          </a:xfrm>
          <a:prstGeom prst="rect">
            <a:avLst/>
          </a:prstGeom>
        </p:spPr>
      </p:pic>
      <p:sp>
        <p:nvSpPr>
          <p:cNvPr id="19" name="右箭头 18"/>
          <p:cNvSpPr/>
          <p:nvPr/>
        </p:nvSpPr>
        <p:spPr>
          <a:xfrm>
            <a:off x="4050665" y="2782570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87195" y="4712970"/>
            <a:ext cx="8351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多次</a:t>
            </a:r>
            <a:r>
              <a:rPr lang="en-US" altLang="zh-CN"/>
              <a:t>CTRL+</a:t>
            </a:r>
            <a:r>
              <a:rPr lang="zh-CN" altLang="en-US"/>
              <a:t>右键调整</a:t>
            </a:r>
            <a:r>
              <a:rPr lang="en-US" altLang="zh-CN"/>
              <a:t>“</a:t>
            </a:r>
            <a:r>
              <a:rPr lang="zh-CN" altLang="en-US"/>
              <a:t>蓝色</a:t>
            </a:r>
            <a:r>
              <a:rPr lang="en-US" altLang="zh-CN"/>
              <a:t>”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单价选区</a:t>
            </a:r>
            <a:r>
              <a:rPr lang="en-US" altLang="zh-CN"/>
              <a:t>”</a:t>
            </a:r>
            <a:r>
              <a:rPr lang="zh-CN" altLang="en-US"/>
              <a:t>，以期达到框选数字的</a:t>
            </a:r>
            <a:r>
              <a:rPr lang="zh-CN" altLang="en-US"/>
              <a:t>目的</a:t>
            </a:r>
            <a:endParaRPr lang="zh-CN" altLang="en-US"/>
          </a:p>
          <a:p>
            <a:r>
              <a:rPr lang="zh-CN" altLang="en-US"/>
              <a:t>全部调整好后，点击</a:t>
            </a:r>
            <a:r>
              <a:rPr lang="en-US" altLang="zh-CN"/>
              <a:t>“</a:t>
            </a:r>
            <a:r>
              <a:rPr lang="zh-CN" altLang="en-US"/>
              <a:t>截图</a:t>
            </a:r>
            <a:r>
              <a:rPr lang="en-US" altLang="zh-CN"/>
              <a:t>F7”</a:t>
            </a:r>
            <a:r>
              <a:rPr lang="zh-CN" altLang="en-US"/>
              <a:t>，完成</a:t>
            </a:r>
            <a:r>
              <a:rPr lang="zh-CN" altLang="en-US"/>
              <a:t>截图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7105" y="1925320"/>
            <a:ext cx="3925570" cy="2018030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6869430" y="2782570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2232978" y="337820"/>
            <a:ext cx="7726045" cy="763270"/>
          </a:xfrm>
        </p:spPr>
        <p:txBody>
          <a:bodyPr>
            <a:normAutofit/>
          </a:bodyPr>
          <a:lstStyle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17" name="图形 15"/>
          <p:cNvSpPr/>
          <p:nvPr>
            <p:custDataLst>
              <p:tags r:id="rId2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3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4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5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6685" y="1388110"/>
            <a:ext cx="4886960" cy="2760345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6421120" y="2616835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4030" y="2519680"/>
            <a:ext cx="1162050" cy="4000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2180" y="2589530"/>
            <a:ext cx="1162050" cy="314325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>
          <a:xfrm>
            <a:off x="8170545" y="2596515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6215" y="4223385"/>
            <a:ext cx="2082800" cy="19113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6035" y="4775835"/>
            <a:ext cx="7555865" cy="8223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836035" y="4277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等待</a:t>
            </a:r>
            <a:r>
              <a:rPr lang="en-US" altLang="zh-CN"/>
              <a:t>cmd</a:t>
            </a:r>
            <a:r>
              <a:rPr lang="zh-CN" altLang="en-US"/>
              <a:t>命令行完成</a:t>
            </a:r>
            <a:r>
              <a:rPr lang="zh-CN" altLang="en-US"/>
              <a:t>工作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1915795" y="337820"/>
            <a:ext cx="8072755" cy="7632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/>
              <a:t>8</a:t>
            </a:r>
            <a:r>
              <a:rPr lang="zh-CN" altLang="en-US"/>
              <a:t>检查数据，调整数字或者商品</a:t>
            </a:r>
            <a:r>
              <a:rPr lang="zh-CN" altLang="en-US"/>
              <a:t>名称</a:t>
            </a:r>
            <a:endParaRPr lang="zh-CN" altLang="en-US"/>
          </a:p>
        </p:txBody>
      </p:sp>
      <p:sp>
        <p:nvSpPr>
          <p:cNvPr id="17" name="图形 15"/>
          <p:cNvSpPr/>
          <p:nvPr>
            <p:custDataLst>
              <p:tags r:id="rId2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3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4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5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0840" y="1321435"/>
            <a:ext cx="2915285" cy="42665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3005" y="1272540"/>
            <a:ext cx="3608705" cy="23266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3005" y="3770630"/>
            <a:ext cx="3608705" cy="23628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955405" y="1309370"/>
            <a:ext cx="1572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错误修改完成后点击</a:t>
            </a:r>
            <a:r>
              <a:rPr lang="en-US" altLang="zh-CN">
                <a:solidFill>
                  <a:srgbClr val="FF0000"/>
                </a:solidFill>
              </a:rPr>
              <a:t>“</a:t>
            </a:r>
            <a:r>
              <a:rPr lang="zh-CN" altLang="en-US">
                <a:solidFill>
                  <a:srgbClr val="FF0000"/>
                </a:solidFill>
              </a:rPr>
              <a:t>修改数据</a:t>
            </a:r>
            <a:r>
              <a:rPr lang="en-US" altLang="zh-CN">
                <a:solidFill>
                  <a:srgbClr val="FF0000"/>
                </a:solidFill>
              </a:rPr>
              <a:t>”</a:t>
            </a:r>
            <a:r>
              <a:rPr lang="zh-CN" altLang="en-US">
                <a:solidFill>
                  <a:srgbClr val="FF0000"/>
                </a:solidFill>
              </a:rPr>
              <a:t>按钮更新数据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1295" y="2716530"/>
            <a:ext cx="1200150" cy="31432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1915795" y="337820"/>
            <a:ext cx="8072755" cy="7632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/>
              <a:t>9</a:t>
            </a:r>
            <a:r>
              <a:rPr lang="zh-CN" altLang="en-US"/>
              <a:t>若商品名称</a:t>
            </a:r>
            <a:r>
              <a:rPr lang="zh-CN" altLang="en-US"/>
              <a:t>错误</a:t>
            </a:r>
            <a:endParaRPr lang="zh-CN" altLang="en-US"/>
          </a:p>
        </p:txBody>
      </p:sp>
      <p:sp>
        <p:nvSpPr>
          <p:cNvPr id="17" name="图形 15"/>
          <p:cNvSpPr/>
          <p:nvPr>
            <p:custDataLst>
              <p:tags r:id="rId2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3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4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5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2195" y="1193165"/>
            <a:ext cx="7548245" cy="40347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33320" y="5606415"/>
            <a:ext cx="7437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u="sng">
                <a:solidFill>
                  <a:srgbClr val="FF0000"/>
                </a:solidFill>
              </a:rPr>
              <a:t>先</a:t>
            </a:r>
            <a:r>
              <a:rPr lang="zh-CN" altLang="en-US">
                <a:solidFill>
                  <a:schemeClr val="tx1"/>
                </a:solidFill>
              </a:rPr>
              <a:t>点击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左侧数据表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错误的项，</a:t>
            </a:r>
            <a:r>
              <a:rPr lang="zh-CN" altLang="en-US" u="sng">
                <a:solidFill>
                  <a:srgbClr val="FF0000"/>
                </a:solidFill>
              </a:rPr>
              <a:t>然后</a:t>
            </a:r>
            <a:r>
              <a:rPr lang="zh-CN" altLang="en-US">
                <a:solidFill>
                  <a:schemeClr val="tx1"/>
                </a:solidFill>
              </a:rPr>
              <a:t>点击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右侧纠正表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正确的项，</a:t>
            </a:r>
            <a:r>
              <a:rPr lang="zh-CN" altLang="en-US" u="sng">
                <a:solidFill>
                  <a:srgbClr val="FF0000"/>
                </a:solidFill>
              </a:rPr>
              <a:t>再</a:t>
            </a:r>
            <a:r>
              <a:rPr lang="zh-CN" altLang="en-US">
                <a:solidFill>
                  <a:schemeClr val="tx1"/>
                </a:solidFill>
              </a:rPr>
              <a:t>点击应用，</a:t>
            </a:r>
            <a:r>
              <a:rPr lang="zh-CN" altLang="en-US" u="sng">
                <a:solidFill>
                  <a:srgbClr val="FF0000"/>
                </a:solidFill>
              </a:rPr>
              <a:t>最后</a:t>
            </a:r>
            <a:r>
              <a:rPr lang="zh-CN" altLang="en-US">
                <a:solidFill>
                  <a:schemeClr val="tx1"/>
                </a:solidFill>
              </a:rPr>
              <a:t>点击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修改数据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按钮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 flipH="1">
            <a:off x="1915795" y="337820"/>
            <a:ext cx="8072755" cy="763270"/>
          </a:xfrm>
        </p:spPr>
        <p:txBody>
          <a:bodyPr>
            <a:normAutofit/>
          </a:bodyPr>
          <a:lstStyle/>
          <a:p>
            <a:pPr algn="ctr"/>
            <a:r>
              <a:rPr lang="en-US" altLang="zh-CN"/>
              <a:t>10</a:t>
            </a:r>
            <a:endParaRPr lang="zh-CN" altLang="en-US"/>
          </a:p>
        </p:txBody>
      </p:sp>
      <p:sp>
        <p:nvSpPr>
          <p:cNvPr id="17" name="图形 15"/>
          <p:cNvSpPr/>
          <p:nvPr>
            <p:custDataLst>
              <p:tags r:id="rId2"/>
            </p:custDataLst>
          </p:nvPr>
        </p:nvSpPr>
        <p:spPr>
          <a:xfrm>
            <a:off x="107950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2" name="图形 15"/>
          <p:cNvSpPr/>
          <p:nvPr>
            <p:custDataLst>
              <p:tags r:id="rId3"/>
            </p:custDataLst>
          </p:nvPr>
        </p:nvSpPr>
        <p:spPr>
          <a:xfrm>
            <a:off x="126365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图形 15"/>
          <p:cNvSpPr/>
          <p:nvPr>
            <p:custDataLst>
              <p:tags r:id="rId4"/>
            </p:custDataLst>
          </p:nvPr>
        </p:nvSpPr>
        <p:spPr>
          <a:xfrm flipH="1">
            <a:off x="9434830" y="1028065"/>
            <a:ext cx="1807845" cy="480314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38100" cap="flat">
            <a:gradFill>
              <a:gsLst>
                <a:gs pos="0">
                  <a:schemeClr val="accent1">
                    <a:alpha val="85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图形 15"/>
          <p:cNvSpPr/>
          <p:nvPr>
            <p:custDataLst>
              <p:tags r:id="rId5"/>
            </p:custDataLst>
          </p:nvPr>
        </p:nvSpPr>
        <p:spPr>
          <a:xfrm flipH="1">
            <a:off x="9434830" y="1272540"/>
            <a:ext cx="1623695" cy="4315460"/>
          </a:xfrm>
          <a:custGeom>
            <a:avLst/>
            <a:gdLst>
              <a:gd name="connsiteX0" fmla="*/ 284321 w 284416"/>
              <a:gd name="connsiteY0" fmla="*/ 86574 h 687583"/>
              <a:gd name="connsiteX1" fmla="*/ 12478 w 284416"/>
              <a:gd name="connsiteY1" fmla="*/ 468 h 687583"/>
              <a:gd name="connsiteX2" fmla="*/ 0 w 284416"/>
              <a:gd name="connsiteY2" fmla="*/ 9612 h 687583"/>
              <a:gd name="connsiteX3" fmla="*/ 0 w 284416"/>
              <a:gd name="connsiteY3" fmla="*/ 677981 h 687583"/>
              <a:gd name="connsiteX4" fmla="*/ 12192 w 284416"/>
              <a:gd name="connsiteY4" fmla="*/ 687221 h 687583"/>
              <a:gd name="connsiteX5" fmla="*/ 284417 w 284416"/>
              <a:gd name="connsiteY5" fmla="*/ 612544 h 687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416" h="687583">
                <a:moveTo>
                  <a:pt x="284321" y="86574"/>
                </a:moveTo>
                <a:lnTo>
                  <a:pt x="12478" y="468"/>
                </a:lnTo>
                <a:cubicBezTo>
                  <a:pt x="6286" y="-1532"/>
                  <a:pt x="0" y="3135"/>
                  <a:pt x="0" y="9612"/>
                </a:cubicBezTo>
                <a:lnTo>
                  <a:pt x="0" y="677981"/>
                </a:lnTo>
                <a:cubicBezTo>
                  <a:pt x="0" y="684363"/>
                  <a:pt x="6001" y="688935"/>
                  <a:pt x="12192" y="687221"/>
                </a:cubicBezTo>
                <a:lnTo>
                  <a:pt x="284417" y="612544"/>
                </a:lnTo>
              </a:path>
            </a:pathLst>
          </a:custGeom>
          <a:noFill/>
          <a:ln w="25400" cap="flat"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565" y="1272540"/>
            <a:ext cx="4848225" cy="1047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339205" y="13392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反复操作获取多位好友</a:t>
            </a:r>
            <a:r>
              <a:rPr lang="zh-CN" altLang="en-US"/>
              <a:t>数据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5565" y="2545715"/>
            <a:ext cx="6181725" cy="4381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21765" y="3176905"/>
            <a:ext cx="5086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选择</a:t>
            </a:r>
            <a:r>
              <a:rPr lang="en-US" altLang="zh-CN"/>
              <a:t>“</a:t>
            </a:r>
            <a:r>
              <a:rPr lang="zh-CN" altLang="en-US"/>
              <a:t>品类</a:t>
            </a:r>
            <a:r>
              <a:rPr lang="en-US" altLang="zh-CN"/>
              <a:t>”</a:t>
            </a:r>
            <a:r>
              <a:rPr lang="zh-CN" altLang="en-US"/>
              <a:t>，然后输入买入单价，最后输入</a:t>
            </a:r>
            <a:r>
              <a:rPr lang="zh-CN" altLang="en-US"/>
              <a:t>数量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9875" y="3209290"/>
            <a:ext cx="1047750" cy="304800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7898130" y="3209290"/>
            <a:ext cx="258445" cy="30289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5565" y="3632835"/>
            <a:ext cx="7210425" cy="176212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377315" y="5502910"/>
            <a:ext cx="6866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最大值会高亮，若该好友未有目前导入的商品信息，不会计入</a:t>
            </a:r>
            <a:r>
              <a:rPr lang="zh-CN" altLang="en-US"/>
              <a:t>统计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986915" y="2035810"/>
            <a:ext cx="9056370" cy="76327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/>
              <a:t>流畅</a:t>
            </a:r>
            <a:r>
              <a:rPr lang="zh-CN" altLang="en-US"/>
              <a:t>使用</a:t>
            </a:r>
            <a:endParaRPr lang="zh-CN" altLang="en-US"/>
          </a:p>
        </p:txBody>
      </p:sp>
      <p:sp>
        <p:nvSpPr>
          <p:cNvPr id="97" name="图形 95"/>
          <p:cNvSpPr/>
          <p:nvPr>
            <p:custDataLst>
              <p:tags r:id="rId2"/>
            </p:custDataLst>
          </p:nvPr>
        </p:nvSpPr>
        <p:spPr>
          <a:xfrm>
            <a:off x="1087120" y="759778"/>
            <a:ext cx="2559685" cy="5338445"/>
          </a:xfrm>
          <a:custGeom>
            <a:avLst/>
            <a:gdLst>
              <a:gd name="connsiteX0" fmla="*/ 1182053 w 1182052"/>
              <a:gd name="connsiteY0" fmla="*/ 278797 h 2029491"/>
              <a:gd name="connsiteX1" fmla="*/ 1182053 w 1182052"/>
              <a:gd name="connsiteY1" fmla="*/ 0 h 2029491"/>
              <a:gd name="connsiteX2" fmla="*/ 0 w 1182052"/>
              <a:gd name="connsiteY2" fmla="*/ 0 h 2029491"/>
              <a:gd name="connsiteX3" fmla="*/ 0 w 1182052"/>
              <a:gd name="connsiteY3" fmla="*/ 2029492 h 2029491"/>
              <a:gd name="connsiteX4" fmla="*/ 1182053 w 1182052"/>
              <a:gd name="connsiteY4" fmla="*/ 2029492 h 2029491"/>
              <a:gd name="connsiteX5" fmla="*/ 1182053 w 1182052"/>
              <a:gd name="connsiteY5" fmla="*/ 1778603 h 2029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2052" h="2029491">
                <a:moveTo>
                  <a:pt x="1182053" y="278797"/>
                </a:moveTo>
                <a:lnTo>
                  <a:pt x="1182053" y="0"/>
                </a:lnTo>
                <a:lnTo>
                  <a:pt x="0" y="0"/>
                </a:lnTo>
                <a:lnTo>
                  <a:pt x="0" y="2029492"/>
                </a:lnTo>
                <a:lnTo>
                  <a:pt x="1182053" y="2029492"/>
                </a:lnTo>
                <a:lnTo>
                  <a:pt x="1182053" y="1778603"/>
                </a:lnTo>
              </a:path>
            </a:pathLst>
          </a:custGeom>
          <a:noFill/>
          <a:ln w="53975" cap="flat">
            <a:solidFill>
              <a:schemeClr val="accent1">
                <a:alpha val="69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920" y="760095"/>
            <a:ext cx="1019175" cy="1809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00090" y="718185"/>
            <a:ext cx="3550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消除所有数据，包括好友列表</a:t>
            </a:r>
            <a:r>
              <a:rPr lang="zh-CN" altLang="en-US"/>
              <a:t>项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245" y="1263015"/>
            <a:ext cx="1152525" cy="2857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800090" y="1257300"/>
            <a:ext cx="5352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选中好友项，这个按钮可以清楚好友数据，而不删除</a:t>
            </a:r>
            <a:r>
              <a:rPr lang="zh-CN" altLang="en-US"/>
              <a:t>好友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3052_1*a*1"/>
  <p:tag name="KSO_WM_TEMPLATE_CATEGORY" val="custom"/>
  <p:tag name="KSO_WM_TEMPLATE_INDEX" val="40493052"/>
  <p:tag name="KSO_WM_UNIT_LAYERLEVEL" val="1"/>
  <p:tag name="KSO_WM_TAG_VERSION" val="3.0"/>
  <p:tag name="KSO_WM_BEAUTIFY_FLAG" val="#wm#"/>
  <p:tag name="KSO_WM_UNIT_VALUE" val="30"/>
  <p:tag name="KSO_WM_DIAGRAM_GROUP_CODE" val="m1-1"/>
  <p:tag name="KSO_WM_UNIT_TEXT_TYPE" val="1"/>
  <p:tag name="KSO_WM_UNIT_PRESET_TEXT" val="添加标题"/>
  <p:tag name="KSO_WM_UNIT_TEXT_FILL_FORE_SCHEMECOLOR_INDEX" val="13"/>
  <p:tag name="KSO_WM_UNIT_TEXT_FILL_TYPE" val="1"/>
  <p:tag name="KSO_WM_UNIT_USESOURCEFORMAT_APPLY" val="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i*1_1"/>
  <p:tag name="KSO_WM_TEMPLATE_CATEGORY" val="diagram"/>
  <p:tag name="KSO_WM_TEMPLATE_INDEX" val="40493034"/>
  <p:tag name="KSO_WM_UNIT_LAYERLEVEL" val="1_1"/>
  <p:tag name="KSO_WM_TAG_VERSION" val="3.0"/>
  <p:tag name="KSO_WM_BEAUTIFY_FLAG" val="#wm#"/>
  <p:tag name="KSO_WM_DIAGRAM_GROUP_CODE" val="m1-1"/>
  <p:tag name="KSO_WM_UNIT_TYPE" val="m_i"/>
  <p:tag name="KSO_WM_UNIT_INDEX" val="1_1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gradient&quot;:[{&quot;brightness&quot;:0,&quot;colorType&quot;:1,&quot;foreColorIndex&quot;:5,&quot;pos&quot;:0.10000000149011612,&quot;transparency&quot;:0.8999999761581421},{&quot;brightness&quot;:0,&quot;colorType&quot;:1,&quot;foreColorIndex&quot;:5,&quot;pos&quot;:0.89999997615814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i*1_1_1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1"/>
  <p:tag name="KSO_WM_UNIT_LINE_FORE_SCHEMECOLOR_INDEX" val="5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i*1_1_2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1_2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i*1_1_3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SUBTYPE" val="nb"/>
  <p:tag name="KSO_WM_UNIT_TYPE" val="m_h_i"/>
  <p:tag name="KSO_WM_UNIT_INDEX" val="1_1_3"/>
  <p:tag name="KSO_WM_UNIT_FILL_TYPE" val="3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USESOURCEFORMAT_APPLY" val="0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i*1_2_1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1"/>
  <p:tag name="KSO_WM_UNIT_LINE_FORE_SCHEMECOLOR_INDEX" val="5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i*1_2_2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2_2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i*1_2_3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SUBTYPE" val="nb"/>
  <p:tag name="KSO_WM_UNIT_TYPE" val="m_h_i"/>
  <p:tag name="KSO_WM_UNIT_INDEX" val="1_2_3"/>
  <p:tag name="KSO_WM_UNIT_FILL_TYPE" val="3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USESOURCEFORMAT_APPLY" val="0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i*1_3_1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1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0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i*1_3_2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h_i"/>
  <p:tag name="KSO_WM_UNIT_INDEX" val="1_3_2"/>
  <p:tag name="KSO_WM_UNIT_LINE_FORE_SCHEMECOLOR_INDEX" val="5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i*1_3_3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SUBTYPE" val="nb"/>
  <p:tag name="KSO_WM_UNIT_TYPE" val="m_h_i"/>
  <p:tag name="KSO_WM_UNIT_INDEX" val="1_3_3"/>
  <p:tag name="KSO_WM_UNIT_FILL_TYPE" val="3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USESOURCEFORMAT_APPLY" val="0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a*1_1_1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1_1"/>
  <p:tag name="KSO_WM_UNIT_TEXT_FILL_FORE_SCHEMECOLOR_INDEX" val="1"/>
  <p:tag name="KSO_WM_UNIT_TEXT_FILL_TYPE" val="1"/>
  <p:tag name="KSO_WM_UNIT_PRESET_TEXT" val="添加标题"/>
  <p:tag name="KSO_WM_UNIT_TEXT_TYPE" val="1"/>
  <p:tag name="KSO_WM_UNIT_VALUE" val="9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f*1_1_1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DIAGRAM_GROUP_CODE" val="m1-1"/>
  <p:tag name="KSO_WM_UNIT_TYPE" val="m_h_f"/>
  <p:tag name="KSO_WM_UNIT_INDEX" val="1_1_1"/>
  <p:tag name="KSO_WM_UNIT_TEXT_FILL_FORE_SCHEMECOLOR_INDEX" val="1"/>
  <p:tag name="KSO_WM_UNIT_TEXT_FILL_TYPE" val="1"/>
  <p:tag name="KSO_WM_UNIT_PRESET_TEXT" val="单击此处添加文本具体内容，简明扼要地阐述您的观点"/>
  <p:tag name="KSO_WM_UNIT_TEXT_TYPE" val="1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a*1_2_1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2_1"/>
  <p:tag name="KSO_WM_UNIT_TEXT_FILL_FORE_SCHEMECOLOR_INDEX" val="1"/>
  <p:tag name="KSO_WM_UNIT_TEXT_FILL_TYPE" val="1"/>
  <p:tag name="KSO_WM_UNIT_PRESET_TEXT" val="添加标题"/>
  <p:tag name="KSO_WM_UNIT_TEXT_TYPE" val="1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f*1_2_1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DIAGRAM_GROUP_CODE" val="m1-1"/>
  <p:tag name="KSO_WM_UNIT_TYPE" val="m_h_f"/>
  <p:tag name="KSO_WM_UNIT_INDEX" val="1_2_1"/>
  <p:tag name="KSO_WM_UNIT_TEXT_FILL_FORE_SCHEMECOLOR_INDEX" val="1"/>
  <p:tag name="KSO_WM_UNIT_TEXT_FILL_TYPE" val="1"/>
  <p:tag name="KSO_WM_UNIT_PRESET_TEXT" val="单击此处添加文本内容，简明扼要地阐述您的观点"/>
  <p:tag name="KSO_WM_UNIT_TEXT_TYPE" val="1"/>
  <p:tag name="KSO_WM_UNIT_VALUE" val="24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a*1_3_1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DIAGRAM_GROUP_CODE" val="m1-1"/>
  <p:tag name="KSO_WM_UNIT_TYPE" val="m_h_a"/>
  <p:tag name="KSO_WM_UNIT_INDEX" val="1_3_1"/>
  <p:tag name="KSO_WM_UNIT_TEXT_FILL_FORE_SCHEMECOLOR_INDEX" val="1"/>
  <p:tag name="KSO_WM_UNIT_TEXT_FILL_TYPE" val="1"/>
  <p:tag name="KSO_WM_UNIT_PRESET_TEXT" val="添加标题"/>
  <p:tag name="KSO_WM_UNIT_TEXT_TYPE" val="1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40493034_2*m_h_f*1_3_1"/>
  <p:tag name="KSO_WM_TEMPLATE_CATEGORY" val="diagram"/>
  <p:tag name="KSO_WM_TEMPLATE_INDEX" val="4049303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DIAGRAM_GROUP_CODE" val="m1-1"/>
  <p:tag name="KSO_WM_UNIT_TYPE" val="m_h_f"/>
  <p:tag name="KSO_WM_UNIT_INDEX" val="1_3_1"/>
  <p:tag name="KSO_WM_UNIT_TEXT_FILL_FORE_SCHEMECOLOR_INDEX" val="1"/>
  <p:tag name="KSO_WM_UNIT_TEXT_FILL_TYPE" val="1"/>
  <p:tag name="KSO_WM_UNIT_PRESET_TEXT" val="单击此处添加文本，简明扼要地阐述您的观点"/>
  <p:tag name="KSO_WM_UNIT_TEXT_TYPE" val="1"/>
  <p:tag name="KSO_WM_UNIT_VALUE" val="24"/>
  <p:tag name="KSO_WM_DIAGRAM_MAX_ITEMCNT" val="4"/>
  <p:tag name="KSO_WM_DIAGRAM_MIN_ITEMCNT" val="2"/>
  <p:tag name="KSO_WM_DIAGRAM_VIRTUALLY_FRAME" val="{&quot;height&quot;:401.1499938964844,&quot;left&quot;:-6.103515625e-06,&quot;top&quot;:122.47500305175781,&quot;width&quot;:935.45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8.xml><?xml version="1.0" encoding="utf-8"?>
<p:tagLst xmlns:p="http://schemas.openxmlformats.org/presentationml/2006/main">
  <p:tag name="KSO_WM_SLIDE_ID" val="custom40493052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935.45*397.1"/>
  <p:tag name="KSO_WM_SLIDE_POSITION" val="0*124.5"/>
  <p:tag name="KSO_WM_SLIDE_LAYOUT" val="a_m"/>
  <p:tag name="KSO_WM_SLIDE_LAYOUT_CNT" val="1_1"/>
  <p:tag name="KSO_WM_SPECIAL_SOURCE" val="bdnull"/>
  <p:tag name="KSO_WM_DIAGRAM_GROUP_CODE" val="m1-1"/>
  <p:tag name="KSO_WM_SLIDE_DIAGTYPE" val="m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4_1*l_h_f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1.20663839505414,&quot;top&quot;:133.730400366595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4"/>
  <p:tag name="KSO_WM_UNIT_TEXT_TYPE" val="1"/>
  <p:tag name="KSO_WM_UNIT_TEXT_LAYER_COUNT" val="1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4_1*l_h_f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1.20663839505414,&quot;top&quot;:133.730400366595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4"/>
  <p:tag name="KSO_WM_UNIT_TEXT_TYPE" val="1"/>
  <p:tag name="KSO_WM_UNIT_TEXT_LAYER_COUNT" val="1"/>
  <p:tag name="KSO_WM_UNIT_PRESET_TEXT" val="单击此处添加文本具体内容，简明扼要地阐述您的观点。根据需要可酌情增减文字，以便观者准确地理解您传达的思想。"/>
  <p:tag name="KSO_WM_UNIT_TEXT_FILL_FORE_SCHEMECOLOR_INDEX" val="1"/>
  <p:tag name="KSO_WM_UNIT_TEXT_FILL_TYPE" val="1"/>
  <p:tag name="KSO_WM_UNIT_USESOURCEFORMAT_APPLY" val="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4_1*l_h_i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1.20663839505414,&quot;top&quot;:133.7304003665954,&quot;width&quot;:818.24365234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4_1*l_h_i*1_2_2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1.20663839505414,&quot;top&quot;:133.7304003665954,&quot;width&quot;:818.24365234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64_1*a*1"/>
  <p:tag name="KSO_WM_TEMPLATE_CATEGORY" val="diagram"/>
  <p:tag name="KSO_WM_TEMPLATE_INDEX" val="20231964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4_1*l_h_i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1.20663839505414,&quot;top&quot;:133.7304003665954,&quot;width&quot;:818.24365234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6"/>
  <p:tag name="KSO_WM_UNIT_FILL_FORE_SCHEMECOLOR_INDEX_BRIGHTNESS" val="0"/>
  <p:tag name="KSO_WM_UNIT_USESOURCEFORMAT_APPLY" val="0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4_1*l_h_a*1_1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1.20663839505414,&quot;top&quot;:133.730400366595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0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4_1*l_h_a*1_2_1"/>
  <p:tag name="KSO_WM_TEMPLATE_CATEGORY" val="diagram"/>
  <p:tag name="KSO_WM_TEMPLATE_INDEX" val="20231964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4"/>
  <p:tag name="KSO_WM_DIAGRAM_MIN_ITEMCNT" val="2"/>
  <p:tag name="KSO_WM_DIAGRAM_VIRTUALLY_FRAME" val="{&quot;height&quot;:324.5284118652344,&quot;left&quot;:71.20663839505414,&quot;top&quot;:133.7304003665954,&quot;width&quot;:818.243652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"/>
  <p:tag name="KSO_WM_UNIT_TEXT_TYPE" val="1"/>
  <p:tag name="KSO_WM_UNIT_PRESET_TEXT" val="此处添加标题"/>
  <p:tag name="KSO_WM_UNIT_TEXT_FILL_FORE_SCHEMECOLOR_INDEX" val="1"/>
  <p:tag name="KSO_WM_UNIT_TEXT_FILL_TYPE" val="1"/>
  <p:tag name="KSO_WM_UNIT_USESOURCEFORMAT_APPLY" val="0"/>
</p:tagLst>
</file>

<file path=ppt/tags/tag27.xml><?xml version="1.0" encoding="utf-8"?>
<p:tagLst xmlns:p="http://schemas.openxmlformats.org/presentationml/2006/main">
  <p:tag name="KSO_WM_SLIDE_ID" val="diagram20231964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54.575*294.246"/>
  <p:tag name="KSO_WM_SLIDE_POSITION" val="103.041*148.872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40493052"/>
  <p:tag name="KSO_WM_SLIDE_LAYOUT" val="a_l"/>
  <p:tag name="KSO_WM_SLIDE_LAYOUT_CNT" val="1_1"/>
  <p:tag name="KSO_WM_SPECIAL_SOURCE" val="bdnull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67_1*a*1"/>
  <p:tag name="KSO_WM_TEMPLATE_CATEGORY" val="custom"/>
  <p:tag name="KSO_WM_TEMPLATE_INDEX" val="40492967"/>
  <p:tag name="KSO_WM_UNIT_LAYERLEVEL" val="1"/>
  <p:tag name="KSO_WM_TAG_VERSION" val="3.0"/>
  <p:tag name="KSO_WM_BEAUTIFY_FLAG" val="#wm#"/>
  <p:tag name="KSO_WM_UNIT_VALUE" val="30"/>
  <p:tag name="KSO_WM_UNIT_TEXT_TYPE" val="1"/>
  <p:tag name="KSO_WM_DIAGRAM_GROUP_CODE" val="l1-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40492946_1*l_h_i*1_1_1"/>
  <p:tag name="KSO_WM_TEMPLATE_CATEGORY" val="diagram"/>
  <p:tag name="KSO_WM_TEMPLATE_INDEX" val="40492946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2"/>
  <p:tag name="KSO_WM_DIAGRAM_MIN_ITEMCNT" val="2"/>
  <p:tag name="KSO_WM_DIAGRAM_VIRTUALLY_FRAME" val="{&quot;height&quot;:284.95001220703125,&quot;left&quot;:47.799993896484374,&quot;top&quot;:169.54999389648438,&quot;width&quot;:864.2000122070312}"/>
  <p:tag name="KSO_WM_DIAGRAM_COLOR_MATCH_VALUE" val="{&quot;shape&quot;:{&quot;fill&quot;:{&quot;solid&quot;:{&quot;brightness&quot;:0.6000000238418579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40492946_1*l_h_i*1_1_2"/>
  <p:tag name="KSO_WM_TEMPLATE_CATEGORY" val="diagram"/>
  <p:tag name="KSO_WM_TEMPLATE_INDEX" val="40492946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2"/>
  <p:tag name="KSO_WM_DIAGRAM_MIN_ITEMCNT" val="2"/>
  <p:tag name="KSO_WM_DIAGRAM_VIRTUALLY_FRAME" val="{&quot;height&quot;:284.95001220703125,&quot;left&quot;:47.799993896484374,&quot;top&quot;:169.54999389648438,&quot;width&quot;:864.2000122070312}"/>
  <p:tag name="KSO_WM_DIAGRAM_COLOR_MATCH_VALUE" val="{&quot;shape&quot;:{&quot;fill&quot;:{&quot;gradient&quot;:[{&quot;brightness&quot;:0,&quot;colorType&quot;:1,&quot;foreColorIndex&quot;:6,&quot;pos&quot;:0.07000000029802322,&quot;transparency&quot;:0},{&quot;brightness&quot;:0,&quot;colorType&quot;:1,&quot;foreColorIndex&quot;:6,&quot;pos&quot;:1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6"/>
  <p:tag name="KSO_WM_UNIT_TEXT_FILL_FORE_SCHEMECOLOR_INDEX" val="2"/>
  <p:tag name="KSO_WM_UNIT_TEXT_FILL_TYPE" val="1"/>
  <p:tag name="KSO_WM_UNIT_USESOURCEFORMAT_APPLY" val="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40492946_1*l_h_i*1_2_1"/>
  <p:tag name="KSO_WM_TEMPLATE_CATEGORY" val="diagram"/>
  <p:tag name="KSO_WM_TEMPLATE_INDEX" val="40492946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2"/>
  <p:tag name="KSO_WM_DIAGRAM_MIN_ITEMCNT" val="2"/>
  <p:tag name="KSO_WM_DIAGRAM_VIRTUALLY_FRAME" val="{&quot;height&quot;:284.95001220703125,&quot;left&quot;:47.799993896484374,&quot;top&quot;:169.54999389648438,&quot;width&quot;:864.2000122070312}"/>
  <p:tag name="KSO_WM_DIAGRAM_COLOR_MATCH_VALUE" val="{&quot;shape&quot;:{&quot;fill&quot;:{&quot;solid&quot;:{&quot;brightness&quot;:0.6000000238418579,&quot;colorType&quot;:1,&quot;foreColorIndex&quot;:5,&quot;transparency&quot;:0.8500000238418579},&quot;type&quot;:1},&quot;glow&quot;:{&quot;colorType&quot;:0},&quot;line&quot;:{&quot;type&quot;:0},&quot;shadow&quot;:{&quot;brightness&quot;:-0.25,&quot;colorType&quot;:1,&quot;foreColorIndex&quot;:5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FILL_TYPE" val="1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40492946_1*l_h_i*1_2_2"/>
  <p:tag name="KSO_WM_TEMPLATE_CATEGORY" val="diagram"/>
  <p:tag name="KSO_WM_TEMPLATE_INDEX" val="40492946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MAX_ITEMCNT" val="2"/>
  <p:tag name="KSO_WM_DIAGRAM_MIN_ITEMCNT" val="2"/>
  <p:tag name="KSO_WM_DIAGRAM_VIRTUALLY_FRAME" val="{&quot;height&quot;:284.95001220703125,&quot;left&quot;:47.799993896484374,&quot;top&quot;:169.54999389648438,&quot;width&quot;:864.2000122070312}"/>
  <p:tag name="KSO_WM_DIAGRAM_COLOR_MATCH_VALUE" val="{&quot;shape&quot;:{&quot;fill&quot;:{&quot;gradient&quot;:[{&quot;brightness&quot;:0,&quot;colorType&quot;:1,&quot;foreColorIndex&quot;:5,&quot;pos&quot;:0.07000000029802322,&quot;transparency&quot;:0},{&quot;brightness&quot;:0,&quot;colorType&quot;:1,&quot;foreColorIndex&quot;:5,&quot;pos&quot;:1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TEXT_FILL_FORE_SCHEMECOLOR_INDEX" val="2"/>
  <p:tag name="KSO_WM_UNIT_TEXT_FILL_TYPE" val="1"/>
  <p:tag name="KSO_WM_UNIT_USESOURCEFORMAT_APPLY" val="0"/>
</p:tagLst>
</file>

<file path=ppt/tags/tag33.xml><?xml version="1.0" encoding="utf-8"?>
<p:tagLst xmlns:p="http://schemas.openxmlformats.org/presentationml/2006/main">
  <p:tag name="KSO_WM_SLIDE_ID" val="custom40492967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864*328.5"/>
  <p:tag name="KSO_WM_SLIDE_POSITION" val="47.8*142.7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65_1*i*1"/>
  <p:tag name="KSO_WM_TEMPLATE_CATEGORY" val="custom"/>
  <p:tag name="KSO_WM_TEMPLATE_INDEX" val="40492965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65_1*i*2"/>
  <p:tag name="KSO_WM_TEMPLATE_CATEGORY" val="custom"/>
  <p:tag name="KSO_WM_TEMPLATE_INDEX" val="40492965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65_1*i*3"/>
  <p:tag name="KSO_WM_TEMPLATE_CATEGORY" val="custom"/>
  <p:tag name="KSO_WM_TEMPLATE_INDEX" val="40492965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65_1*i*4"/>
  <p:tag name="KSO_WM_TEMPLATE_CATEGORY" val="custom"/>
  <p:tag name="KSO_WM_TEMPLATE_INDEX" val="40492965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40492965_1*i*5"/>
  <p:tag name="KSO_WM_TEMPLATE_CATEGORY" val="custom"/>
  <p:tag name="KSO_WM_TEMPLATE_INDEX" val="40492965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40492965_1*i*6"/>
  <p:tag name="KSO_WM_TEMPLATE_CATEGORY" val="custom"/>
  <p:tag name="KSO_WM_TEMPLATE_INDEX" val="40492965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SLIDE_ID" val="custom40492965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959*539"/>
  <p:tag name="KSO_WM_SLIDE_POSITION" val="0*0"/>
  <p:tag name="KSO_WM_SLIDE_LAYOUT" val="a_f"/>
  <p:tag name="KSO_WM_SLIDE_LAYOUT_CNT" val="1_1"/>
  <p:tag name="KSO_WM_SPECIAL_SOURCE" val="bdnull"/>
  <p:tag name="RESOURCE_RECORD_KEY" val="{&quot;19&quot;:[20342018],&quot;65&quot;:[3]}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64_1*a*1"/>
  <p:tag name="KSO_WM_TEMPLATE_CATEGORY" val="custom"/>
  <p:tag name="KSO_WM_TEMPLATE_INDEX" val="40492964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42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40492964_1*f*1"/>
  <p:tag name="KSO_WM_TEMPLATE_CATEGORY" val="custom"/>
  <p:tag name="KSO_WM_TEMPLATE_INDEX" val="40492964"/>
  <p:tag name="KSO_WM_UNIT_LAYERLEVEL" val="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"/>
  <p:tag name="KSO_WM_UNIT_TEXT_TYPE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64_1*i*1"/>
  <p:tag name="KSO_WM_TEMPLATE_CATEGORY" val="custom"/>
  <p:tag name="KSO_WM_TEMPLATE_INDEX" val="40492964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SLIDE_ID" val="custom40492964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84*420"/>
  <p:tag name="KSO_WM_SLIDE_POSITION" val="85*59"/>
  <p:tag name="KSO_WM_SLIDE_LAYOUT" val="a_f"/>
  <p:tag name="KSO_WM_SLIDE_LAYOUT_CNT" val="1_1"/>
  <p:tag name="KSO_WM_SPECIAL_SOURCE" val="bdnull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76_1*a*1"/>
  <p:tag name="KSO_WM_TEMPLATE_CATEGORY" val="custom"/>
  <p:tag name="KSO_WM_TEMPLATE_INDEX" val="40492976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76_1*i*1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40492976_1*i*2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40492976_1*i*3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40492976_1*i*4"/>
  <p:tag name="KSO_WM_TEMPLATE_CATEGORY" val="custom"/>
  <p:tag name="KSO_WM_TEMPLATE_INDEX" val="40492976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SLIDE_ID" val="custom4049297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99*378"/>
  <p:tag name="KSO_WM_SLIDE_POSITION" val="85*80"/>
  <p:tag name="KSO_WM_SLIDE_LAYOUT" val="a_f"/>
  <p:tag name="KSO_WM_SLIDE_LAYOUT_CNT" val="1_1"/>
  <p:tag name="KSO_WM_SPECIAL_SOURCE" val="bdnull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2964_1*a*1"/>
  <p:tag name="KSO_WM_TEMPLATE_CATEGORY" val="custom"/>
  <p:tag name="KSO_WM_TEMPLATE_INDEX" val="40492964"/>
  <p:tag name="KSO_WM_UNIT_LAYERLEVEL" val="1"/>
  <p:tag name="KSO_WM_TAG_VERSION" val="3.0"/>
  <p:tag name="KSO_WM_BEAUTIFY_FLAG" val="#wm#"/>
  <p:tag name="KSO_WM_UNIT_VALUE" val="30"/>
  <p:tag name="KSO_WM_UNIT_PRESET_TEXT" val="单击此处添加标题"/>
  <p:tag name="KSO_WM_UNIT_TEXT_TYPE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40492964_1*i*1"/>
  <p:tag name="KSO_WM_TEMPLATE_CATEGORY" val="custom"/>
  <p:tag name="KSO_WM_TEMPLATE_INDEX" val="40492964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SLIDE_ID" val="custom40492964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3052"/>
  <p:tag name="KSO_WM_SLIDE_TYPE" val="text"/>
  <p:tag name="KSO_WM_SLIDE_SUBTYPE" val="picTxt"/>
  <p:tag name="KSO_WM_SLIDE_SIZE" val="784*420"/>
  <p:tag name="KSO_WM_SLIDE_POSITION" val="85*59"/>
  <p:tag name="KSO_WM_SLIDE_LAYOUT" val="a_f"/>
  <p:tag name="KSO_WM_SLIDE_LAYOUT_CNT" val="1_1"/>
  <p:tag name="KSO_WM_SPECIAL_SOURCE" val="bdnull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WPS 演示</Application>
  <PresentationFormat>宽屏</PresentationFormat>
  <Paragraphs>100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Arial Unicode MS</vt:lpstr>
      <vt:lpstr>微软雅黑</vt:lpstr>
      <vt:lpstr>Calibri</vt:lpstr>
      <vt:lpstr>WPS</vt:lpstr>
      <vt:lpstr>发展历程</vt:lpstr>
      <vt:lpstr>单击此处添加标题</vt:lpstr>
      <vt:lpstr>单击此处添加标题</vt:lpstr>
      <vt:lpstr>单击此处添加标题</vt:lpstr>
      <vt:lpstr>单击此处添加标题</vt:lpstr>
      <vt:lpstr>单击此处添加标题</vt:lpstr>
      <vt:lpstr>单击此处添加标题</vt:lpstr>
      <vt:lpstr>2</vt:lpstr>
      <vt:lpstr>3</vt:lpstr>
      <vt:lpstr>4</vt:lpstr>
      <vt:lpstr>5</vt:lpstr>
      <vt:lpstr>5</vt:lpstr>
      <vt:lpstr>7</vt:lpstr>
      <vt:lpstr>8检查数据，调整数字或者商品名称</vt:lpstr>
      <vt:lpstr>9若商品名称错误</vt:lpstr>
      <vt:lpstr>启动校准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生物@化学^O^赵:)</cp:lastModifiedBy>
  <cp:revision>6</cp:revision>
  <dcterms:created xsi:type="dcterms:W3CDTF">2023-08-09T12:44:00Z</dcterms:created>
  <dcterms:modified xsi:type="dcterms:W3CDTF">2026-02-01T02:14:24Z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B15B97B24EC54C51AAC540A05C06FCDA_12</vt:lpwstr>
  </property>
</Properties>
</file>